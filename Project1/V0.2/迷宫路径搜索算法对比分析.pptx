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01.svg" ContentType="image/svg+xml"/>
  <Override PartName="/ppt/media/image103.svg" ContentType="image/svg+xml"/>
  <Override PartName="/ppt/media/image105.svg" ContentType="image/svg+xml"/>
  <Override PartName="/ppt/media/image107.svg" ContentType="image/svg+xml"/>
  <Override PartName="/ppt/media/image13.svg" ContentType="image/svg+xml"/>
  <Override PartName="/ppt/media/image15.svg" ContentType="image/svg+xml"/>
  <Override PartName="/ppt/media/image17.svg" ContentType="image/svg+xml"/>
  <Override PartName="/ppt/media/image19.svg" ContentType="image/svg+xml"/>
  <Override PartName="/ppt/media/image2.svg" ContentType="image/svg+xml"/>
  <Override PartName="/ppt/media/image21.svg" ContentType="image/svg+xml"/>
  <Override PartName="/ppt/media/image23.svg" ContentType="image/svg+xml"/>
  <Override PartName="/ppt/media/image25.svg" ContentType="image/svg+xml"/>
  <Override PartName="/ppt/media/image27.svg" ContentType="image/svg+xml"/>
  <Override PartName="/ppt/media/image29.svg" ContentType="image/svg+xml"/>
  <Override PartName="/ppt/media/image31.svg" ContentType="image/svg+xml"/>
  <Override PartName="/ppt/media/image33.svg" ContentType="image/svg+xml"/>
  <Override PartName="/ppt/media/image35.svg" ContentType="image/svg+xml"/>
  <Override PartName="/ppt/media/image37.svg" ContentType="image/svg+xml"/>
  <Override PartName="/ppt/media/image39.svg" ContentType="image/svg+xml"/>
  <Override PartName="/ppt/media/image4.svg" ContentType="image/svg+xml"/>
  <Override PartName="/ppt/media/image41.svg" ContentType="image/svg+xml"/>
  <Override PartName="/ppt/media/image43.svg" ContentType="image/svg+xml"/>
  <Override PartName="/ppt/media/image45.svg" ContentType="image/svg+xml"/>
  <Override PartName="/ppt/media/image47.svg" ContentType="image/svg+xml"/>
  <Override PartName="/ppt/media/image49.svg" ContentType="image/svg+xml"/>
  <Override PartName="/ppt/media/image51.svg" ContentType="image/svg+xml"/>
  <Override PartName="/ppt/media/image53.svg" ContentType="image/svg+xml"/>
  <Override PartName="/ppt/media/image55.svg" ContentType="image/svg+xml"/>
  <Override PartName="/ppt/media/image57.svg" ContentType="image/svg+xml"/>
  <Override PartName="/ppt/media/image59.svg" ContentType="image/svg+xml"/>
  <Override PartName="/ppt/media/image6.svg" ContentType="image/svg+xml"/>
  <Override PartName="/ppt/media/image61.svg" ContentType="image/svg+xml"/>
  <Override PartName="/ppt/media/image63.svg" ContentType="image/svg+xml"/>
  <Override PartName="/ppt/media/image65.svg" ContentType="image/svg+xml"/>
  <Override PartName="/ppt/media/image67.svg" ContentType="image/svg+xml"/>
  <Override PartName="/ppt/media/image69.svg" ContentType="image/svg+xml"/>
  <Override PartName="/ppt/media/image71.svg" ContentType="image/svg+xml"/>
  <Override PartName="/ppt/media/image73.svg" ContentType="image/svg+xml"/>
  <Override PartName="/ppt/media/image75.svg" ContentType="image/svg+xml"/>
  <Override PartName="/ppt/media/image77.svg" ContentType="image/svg+xml"/>
  <Override PartName="/ppt/media/image79.svg" ContentType="image/svg+xml"/>
  <Override PartName="/ppt/media/image8.svg" ContentType="image/svg+xml"/>
  <Override PartName="/ppt/media/image81.svg" ContentType="image/svg+xml"/>
  <Override PartName="/ppt/media/image83.svg" ContentType="image/svg+xml"/>
  <Override PartName="/ppt/media/image85.svg" ContentType="image/svg+xml"/>
  <Override PartName="/ppt/media/image87.svg" ContentType="image/svg+xml"/>
  <Override PartName="/ppt/media/image89.svg" ContentType="image/svg+xml"/>
  <Override PartName="/ppt/media/image91.svg" ContentType="image/svg+xml"/>
  <Override PartName="/ppt/media/image93.svg" ContentType="image/svg+xml"/>
  <Override PartName="/ppt/media/image95.svg" ContentType="image/svg+xml"/>
  <Override PartName="/ppt/media/image97.svg" ContentType="image/svg+xml"/>
  <Override PartName="/ppt/media/image9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9" r:id="rId3"/>
  </p:sldMasterIdLst>
  <p:notesMasterIdLst>
    <p:notesMasterId r:id="rId5"/>
  </p:notesMasterIdLst>
  <p:sldIdLst>
    <p:sldId id="282" r:id="rId4"/>
    <p:sldId id="260" r:id="rId6"/>
    <p:sldId id="261" r:id="rId7"/>
    <p:sldId id="262" r:id="rId8"/>
    <p:sldId id="286" r:id="rId9"/>
    <p:sldId id="263" r:id="rId10"/>
    <p:sldId id="284" r:id="rId11"/>
    <p:sldId id="283" r:id="rId12"/>
    <p:sldId id="264" r:id="rId13"/>
    <p:sldId id="265" r:id="rId14"/>
    <p:sldId id="266" r:id="rId15"/>
    <p:sldId id="267" r:id="rId16"/>
    <p:sldId id="287" r:id="rId17"/>
    <p:sldId id="288" r:id="rId18"/>
    <p:sldId id="277" r:id="rId19"/>
    <p:sldId id="279" r:id="rId20"/>
    <p:sldId id="281" r:id="rId21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96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1584" y="1279287"/>
            <a:ext cx="6140577" cy="345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0375" y="4925254"/>
            <a:ext cx="5682996" cy="40297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大家好！我是唐一嘉。今天我将为大家带来迷宫路径搜索算法的对比分析，涉及</a:t>
            </a:r>
            <a:r>
              <a:rPr lang="en-US" altLang="zh-CN"/>
              <a:t>BFS</a:t>
            </a:r>
            <a:r>
              <a:rPr lang="zh-CN" altLang="en-US"/>
              <a:t>、</a:t>
            </a:r>
            <a:r>
              <a:rPr lang="en-US" altLang="zh-CN"/>
              <a:t>DFS</a:t>
            </a:r>
            <a:r>
              <a:rPr lang="zh-CN" altLang="en-US"/>
              <a:t>、</a:t>
            </a:r>
            <a:r>
              <a:rPr lang="en-US" altLang="zh-CN"/>
              <a:t>Dijkstra</a:t>
            </a:r>
            <a:r>
              <a:rPr lang="zh-CN" altLang="en-US"/>
              <a:t>、</a:t>
            </a:r>
            <a:r>
              <a:rPr lang="en-US" altLang="zh-CN"/>
              <a:t>A*</a:t>
            </a:r>
            <a:r>
              <a:rPr lang="zh-CN" altLang="en-US"/>
              <a:t>及一些扩展算法。下面我正式开始汇报。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本次汇报主要涵盖四大板块。首先会对迷宫寻路问题进行描述，并对相关算法概览。然后开展拓展对比分析。接着进行搜索路径可视化分析。最后得出本次研究的结论。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本次演讲聚焦迷宫路径搜索算法，首部分将进行问题定义与算法概览。明确问题本质是等权图模型下的单源最短路径问题，采用网格拓扑。还会介绍</a:t>
            </a:r>
            <a:r>
              <a:rPr lang="en-US" altLang="zh-CN"/>
              <a:t>BFS</a:t>
            </a:r>
            <a:r>
              <a:rPr lang="zh-CN" altLang="en-US"/>
              <a:t>、</a:t>
            </a:r>
            <a:r>
              <a:rPr lang="en-US" altLang="zh-CN"/>
              <a:t>DFS</a:t>
            </a:r>
            <a:r>
              <a:rPr lang="zh-CN" altLang="en-US"/>
              <a:t>等四大核心算法，助大家对后续内容有整体认知。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本次研究聚焦迷宫寻路问题，迷宫规模为</a:t>
            </a:r>
            <a:r>
              <a:rPr lang="en-US" altLang="zh-CN"/>
              <a:t>n</a:t>
            </a:r>
            <a:r>
              <a:rPr lang="zh-CN" altLang="en-US"/>
              <a:t>×</a:t>
            </a:r>
            <a:r>
              <a:rPr lang="en-US" altLang="zh-CN"/>
              <a:t>m</a:t>
            </a:r>
            <a:r>
              <a:rPr lang="zh-CN" altLang="en-US"/>
              <a:t>，最大为</a:t>
            </a:r>
            <a:r>
              <a:rPr lang="en-US" altLang="zh-CN"/>
              <a:t>100*100</a:t>
            </a:r>
            <a:r>
              <a:rPr lang="zh-CN" altLang="en-US"/>
              <a:t>，移动方向为上下左右</a:t>
            </a:r>
            <a:r>
              <a:rPr lang="en-US" altLang="zh-CN"/>
              <a:t>4</a:t>
            </a:r>
            <a:r>
              <a:rPr lang="zh-CN" altLang="en-US"/>
              <a:t>向，每步移动代价为</a:t>
            </a:r>
            <a:r>
              <a:rPr lang="en-US" altLang="zh-CN"/>
              <a:t>1</a:t>
            </a:r>
            <a:r>
              <a:rPr lang="zh-CN" altLang="en-US"/>
              <a:t>单位。该问题本质上是等权图，或者说是无权图模型，每步代价恒定。题目中要求我们使用。。。。。。四种算法来解决问题，接下来让我们来概览一下这四种算法</a:t>
            </a:r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四大核心算法各有特点。</a:t>
            </a:r>
            <a:r>
              <a:rPr lang="en-US" altLang="zh-CN"/>
              <a:t>DFS</a:t>
            </a:r>
            <a:r>
              <a:rPr lang="zh-CN" altLang="en-US"/>
              <a:t>用栈实现，空间最优，时间复杂度</a:t>
            </a:r>
            <a:r>
              <a:rPr lang="en-US" altLang="zh-CN"/>
              <a:t>O(V+E)</a:t>
            </a:r>
            <a:r>
              <a:rPr lang="zh-CN" altLang="en-US"/>
              <a:t>，但最大的问题是不保证最优路径，本质上只适合判断解的存在性；</a:t>
            </a:r>
            <a:r>
              <a:rPr lang="en-US" altLang="zh-CN"/>
              <a:t>BFS</a:t>
            </a:r>
            <a:r>
              <a:rPr lang="zh-CN" altLang="en-US"/>
              <a:t>用队列，在无权图能保证最短路径，时空复杂度分别为</a:t>
            </a:r>
            <a:r>
              <a:rPr lang="en-US" altLang="zh-CN"/>
              <a:t>O(V+E)</a:t>
            </a:r>
            <a:r>
              <a:rPr lang="zh-CN" altLang="en-US"/>
              <a:t>和</a:t>
            </a:r>
            <a:r>
              <a:rPr lang="en-US" altLang="zh-CN"/>
              <a:t>O(V)</a:t>
            </a:r>
            <a:r>
              <a:rPr lang="zh-CN" altLang="en-US"/>
              <a:t>；</a:t>
            </a:r>
            <a:r>
              <a:rPr lang="en-US" altLang="zh-CN"/>
              <a:t>Dijkstra</a:t>
            </a:r>
            <a:r>
              <a:rPr lang="zh-CN" altLang="en-US"/>
              <a:t>适用于带权图，贪心策略下复杂度为</a:t>
            </a:r>
            <a:r>
              <a:rPr lang="en-US" altLang="zh-CN"/>
              <a:t>O(V²logV)</a:t>
            </a:r>
            <a:r>
              <a:rPr lang="zh-CN" altLang="en-US"/>
              <a:t>，为了更好的对比，使用了数组的方式维护优先队列；</a:t>
            </a:r>
            <a:r>
              <a:rPr lang="en-US" altLang="zh-CN"/>
              <a:t>A*</a:t>
            </a:r>
            <a:r>
              <a:rPr lang="zh-CN" altLang="en-US"/>
              <a:t>有启发式优势，效率较优，复杂度为</a:t>
            </a:r>
            <a:r>
              <a:rPr lang="en-US" altLang="zh-CN"/>
              <a:t>O((V+E)logV)</a:t>
            </a:r>
            <a:r>
              <a:rPr lang="zh-CN" altLang="en-US"/>
              <a:t>，使用的是最小堆。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对比</a:t>
            </a:r>
            <a:r>
              <a:rPr lang="en-US" altLang="zh-CN"/>
              <a:t> DFS</a:t>
            </a:r>
            <a:r>
              <a:rPr lang="zh-CN" altLang="en-US"/>
              <a:t>、</a:t>
            </a:r>
            <a:r>
              <a:rPr lang="en-US" altLang="zh-CN"/>
              <a:t>BFS</a:t>
            </a:r>
            <a:r>
              <a:rPr lang="zh-CN" altLang="en-US"/>
              <a:t>、</a:t>
            </a:r>
            <a:r>
              <a:rPr lang="en-US" altLang="zh-CN"/>
              <a:t>Dijkstra </a:t>
            </a:r>
            <a:r>
              <a:rPr lang="zh-CN" altLang="en-US"/>
              <a:t>和</a:t>
            </a:r>
            <a:r>
              <a:rPr lang="en-US" altLang="zh-CN"/>
              <a:t> A* </a:t>
            </a:r>
            <a:r>
              <a:rPr lang="zh-CN" altLang="en-US"/>
              <a:t>算法，在时间复杂度上，</a:t>
            </a:r>
            <a:r>
              <a:rPr lang="en-US" altLang="zh-CN"/>
              <a:t>DFS </a:t>
            </a:r>
            <a:r>
              <a:rPr lang="zh-CN" altLang="en-US"/>
              <a:t>和</a:t>
            </a:r>
            <a:r>
              <a:rPr lang="en-US" altLang="zh-CN"/>
              <a:t> BFS </a:t>
            </a:r>
            <a:r>
              <a:rPr lang="zh-CN" altLang="en-US"/>
              <a:t>为</a:t>
            </a:r>
            <a:r>
              <a:rPr lang="en-US" altLang="zh-CN"/>
              <a:t> O(V+E)</a:t>
            </a:r>
            <a:r>
              <a:rPr lang="zh-CN" altLang="en-US"/>
              <a:t>，</a:t>
            </a:r>
            <a:r>
              <a:rPr lang="en-US" altLang="zh-CN"/>
              <a:t>Dijkstra </a:t>
            </a:r>
            <a:r>
              <a:rPr lang="zh-CN" altLang="en-US"/>
              <a:t>是</a:t>
            </a:r>
            <a:r>
              <a:rPr lang="en-US" altLang="zh-CN"/>
              <a:t> O(V²logV)</a:t>
            </a:r>
            <a:r>
              <a:rPr lang="zh-CN" altLang="en-US"/>
              <a:t>，</a:t>
            </a:r>
            <a:r>
              <a:rPr lang="en-US" altLang="zh-CN"/>
              <a:t>A* </a:t>
            </a:r>
            <a:r>
              <a:rPr lang="zh-CN" altLang="en-US"/>
              <a:t>是</a:t>
            </a:r>
            <a:r>
              <a:rPr lang="en-US" altLang="zh-CN"/>
              <a:t> O((V+E)logV)</a:t>
            </a:r>
            <a:r>
              <a:rPr lang="zh-CN" altLang="en-US"/>
              <a:t>。空间复杂度方面，</a:t>
            </a:r>
            <a:r>
              <a:rPr lang="en-US" altLang="zh-CN"/>
              <a:t>DFS </a:t>
            </a:r>
            <a:r>
              <a:rPr lang="zh-CN" altLang="en-US"/>
              <a:t>为</a:t>
            </a:r>
            <a:r>
              <a:rPr lang="en-US" altLang="zh-CN"/>
              <a:t> O(h)</a:t>
            </a:r>
            <a:r>
              <a:rPr lang="zh-CN" altLang="en-US"/>
              <a:t>，其余三者是</a:t>
            </a:r>
            <a:r>
              <a:rPr lang="en-US" altLang="zh-CN"/>
              <a:t> O(V)</a:t>
            </a:r>
            <a:r>
              <a:rPr lang="zh-CN" altLang="en-US"/>
              <a:t>。其他三者均可，但是</a:t>
            </a:r>
            <a:r>
              <a:rPr lang="en-US" altLang="zh-CN"/>
              <a:t>DFS</a:t>
            </a:r>
            <a:r>
              <a:rPr lang="zh-CN" altLang="en-US"/>
              <a:t>无法找到最短路径！。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普通的</a:t>
            </a:r>
            <a:r>
              <a:rPr lang="en-US" altLang="zh-CN"/>
              <a:t>DFS</a:t>
            </a:r>
            <a:r>
              <a:rPr lang="zh-CN" altLang="en-US"/>
              <a:t>算法存在局限性，无法找到最短路径。为解决这一问题，我们需对其进行修改，实现另一种</a:t>
            </a:r>
            <a:r>
              <a:rPr lang="en-US" altLang="zh-CN"/>
              <a:t>DFS</a:t>
            </a:r>
            <a:r>
              <a:rPr lang="zh-CN" altLang="en-US"/>
              <a:t>。这一改进能让算法满足题目要求。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本次实验采用</a:t>
            </a:r>
            <a:r>
              <a:rPr lang="en-US" altLang="zh-CN"/>
              <a:t>100</a:t>
            </a:r>
            <a:r>
              <a:rPr lang="zh-CN" altLang="en-US"/>
              <a:t>×</a:t>
            </a:r>
            <a:r>
              <a:rPr lang="en-US" altLang="zh-CN"/>
              <a:t>100</a:t>
            </a:r>
            <a:r>
              <a:rPr lang="zh-CN" altLang="en-US"/>
              <a:t>矩形迷宫网格，随机生成墙壁密度，固定起止点（题目要求的是左上角右下角，在实验中换成了迷宫中靠中心的任意两点），有</a:t>
            </a:r>
            <a:r>
              <a:rPr lang="en-US" altLang="zh-CN"/>
              <a:t>10000</a:t>
            </a:r>
            <a:r>
              <a:rPr lang="zh-CN" altLang="en-US"/>
              <a:t>个节点，模拟复杂真实场景。建立三重评估指标：以访问节点数、路径长度、运行时间综合评判。采用控制变量法，结合可视化平台，直观对比算法性能。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接下来进入拓展对比分析环节。此前我们了解了不同寻路算法的特点与复杂度，此环节将深入对比经典与完全</a:t>
            </a:r>
            <a:r>
              <a:rPr lang="en-US" altLang="zh-CN"/>
              <a:t>DFS</a:t>
            </a:r>
            <a:r>
              <a:rPr lang="zh-CN" altLang="en-US"/>
              <a:t>、单向与双向</a:t>
            </a:r>
            <a:r>
              <a:rPr lang="en-US" altLang="zh-CN"/>
              <a:t>BFS</a:t>
            </a:r>
            <a:r>
              <a:rPr lang="zh-CN" altLang="en-US"/>
              <a:t>、</a:t>
            </a:r>
            <a:r>
              <a:rPr lang="en-US" altLang="zh-CN"/>
              <a:t>A*</a:t>
            </a:r>
            <a:r>
              <a:rPr lang="zh-CN" altLang="en-US"/>
              <a:t>及其变种等，探究它们在不同场景中的表现差异。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经典</a:t>
            </a:r>
            <a:r>
              <a:rPr lang="en-US" altLang="zh-CN"/>
              <a:t>DFS</a:t>
            </a:r>
            <a:r>
              <a:rPr lang="zh-CN" altLang="en-US"/>
              <a:t>与完全</a:t>
            </a:r>
            <a:r>
              <a:rPr lang="en-US" altLang="zh-CN"/>
              <a:t>DFS</a:t>
            </a:r>
            <a:r>
              <a:rPr lang="zh-CN" altLang="en-US"/>
              <a:t>差异显著。经典</a:t>
            </a:r>
            <a:r>
              <a:rPr lang="en-US" altLang="zh-CN"/>
              <a:t>DFS</a:t>
            </a:r>
            <a:r>
              <a:rPr lang="zh-CN" altLang="en-US"/>
              <a:t>时间复杂度</a:t>
            </a:r>
            <a:r>
              <a:rPr lang="en-US" altLang="zh-CN"/>
              <a:t>O(V+E)</a:t>
            </a:r>
            <a:r>
              <a:rPr lang="zh-CN" altLang="en-US"/>
              <a:t>，空间</a:t>
            </a:r>
            <a:r>
              <a:rPr lang="en-US" altLang="zh-CN"/>
              <a:t>O(h)</a:t>
            </a:r>
            <a:r>
              <a:rPr lang="zh-CN" altLang="en-US"/>
              <a:t>，速度极快但路径非最优。它从起点开始，深度遍历，找到终点即停。而</a:t>
            </a:r>
            <a:r>
              <a:rPr lang="en-US" altLang="zh-CN"/>
              <a:t>PowerfulDFS</a:t>
            </a:r>
            <a:r>
              <a:rPr lang="zh-CN" altLang="en-US"/>
              <a:t>时间指数级，空间</a:t>
            </a:r>
            <a:r>
              <a:rPr lang="en-US" altLang="zh-CN"/>
              <a:t>O(V)</a:t>
            </a:r>
            <a:r>
              <a:rPr lang="zh-CN" altLang="en-US"/>
              <a:t>，速度极慢却能得最优解，需遍历全图更新最短距离。类似</a:t>
            </a:r>
            <a:r>
              <a:rPr lang="en-US" altLang="zh-CN"/>
              <a:t>bellman</a:t>
            </a:r>
            <a:endParaRPr lang="en-US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单向</a:t>
            </a:r>
            <a:r>
              <a:rPr lang="en-US" altLang="zh-CN"/>
              <a:t>BFS</a:t>
            </a:r>
            <a:r>
              <a:rPr lang="zh-CN" altLang="en-US"/>
              <a:t>搜索半径为</a:t>
            </a:r>
            <a:r>
              <a:rPr lang="en-US" altLang="zh-CN"/>
              <a:t>r</a:t>
            </a:r>
            <a:r>
              <a:rPr lang="zh-CN" altLang="en-US"/>
              <a:t>，双向</a:t>
            </a:r>
            <a:r>
              <a:rPr lang="en-US" altLang="zh-CN"/>
              <a:t>BFS</a:t>
            </a:r>
            <a:r>
              <a:rPr lang="zh-CN" altLang="en-US"/>
              <a:t>双半径为</a:t>
            </a:r>
            <a:r>
              <a:rPr lang="en-US" altLang="zh-CN"/>
              <a:t>r/2</a:t>
            </a:r>
            <a:r>
              <a:rPr lang="zh-CN" altLang="en-US"/>
              <a:t>，搜索空间减少约</a:t>
            </a:r>
            <a:r>
              <a:rPr lang="en-US" altLang="zh-CN"/>
              <a:t>50%</a:t>
            </a:r>
            <a:r>
              <a:rPr lang="zh-CN" altLang="en-US"/>
              <a:t>。单向</a:t>
            </a:r>
            <a:r>
              <a:rPr lang="en-US" altLang="zh-CN"/>
              <a:t>BFS</a:t>
            </a:r>
            <a:r>
              <a:rPr lang="zh-CN" altLang="en-US"/>
              <a:t>时间复杂度为</a:t>
            </a:r>
            <a:r>
              <a:rPr lang="en-US" altLang="zh-CN"/>
              <a:t>O(V + E)</a:t>
            </a:r>
            <a:r>
              <a:rPr lang="zh-CN" altLang="en-US"/>
              <a:t>，双向</a:t>
            </a:r>
            <a:r>
              <a:rPr lang="en-US" altLang="zh-CN"/>
              <a:t>BFS</a:t>
            </a:r>
            <a:r>
              <a:rPr lang="zh-CN" altLang="en-US"/>
              <a:t>为</a:t>
            </a:r>
            <a:r>
              <a:rPr lang="en-US" altLang="zh-CN"/>
              <a:t>O(V/2 + E/2)</a:t>
            </a:r>
            <a:r>
              <a:rPr lang="zh-CN" altLang="en-US"/>
              <a:t>，理论速度提升</a:t>
            </a:r>
            <a:r>
              <a:rPr lang="en-US" altLang="zh-CN"/>
              <a:t>2</a:t>
            </a:r>
            <a:r>
              <a:rPr lang="zh-CN" altLang="en-US"/>
              <a:t>倍。单向</a:t>
            </a:r>
            <a:r>
              <a:rPr lang="en-US" altLang="zh-CN"/>
              <a:t>BFS</a:t>
            </a:r>
            <a:r>
              <a:rPr lang="zh-CN" altLang="en-US"/>
              <a:t>是单向波扩展，双向</a:t>
            </a:r>
            <a:r>
              <a:rPr lang="en-US" altLang="zh-CN"/>
              <a:t>BFS</a:t>
            </a:r>
            <a:r>
              <a:rPr lang="zh-CN" altLang="en-US"/>
              <a:t>是双向波相遇，能显著减少节点访问数。</a:t>
            </a:r>
            <a:endParaRPr lang="zh-CN" altLang="en-US"/>
          </a:p>
          <a:p>
            <a:r>
              <a:rPr lang="zh-CN" altLang="en-US"/>
              <a:t>理论如此，但实际上真实如此吗？</a:t>
            </a:r>
            <a:endParaRPr lang="zh-CN" altLang="en-US"/>
          </a:p>
          <a:p>
            <a:r>
              <a:rPr lang="zh-CN" altLang="en-US"/>
              <a:t>代码实现</a:t>
            </a:r>
            <a:endParaRPr lang="zh-CN" altLang="en-US"/>
          </a:p>
          <a:p>
            <a:r>
              <a:rPr lang="zh-CN" altLang="en-US"/>
              <a:t>理论差距小</a:t>
            </a:r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这三种算法各有优劣。</a:t>
            </a:r>
            <a:r>
              <a:rPr lang="en-US" altLang="zh-CN"/>
              <a:t>A*</a:t>
            </a:r>
            <a:r>
              <a:rPr lang="zh-CN" altLang="en-US"/>
              <a:t>搜索兼顾实际代价与启发估计，保证找到最优路径，适合对路径质量要求高的场景；贪心搜索仅依赖启发函数，搜索激进但不保证最优，适用于实时性要求高的场景；加权</a:t>
            </a:r>
            <a:r>
              <a:rPr lang="en-US" altLang="zh-CN"/>
              <a:t>A*</a:t>
            </a:r>
            <a:r>
              <a:rPr lang="zh-CN" altLang="en-US"/>
              <a:t>则是折中方案，加速搜索且路径质量尚可，也用于快速寻路。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前面我们对不同搜索算法进行了拓展对比分析，了解了它们各自的特点和性能。接下来，让我们进入</a:t>
            </a:r>
            <a:r>
              <a:rPr lang="en-US" altLang="zh-CN"/>
              <a:t>“</a:t>
            </a:r>
            <a:r>
              <a:rPr lang="zh-CN" altLang="en-US"/>
              <a:t>搜索路径可视化分析</a:t>
            </a:r>
            <a:r>
              <a:rPr lang="en-US" altLang="zh-CN"/>
              <a:t>”</a:t>
            </a:r>
            <a:r>
              <a:rPr lang="zh-CN" altLang="en-US"/>
              <a:t>环节。通过可视化，能更直观地看到各算法搜索路径的情况，为评估和选择算法提供更清晰的依据。这之后，我们还将得出重要结论。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本页展示了多种路径搜索算法，包括</a:t>
            </a:r>
            <a:r>
              <a:rPr lang="en-US" altLang="zh-CN"/>
              <a:t>BFS</a:t>
            </a:r>
            <a:r>
              <a:rPr lang="zh-CN" altLang="en-US"/>
              <a:t>、</a:t>
            </a:r>
            <a:r>
              <a:rPr lang="en-US" altLang="zh-CN"/>
              <a:t>A*</a:t>
            </a:r>
            <a:r>
              <a:rPr lang="zh-CN" altLang="en-US"/>
              <a:t>、</a:t>
            </a:r>
            <a:r>
              <a:rPr lang="en-US" altLang="zh-CN"/>
              <a:t>Weighted A*</a:t>
            </a:r>
            <a:r>
              <a:rPr lang="zh-CN" altLang="en-US"/>
              <a:t>、</a:t>
            </a:r>
            <a:r>
              <a:rPr lang="en-US" altLang="zh-CN"/>
              <a:t>Greedy First Search</a:t>
            </a:r>
            <a:r>
              <a:rPr lang="zh-CN" altLang="en-US"/>
              <a:t>以及双向</a:t>
            </a:r>
            <a:r>
              <a:rPr lang="en-US" altLang="zh-CN"/>
              <a:t>BFS</a:t>
            </a:r>
            <a:r>
              <a:rPr lang="zh-CN" altLang="en-US"/>
              <a:t>。结合前文，这些算法在不同场景下各有优劣，如</a:t>
            </a:r>
            <a:r>
              <a:rPr lang="en-US" altLang="zh-CN"/>
              <a:t>BFS</a:t>
            </a:r>
            <a:r>
              <a:rPr lang="zh-CN" altLang="en-US"/>
              <a:t>适用于等权图求最短路径，</a:t>
            </a:r>
            <a:r>
              <a:rPr lang="en-US" altLang="zh-CN"/>
              <a:t>A*</a:t>
            </a:r>
            <a:r>
              <a:rPr lang="zh-CN" altLang="en-US"/>
              <a:t>能平衡最优性与效率等，有助于直观对比各算法在路径搜索中的表现。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我们已经对多种搜索算法进行了详细的拓展对比分析和可视化分析。下来，让我们一同看看从实验中得出了哪些重要结论。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实验得出关键结论。等权图中，</a:t>
            </a:r>
            <a:r>
              <a:rPr lang="en-US" altLang="zh-CN"/>
              <a:t>BFS</a:t>
            </a:r>
            <a:r>
              <a:rPr lang="zh-CN" altLang="en-US"/>
              <a:t>是最优解，双向</a:t>
            </a:r>
            <a:r>
              <a:rPr lang="en-US" altLang="zh-CN"/>
              <a:t>BFS</a:t>
            </a:r>
            <a:r>
              <a:rPr lang="zh-CN" altLang="en-US"/>
              <a:t>理论提效但实际存差距，</a:t>
            </a:r>
            <a:r>
              <a:rPr lang="en-US" altLang="zh-CN"/>
              <a:t>Dijkstra</a:t>
            </a:r>
            <a:r>
              <a:rPr lang="zh-CN" altLang="en-US"/>
              <a:t>有性能陷阱。启发式算法里，</a:t>
            </a:r>
            <a:r>
              <a:rPr lang="en-US" altLang="zh-CN"/>
              <a:t>A*</a:t>
            </a:r>
            <a:r>
              <a:rPr lang="zh-CN" altLang="en-US"/>
              <a:t>平衡最优与效率，加权</a:t>
            </a:r>
            <a:r>
              <a:rPr lang="en-US" altLang="zh-CN"/>
              <a:t>A*</a:t>
            </a:r>
            <a:r>
              <a:rPr lang="zh-CN" altLang="en-US"/>
              <a:t>和贪心搜索更快但牺牲最优。</a:t>
            </a:r>
            <a:r>
              <a:rPr lang="en-US" altLang="zh-CN"/>
              <a:t>DFS</a:t>
            </a:r>
            <a:r>
              <a:rPr lang="zh-CN" altLang="en-US"/>
              <a:t>不保证最短路径，</a:t>
            </a:r>
            <a:r>
              <a:rPr lang="en-US" altLang="zh-CN"/>
              <a:t>powerfulDFS</a:t>
            </a:r>
            <a:r>
              <a:rPr lang="zh-CN" altLang="en-US"/>
              <a:t>效率极低。据此，无权图选</a:t>
            </a:r>
            <a:r>
              <a:rPr lang="en-US" altLang="zh-CN"/>
              <a:t>BFS</a:t>
            </a:r>
            <a:r>
              <a:rPr lang="zh-CN" altLang="en-US"/>
              <a:t>，有权复杂场景选</a:t>
            </a:r>
            <a:r>
              <a:rPr lang="en-US" altLang="zh-CN"/>
              <a:t>A*</a:t>
            </a:r>
            <a:r>
              <a:rPr lang="zh-CN" altLang="en-US"/>
              <a:t>或</a:t>
            </a:r>
            <a:r>
              <a:rPr lang="en-US" altLang="zh-CN"/>
              <a:t>Dijkstra</a:t>
            </a:r>
            <a:r>
              <a:rPr lang="zh-CN" altLang="en-US"/>
              <a:t>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本次汇报到这里就接近尾声了。我们深入探讨了不同搜索算法的特性与优劣。希望这些结论能为大家在路径搜索领域的实践提供参考。感谢大家的聆听，汇报人唐一嘉期待能与大家有更多交流。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tags" Target="../tags/tag6.xml"/><Relationship Id="rId3" Type="http://schemas.openxmlformats.org/officeDocument/2006/relationships/tags" Target="../tags/tag5.xml"/><Relationship Id="rId2" Type="http://schemas.openxmlformats.org/officeDocument/2006/relationships/tags" Target="../tags/tag4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4" Type="http://schemas.openxmlformats.org/officeDocument/2006/relationships/tags" Target="../tags/tag9.xml"/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4" Type="http://schemas.openxmlformats.org/officeDocument/2006/relationships/tags" Target="../tags/tag15.xml"/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4" Type="http://schemas.openxmlformats.org/officeDocument/2006/relationships/tags" Target="../tags/tag30.xml"/><Relationship Id="rId3" Type="http://schemas.openxmlformats.org/officeDocument/2006/relationships/tags" Target="../tags/tag29.xml"/><Relationship Id="rId2" Type="http://schemas.openxmlformats.org/officeDocument/2006/relationships/tags" Target="../tags/tag2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3968" y="136131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3968" y="384098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584" y="482457"/>
            <a:ext cx="10972888" cy="71120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556" y="1524000"/>
            <a:ext cx="10972888" cy="47244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556" y="482457"/>
            <a:ext cx="10972888" cy="71120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584" y="1523857"/>
            <a:ext cx="5257842" cy="47244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22060" y="1524000"/>
            <a:ext cx="5266690" cy="47244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2" name="页脚占位符 11"/>
          <p:cNvSpPr>
            <a:spLocks noGrp="1"/>
          </p:cNvSpPr>
          <p:nvPr>
            <p:ph type="ftr" sz="quarter" idx="3"/>
            <p:custDataLst>
              <p:tags r:id="rId2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4" name="日期占位符 1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03250" y="6314440"/>
            <a:ext cx="2708910" cy="31686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5" name="灯片编号占位符 14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556" y="482601"/>
            <a:ext cx="10972888" cy="71120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7060" y="1524000"/>
            <a:ext cx="5257842" cy="914407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540000"/>
            <a:ext cx="5257800" cy="370843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324411" y="1523712"/>
            <a:ext cx="5257842" cy="914407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324600" y="2540000"/>
            <a:ext cx="5257800" cy="370843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9" name="日期占位符 18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03250" y="6314440"/>
            <a:ext cx="2708910" cy="31686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20" name="页脚占位符 19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1" name="灯片编号占位符 20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300" y="6314440"/>
            <a:ext cx="2709545" cy="31686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556" y="482473"/>
            <a:ext cx="10972888" cy="71120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584" y="609457"/>
            <a:ext cx="355602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772660" y="609600"/>
            <a:ext cx="6807254" cy="5638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2311400"/>
            <a:ext cx="3556000" cy="3937031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30" name="页脚占位符 29"/>
          <p:cNvSpPr>
            <a:spLocks noGrp="1"/>
          </p:cNvSpPr>
          <p:nvPr>
            <p:ph type="ftr" sz="quarter" idx="3"/>
            <p:custDataLst>
              <p:tags r:id="rId2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31" name="灯片编号占位符 30"/>
          <p:cNvSpPr>
            <a:spLocks noGrp="1"/>
          </p:cNvSpPr>
          <p:nvPr>
            <p:ph type="sldNum" sz="quarter" idx="4"/>
            <p:custDataLst>
              <p:tags r:id="rId3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2" name="日期占位符 31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03250" y="6314440"/>
            <a:ext cx="2708910" cy="31686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547860" y="609600"/>
            <a:ext cx="2032016" cy="563884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609600"/>
            <a:ext cx="8636069" cy="56388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09600" y="609600"/>
            <a:ext cx="10973435" cy="5638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2" name="日期占位符 11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3" name="页脚占位符 12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4" name="灯片编号占位符 13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1117"/>
            <a:ext cx="7321550" cy="811357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tags" Target="../tags/tag33.xml"/><Relationship Id="rId12" Type="http://schemas.openxmlformats.org/officeDocument/2006/relationships/tags" Target="../tags/tag32.xml"/><Relationship Id="rId11" Type="http://schemas.openxmlformats.org/officeDocument/2006/relationships/tags" Target="../tags/tag3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9.xml"/><Relationship Id="rId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2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1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2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3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556" y="482473"/>
            <a:ext cx="10972888" cy="71120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56" y="1524000"/>
            <a:ext cx="10972888" cy="47244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  <a:p>
            <a:pPr lvl="5"/>
            <a:r>
              <a:rPr lang="zh-CN" altLang="en-US" dirty="0"/>
              <a:t>第六级</a:t>
            </a:r>
            <a:endParaRPr lang="en-US" altLang="zh-CN" dirty="0"/>
          </a:p>
          <a:p>
            <a:pPr marL="2971800" marR="0" lvl="6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第七级</a:t>
            </a:r>
            <a:endParaRPr lang="en-US" altLang="zh-CN" dirty="0"/>
          </a:p>
          <a:p>
            <a:pPr marL="3429000" marR="0" lvl="7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第八级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第九级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lang="en-US" altLang="zh-CN" dirty="0"/>
          </a:p>
          <a:p>
            <a:pPr lvl="5"/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5pPr>
      <a:lvl6pPr marL="2514600" marR="0" indent="-228600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 panose="020B0604020202020204" pitchFamily="34" charset="0"/>
        <a:buChar char="•"/>
        <a:defRPr lang="zh-CN" altLang="en-US" sz="2400" kern="1200" dirty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8pPr>
      <a:lvl9pPr marL="3657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7.xml"/><Relationship Id="rId4" Type="http://schemas.openxmlformats.org/officeDocument/2006/relationships/tags" Target="../tags/tag37.xml"/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" Type="http://schemas.openxmlformats.org/officeDocument/2006/relationships/tags" Target="../tags/tag34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46.xml"/><Relationship Id="rId8" Type="http://schemas.openxmlformats.org/officeDocument/2006/relationships/tags" Target="../tags/tag45.xml"/><Relationship Id="rId7" Type="http://schemas.openxmlformats.org/officeDocument/2006/relationships/tags" Target="../tags/tag44.xml"/><Relationship Id="rId6" Type="http://schemas.openxmlformats.org/officeDocument/2006/relationships/tags" Target="../tags/tag43.xml"/><Relationship Id="rId5" Type="http://schemas.openxmlformats.org/officeDocument/2006/relationships/tags" Target="../tags/tag42.xml"/><Relationship Id="rId4" Type="http://schemas.openxmlformats.org/officeDocument/2006/relationships/tags" Target="../tags/tag41.xml"/><Relationship Id="rId3" Type="http://schemas.openxmlformats.org/officeDocument/2006/relationships/tags" Target="../tags/tag40.xml"/><Relationship Id="rId24" Type="http://schemas.openxmlformats.org/officeDocument/2006/relationships/notesSlide" Target="../notesSlides/notesSlide2.xml"/><Relationship Id="rId23" Type="http://schemas.openxmlformats.org/officeDocument/2006/relationships/slideLayout" Target="../slideLayouts/slideLayout17.xml"/><Relationship Id="rId22" Type="http://schemas.openxmlformats.org/officeDocument/2006/relationships/tags" Target="../tags/tag59.xml"/><Relationship Id="rId21" Type="http://schemas.openxmlformats.org/officeDocument/2006/relationships/tags" Target="../tags/tag58.xml"/><Relationship Id="rId20" Type="http://schemas.openxmlformats.org/officeDocument/2006/relationships/tags" Target="../tags/tag57.xml"/><Relationship Id="rId2" Type="http://schemas.openxmlformats.org/officeDocument/2006/relationships/tags" Target="../tags/tag39.xml"/><Relationship Id="rId19" Type="http://schemas.openxmlformats.org/officeDocument/2006/relationships/tags" Target="../tags/tag56.xml"/><Relationship Id="rId18" Type="http://schemas.openxmlformats.org/officeDocument/2006/relationships/tags" Target="../tags/tag55.xml"/><Relationship Id="rId17" Type="http://schemas.openxmlformats.org/officeDocument/2006/relationships/tags" Target="../tags/tag54.xml"/><Relationship Id="rId16" Type="http://schemas.openxmlformats.org/officeDocument/2006/relationships/tags" Target="../tags/tag53.xml"/><Relationship Id="rId15" Type="http://schemas.openxmlformats.org/officeDocument/2006/relationships/tags" Target="../tags/tag52.xml"/><Relationship Id="rId14" Type="http://schemas.openxmlformats.org/officeDocument/2006/relationships/tags" Target="../tags/tag51.xml"/><Relationship Id="rId13" Type="http://schemas.openxmlformats.org/officeDocument/2006/relationships/tags" Target="../tags/tag50.xml"/><Relationship Id="rId12" Type="http://schemas.openxmlformats.org/officeDocument/2006/relationships/tags" Target="../tags/tag49.xml"/><Relationship Id="rId11" Type="http://schemas.openxmlformats.org/officeDocument/2006/relationships/tags" Target="../tags/tag48.xml"/><Relationship Id="rId10" Type="http://schemas.openxmlformats.org/officeDocument/2006/relationships/tags" Target="../tags/tag47.xml"/><Relationship Id="rId1" Type="http://schemas.openxmlformats.org/officeDocument/2006/relationships/tags" Target="../tags/tag38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7.xml"/><Relationship Id="rId2" Type="http://schemas.openxmlformats.org/officeDocument/2006/relationships/tags" Target="../tags/tag61.xml"/><Relationship Id="rId1" Type="http://schemas.openxmlformats.org/officeDocument/2006/relationships/tags" Target="../tags/tag60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68.xml"/><Relationship Id="rId8" Type="http://schemas.openxmlformats.org/officeDocument/2006/relationships/tags" Target="../tags/tag67.xml"/><Relationship Id="rId7" Type="http://schemas.openxmlformats.org/officeDocument/2006/relationships/tags" Target="../tags/tag66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9" Type="http://schemas.openxmlformats.org/officeDocument/2006/relationships/notesSlide" Target="../notesSlides/notesSlide4.xml"/><Relationship Id="rId48" Type="http://schemas.openxmlformats.org/officeDocument/2006/relationships/slideLayout" Target="../slideLayouts/slideLayout17.xml"/><Relationship Id="rId47" Type="http://schemas.openxmlformats.org/officeDocument/2006/relationships/image" Target="../media/image11.png"/><Relationship Id="rId46" Type="http://schemas.openxmlformats.org/officeDocument/2006/relationships/tags" Target="../tags/tag97.xml"/><Relationship Id="rId45" Type="http://schemas.openxmlformats.org/officeDocument/2006/relationships/tags" Target="../tags/tag96.xml"/><Relationship Id="rId44" Type="http://schemas.openxmlformats.org/officeDocument/2006/relationships/tags" Target="../tags/tag95.xml"/><Relationship Id="rId43" Type="http://schemas.openxmlformats.org/officeDocument/2006/relationships/tags" Target="../tags/tag94.xml"/><Relationship Id="rId42" Type="http://schemas.openxmlformats.org/officeDocument/2006/relationships/tags" Target="../tags/tag93.xml"/><Relationship Id="rId41" Type="http://schemas.openxmlformats.org/officeDocument/2006/relationships/tags" Target="../tags/tag92.xml"/><Relationship Id="rId40" Type="http://schemas.openxmlformats.org/officeDocument/2006/relationships/tags" Target="../tags/tag91.xml"/><Relationship Id="rId4" Type="http://schemas.openxmlformats.org/officeDocument/2006/relationships/tags" Target="../tags/tag65.xml"/><Relationship Id="rId39" Type="http://schemas.openxmlformats.org/officeDocument/2006/relationships/tags" Target="../tags/tag90.xml"/><Relationship Id="rId38" Type="http://schemas.openxmlformats.org/officeDocument/2006/relationships/tags" Target="../tags/tag89.xml"/><Relationship Id="rId37" Type="http://schemas.openxmlformats.org/officeDocument/2006/relationships/tags" Target="../tags/tag88.xml"/><Relationship Id="rId36" Type="http://schemas.openxmlformats.org/officeDocument/2006/relationships/tags" Target="../tags/tag87.xml"/><Relationship Id="rId35" Type="http://schemas.openxmlformats.org/officeDocument/2006/relationships/tags" Target="../tags/tag86.xml"/><Relationship Id="rId34" Type="http://schemas.openxmlformats.org/officeDocument/2006/relationships/tags" Target="../tags/tag85.xml"/><Relationship Id="rId33" Type="http://schemas.openxmlformats.org/officeDocument/2006/relationships/image" Target="../media/image10.svg"/><Relationship Id="rId32" Type="http://schemas.openxmlformats.org/officeDocument/2006/relationships/image" Target="../media/image9.png"/><Relationship Id="rId31" Type="http://schemas.openxmlformats.org/officeDocument/2006/relationships/tags" Target="../tags/tag84.xml"/><Relationship Id="rId30" Type="http://schemas.openxmlformats.org/officeDocument/2006/relationships/tags" Target="../tags/tag83.xml"/><Relationship Id="rId3" Type="http://schemas.openxmlformats.org/officeDocument/2006/relationships/tags" Target="../tags/tag64.xml"/><Relationship Id="rId29" Type="http://schemas.openxmlformats.org/officeDocument/2006/relationships/tags" Target="../tags/tag82.xml"/><Relationship Id="rId28" Type="http://schemas.openxmlformats.org/officeDocument/2006/relationships/tags" Target="../tags/tag81.xml"/><Relationship Id="rId27" Type="http://schemas.openxmlformats.org/officeDocument/2006/relationships/image" Target="../media/image8.svg"/><Relationship Id="rId26" Type="http://schemas.openxmlformats.org/officeDocument/2006/relationships/image" Target="../media/image7.png"/><Relationship Id="rId25" Type="http://schemas.openxmlformats.org/officeDocument/2006/relationships/tags" Target="../tags/tag80.xml"/><Relationship Id="rId24" Type="http://schemas.openxmlformats.org/officeDocument/2006/relationships/tags" Target="../tags/tag79.xml"/><Relationship Id="rId23" Type="http://schemas.openxmlformats.org/officeDocument/2006/relationships/tags" Target="../tags/tag78.xml"/><Relationship Id="rId22" Type="http://schemas.openxmlformats.org/officeDocument/2006/relationships/tags" Target="../tags/tag77.xml"/><Relationship Id="rId21" Type="http://schemas.openxmlformats.org/officeDocument/2006/relationships/tags" Target="../tags/tag76.xml"/><Relationship Id="rId20" Type="http://schemas.openxmlformats.org/officeDocument/2006/relationships/image" Target="../media/image6.svg"/><Relationship Id="rId2" Type="http://schemas.openxmlformats.org/officeDocument/2006/relationships/tags" Target="../tags/tag63.xml"/><Relationship Id="rId19" Type="http://schemas.openxmlformats.org/officeDocument/2006/relationships/image" Target="../media/image5.png"/><Relationship Id="rId18" Type="http://schemas.openxmlformats.org/officeDocument/2006/relationships/tags" Target="../tags/tag75.xml"/><Relationship Id="rId17" Type="http://schemas.openxmlformats.org/officeDocument/2006/relationships/tags" Target="../tags/tag74.xml"/><Relationship Id="rId16" Type="http://schemas.openxmlformats.org/officeDocument/2006/relationships/tags" Target="../tags/tag73.xml"/><Relationship Id="rId15" Type="http://schemas.openxmlformats.org/officeDocument/2006/relationships/tags" Target="../tags/tag72.xml"/><Relationship Id="rId14" Type="http://schemas.openxmlformats.org/officeDocument/2006/relationships/tags" Target="../tags/tag71.xml"/><Relationship Id="rId13" Type="http://schemas.openxmlformats.org/officeDocument/2006/relationships/image" Target="../media/image4.svg"/><Relationship Id="rId12" Type="http://schemas.openxmlformats.org/officeDocument/2006/relationships/image" Target="../media/image3.png"/><Relationship Id="rId11" Type="http://schemas.openxmlformats.org/officeDocument/2006/relationships/tags" Target="../tags/tag70.xml"/><Relationship Id="rId10" Type="http://schemas.openxmlformats.org/officeDocument/2006/relationships/tags" Target="../tags/tag69.xml"/><Relationship Id="rId1" Type="http://schemas.openxmlformats.org/officeDocument/2006/relationships/tags" Target="../tags/tag62.xml"/></Relationships>
</file>

<file path=ppt/slides/_rels/slide5.xml.rels><?xml version="1.0" encoding="UTF-8" standalone="yes"?>
<Relationships xmlns="http://schemas.openxmlformats.org/package/2006/relationships"><Relationship Id="rId99" Type="http://schemas.openxmlformats.org/officeDocument/2006/relationships/tags" Target="../tags/tag178.xml"/><Relationship Id="rId98" Type="http://schemas.openxmlformats.org/officeDocument/2006/relationships/tags" Target="../tags/tag177.xml"/><Relationship Id="rId97" Type="http://schemas.openxmlformats.org/officeDocument/2006/relationships/tags" Target="../tags/tag176.xml"/><Relationship Id="rId96" Type="http://schemas.openxmlformats.org/officeDocument/2006/relationships/image" Target="../media/image29.svg"/><Relationship Id="rId95" Type="http://schemas.openxmlformats.org/officeDocument/2006/relationships/image" Target="../media/image28.png"/><Relationship Id="rId94" Type="http://schemas.openxmlformats.org/officeDocument/2006/relationships/tags" Target="../tags/tag175.xml"/><Relationship Id="rId93" Type="http://schemas.openxmlformats.org/officeDocument/2006/relationships/tags" Target="../tags/tag174.xml"/><Relationship Id="rId92" Type="http://schemas.openxmlformats.org/officeDocument/2006/relationships/tags" Target="../tags/tag173.xml"/><Relationship Id="rId91" Type="http://schemas.openxmlformats.org/officeDocument/2006/relationships/tags" Target="../tags/tag172.xml"/><Relationship Id="rId90" Type="http://schemas.openxmlformats.org/officeDocument/2006/relationships/tags" Target="../tags/tag171.xml"/><Relationship Id="rId9" Type="http://schemas.openxmlformats.org/officeDocument/2006/relationships/tags" Target="../tags/tag106.xml"/><Relationship Id="rId89" Type="http://schemas.openxmlformats.org/officeDocument/2006/relationships/tags" Target="../tags/tag170.xml"/><Relationship Id="rId88" Type="http://schemas.openxmlformats.org/officeDocument/2006/relationships/tags" Target="../tags/tag169.xml"/><Relationship Id="rId87" Type="http://schemas.openxmlformats.org/officeDocument/2006/relationships/tags" Target="../tags/tag168.xml"/><Relationship Id="rId86" Type="http://schemas.openxmlformats.org/officeDocument/2006/relationships/tags" Target="../tags/tag167.xml"/><Relationship Id="rId85" Type="http://schemas.openxmlformats.org/officeDocument/2006/relationships/tags" Target="../tags/tag166.xml"/><Relationship Id="rId84" Type="http://schemas.openxmlformats.org/officeDocument/2006/relationships/tags" Target="../tags/tag165.xml"/><Relationship Id="rId83" Type="http://schemas.openxmlformats.org/officeDocument/2006/relationships/tags" Target="../tags/tag164.xml"/><Relationship Id="rId82" Type="http://schemas.openxmlformats.org/officeDocument/2006/relationships/image" Target="../media/image27.svg"/><Relationship Id="rId81" Type="http://schemas.openxmlformats.org/officeDocument/2006/relationships/image" Target="../media/image26.png"/><Relationship Id="rId80" Type="http://schemas.openxmlformats.org/officeDocument/2006/relationships/tags" Target="../tags/tag163.xml"/><Relationship Id="rId8" Type="http://schemas.openxmlformats.org/officeDocument/2006/relationships/tags" Target="../tags/tag105.xml"/><Relationship Id="rId79" Type="http://schemas.openxmlformats.org/officeDocument/2006/relationships/image" Target="../media/image25.svg"/><Relationship Id="rId78" Type="http://schemas.openxmlformats.org/officeDocument/2006/relationships/image" Target="../media/image24.png"/><Relationship Id="rId77" Type="http://schemas.openxmlformats.org/officeDocument/2006/relationships/tags" Target="../tags/tag162.xml"/><Relationship Id="rId76" Type="http://schemas.openxmlformats.org/officeDocument/2006/relationships/tags" Target="../tags/tag161.xml"/><Relationship Id="rId75" Type="http://schemas.openxmlformats.org/officeDocument/2006/relationships/tags" Target="../tags/tag160.xml"/><Relationship Id="rId74" Type="http://schemas.openxmlformats.org/officeDocument/2006/relationships/tags" Target="../tags/tag159.xml"/><Relationship Id="rId73" Type="http://schemas.openxmlformats.org/officeDocument/2006/relationships/tags" Target="../tags/tag158.xml"/><Relationship Id="rId72" Type="http://schemas.openxmlformats.org/officeDocument/2006/relationships/tags" Target="../tags/tag157.xml"/><Relationship Id="rId71" Type="http://schemas.openxmlformats.org/officeDocument/2006/relationships/tags" Target="../tags/tag156.xml"/><Relationship Id="rId70" Type="http://schemas.openxmlformats.org/officeDocument/2006/relationships/tags" Target="../tags/tag155.xml"/><Relationship Id="rId7" Type="http://schemas.openxmlformats.org/officeDocument/2006/relationships/tags" Target="../tags/tag104.xml"/><Relationship Id="rId69" Type="http://schemas.openxmlformats.org/officeDocument/2006/relationships/tags" Target="../tags/tag154.xml"/><Relationship Id="rId68" Type="http://schemas.openxmlformats.org/officeDocument/2006/relationships/tags" Target="../tags/tag153.xml"/><Relationship Id="rId67" Type="http://schemas.openxmlformats.org/officeDocument/2006/relationships/tags" Target="../tags/tag152.xml"/><Relationship Id="rId66" Type="http://schemas.openxmlformats.org/officeDocument/2006/relationships/tags" Target="../tags/tag151.xml"/><Relationship Id="rId65" Type="http://schemas.openxmlformats.org/officeDocument/2006/relationships/tags" Target="../tags/tag150.xml"/><Relationship Id="rId64" Type="http://schemas.openxmlformats.org/officeDocument/2006/relationships/tags" Target="../tags/tag149.xml"/><Relationship Id="rId63" Type="http://schemas.openxmlformats.org/officeDocument/2006/relationships/tags" Target="../tags/tag148.xml"/><Relationship Id="rId62" Type="http://schemas.openxmlformats.org/officeDocument/2006/relationships/tags" Target="../tags/tag147.xml"/><Relationship Id="rId61" Type="http://schemas.openxmlformats.org/officeDocument/2006/relationships/tags" Target="../tags/tag146.xml"/><Relationship Id="rId60" Type="http://schemas.openxmlformats.org/officeDocument/2006/relationships/image" Target="../media/image23.svg"/><Relationship Id="rId6" Type="http://schemas.openxmlformats.org/officeDocument/2006/relationships/tags" Target="../tags/tag103.xml"/><Relationship Id="rId59" Type="http://schemas.openxmlformats.org/officeDocument/2006/relationships/image" Target="../media/image22.png"/><Relationship Id="rId58" Type="http://schemas.openxmlformats.org/officeDocument/2006/relationships/tags" Target="../tags/tag145.xml"/><Relationship Id="rId57" Type="http://schemas.openxmlformats.org/officeDocument/2006/relationships/image" Target="../media/image21.svg"/><Relationship Id="rId56" Type="http://schemas.openxmlformats.org/officeDocument/2006/relationships/image" Target="../media/image20.png"/><Relationship Id="rId55" Type="http://schemas.openxmlformats.org/officeDocument/2006/relationships/tags" Target="../tags/tag144.xml"/><Relationship Id="rId54" Type="http://schemas.openxmlformats.org/officeDocument/2006/relationships/tags" Target="../tags/tag143.xml"/><Relationship Id="rId53" Type="http://schemas.openxmlformats.org/officeDocument/2006/relationships/tags" Target="../tags/tag142.xml"/><Relationship Id="rId52" Type="http://schemas.openxmlformats.org/officeDocument/2006/relationships/tags" Target="../tags/tag141.xml"/><Relationship Id="rId51" Type="http://schemas.openxmlformats.org/officeDocument/2006/relationships/tags" Target="../tags/tag140.xml"/><Relationship Id="rId50" Type="http://schemas.openxmlformats.org/officeDocument/2006/relationships/tags" Target="../tags/tag139.xml"/><Relationship Id="rId5" Type="http://schemas.openxmlformats.org/officeDocument/2006/relationships/tags" Target="../tags/tag102.xml"/><Relationship Id="rId49" Type="http://schemas.openxmlformats.org/officeDocument/2006/relationships/tags" Target="../tags/tag138.xml"/><Relationship Id="rId48" Type="http://schemas.openxmlformats.org/officeDocument/2006/relationships/tags" Target="../tags/tag137.xml"/><Relationship Id="rId47" Type="http://schemas.openxmlformats.org/officeDocument/2006/relationships/tags" Target="../tags/tag136.xml"/><Relationship Id="rId46" Type="http://schemas.openxmlformats.org/officeDocument/2006/relationships/tags" Target="../tags/tag135.xml"/><Relationship Id="rId45" Type="http://schemas.openxmlformats.org/officeDocument/2006/relationships/tags" Target="../tags/tag134.xml"/><Relationship Id="rId44" Type="http://schemas.openxmlformats.org/officeDocument/2006/relationships/tags" Target="../tags/tag133.xml"/><Relationship Id="rId43" Type="http://schemas.openxmlformats.org/officeDocument/2006/relationships/tags" Target="../tags/tag132.xml"/><Relationship Id="rId42" Type="http://schemas.openxmlformats.org/officeDocument/2006/relationships/tags" Target="../tags/tag131.xml"/><Relationship Id="rId41" Type="http://schemas.openxmlformats.org/officeDocument/2006/relationships/tags" Target="../tags/tag130.xml"/><Relationship Id="rId40" Type="http://schemas.openxmlformats.org/officeDocument/2006/relationships/tags" Target="../tags/tag129.xml"/><Relationship Id="rId4" Type="http://schemas.openxmlformats.org/officeDocument/2006/relationships/tags" Target="../tags/tag101.xml"/><Relationship Id="rId39" Type="http://schemas.openxmlformats.org/officeDocument/2006/relationships/tags" Target="../tags/tag128.xml"/><Relationship Id="rId38" Type="http://schemas.openxmlformats.org/officeDocument/2006/relationships/image" Target="../media/image19.svg"/><Relationship Id="rId37" Type="http://schemas.openxmlformats.org/officeDocument/2006/relationships/image" Target="../media/image18.png"/><Relationship Id="rId36" Type="http://schemas.openxmlformats.org/officeDocument/2006/relationships/tags" Target="../tags/tag127.xml"/><Relationship Id="rId35" Type="http://schemas.openxmlformats.org/officeDocument/2006/relationships/image" Target="../media/image17.svg"/><Relationship Id="rId34" Type="http://schemas.openxmlformats.org/officeDocument/2006/relationships/image" Target="../media/image16.png"/><Relationship Id="rId33" Type="http://schemas.openxmlformats.org/officeDocument/2006/relationships/tags" Target="../tags/tag126.xml"/><Relationship Id="rId32" Type="http://schemas.openxmlformats.org/officeDocument/2006/relationships/tags" Target="../tags/tag125.xml"/><Relationship Id="rId31" Type="http://schemas.openxmlformats.org/officeDocument/2006/relationships/tags" Target="../tags/tag124.xml"/><Relationship Id="rId30" Type="http://schemas.openxmlformats.org/officeDocument/2006/relationships/tags" Target="../tags/tag123.xml"/><Relationship Id="rId3" Type="http://schemas.openxmlformats.org/officeDocument/2006/relationships/tags" Target="../tags/tag100.xml"/><Relationship Id="rId29" Type="http://schemas.openxmlformats.org/officeDocument/2006/relationships/tags" Target="../tags/tag122.xml"/><Relationship Id="rId28" Type="http://schemas.openxmlformats.org/officeDocument/2006/relationships/tags" Target="../tags/tag121.xml"/><Relationship Id="rId27" Type="http://schemas.openxmlformats.org/officeDocument/2006/relationships/tags" Target="../tags/tag120.xml"/><Relationship Id="rId26" Type="http://schemas.openxmlformats.org/officeDocument/2006/relationships/tags" Target="../tags/tag119.xml"/><Relationship Id="rId25" Type="http://schemas.openxmlformats.org/officeDocument/2006/relationships/tags" Target="../tags/tag118.xml"/><Relationship Id="rId24" Type="http://schemas.openxmlformats.org/officeDocument/2006/relationships/tags" Target="../tags/tag117.xml"/><Relationship Id="rId23" Type="http://schemas.openxmlformats.org/officeDocument/2006/relationships/tags" Target="../tags/tag116.xml"/><Relationship Id="rId22" Type="http://schemas.openxmlformats.org/officeDocument/2006/relationships/tags" Target="../tags/tag115.xml"/><Relationship Id="rId21" Type="http://schemas.openxmlformats.org/officeDocument/2006/relationships/tags" Target="../tags/tag114.xml"/><Relationship Id="rId20" Type="http://schemas.openxmlformats.org/officeDocument/2006/relationships/tags" Target="../tags/tag113.xml"/><Relationship Id="rId2" Type="http://schemas.openxmlformats.org/officeDocument/2006/relationships/tags" Target="../tags/tag99.xml"/><Relationship Id="rId19" Type="http://schemas.openxmlformats.org/officeDocument/2006/relationships/tags" Target="../tags/tag112.xml"/><Relationship Id="rId18" Type="http://schemas.openxmlformats.org/officeDocument/2006/relationships/tags" Target="../tags/tag111.xml"/><Relationship Id="rId17" Type="http://schemas.openxmlformats.org/officeDocument/2006/relationships/tags" Target="../tags/tag110.xml"/><Relationship Id="rId16" Type="http://schemas.openxmlformats.org/officeDocument/2006/relationships/image" Target="../media/image15.svg"/><Relationship Id="rId15" Type="http://schemas.openxmlformats.org/officeDocument/2006/relationships/image" Target="../media/image14.png"/><Relationship Id="rId14" Type="http://schemas.openxmlformats.org/officeDocument/2006/relationships/tags" Target="../tags/tag109.xml"/><Relationship Id="rId13" Type="http://schemas.openxmlformats.org/officeDocument/2006/relationships/image" Target="../media/image13.svg"/><Relationship Id="rId12" Type="http://schemas.openxmlformats.org/officeDocument/2006/relationships/image" Target="../media/image12.png"/><Relationship Id="rId11" Type="http://schemas.openxmlformats.org/officeDocument/2006/relationships/tags" Target="../tags/tag108.xml"/><Relationship Id="rId102" Type="http://schemas.openxmlformats.org/officeDocument/2006/relationships/notesSlide" Target="../notesSlides/notesSlide5.xml"/><Relationship Id="rId101" Type="http://schemas.openxmlformats.org/officeDocument/2006/relationships/slideLayout" Target="../slideLayouts/slideLayout17.xml"/><Relationship Id="rId100" Type="http://schemas.openxmlformats.org/officeDocument/2006/relationships/tags" Target="../tags/tag179.xml"/><Relationship Id="rId10" Type="http://schemas.openxmlformats.org/officeDocument/2006/relationships/tags" Target="../tags/tag107.xml"/><Relationship Id="rId1" Type="http://schemas.openxmlformats.org/officeDocument/2006/relationships/tags" Target="../tags/tag98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188.xml"/><Relationship Id="rId86" Type="http://schemas.openxmlformats.org/officeDocument/2006/relationships/notesSlide" Target="../notesSlides/notesSlide6.xml"/><Relationship Id="rId85" Type="http://schemas.openxmlformats.org/officeDocument/2006/relationships/slideLayout" Target="../slideLayouts/slideLayout17.xml"/><Relationship Id="rId84" Type="http://schemas.openxmlformats.org/officeDocument/2006/relationships/tags" Target="../tags/tag257.xml"/><Relationship Id="rId83" Type="http://schemas.openxmlformats.org/officeDocument/2006/relationships/tags" Target="../tags/tag256.xml"/><Relationship Id="rId82" Type="http://schemas.openxmlformats.org/officeDocument/2006/relationships/tags" Target="../tags/tag255.xml"/><Relationship Id="rId81" Type="http://schemas.openxmlformats.org/officeDocument/2006/relationships/tags" Target="../tags/tag254.xml"/><Relationship Id="rId80" Type="http://schemas.openxmlformats.org/officeDocument/2006/relationships/tags" Target="../tags/tag253.xml"/><Relationship Id="rId8" Type="http://schemas.openxmlformats.org/officeDocument/2006/relationships/tags" Target="../tags/tag187.xml"/><Relationship Id="rId79" Type="http://schemas.openxmlformats.org/officeDocument/2006/relationships/tags" Target="../tags/tag252.xml"/><Relationship Id="rId78" Type="http://schemas.openxmlformats.org/officeDocument/2006/relationships/tags" Target="../tags/tag251.xml"/><Relationship Id="rId77" Type="http://schemas.openxmlformats.org/officeDocument/2006/relationships/tags" Target="../tags/tag250.xml"/><Relationship Id="rId76" Type="http://schemas.openxmlformats.org/officeDocument/2006/relationships/tags" Target="../tags/tag249.xml"/><Relationship Id="rId75" Type="http://schemas.openxmlformats.org/officeDocument/2006/relationships/tags" Target="../tags/tag248.xml"/><Relationship Id="rId74" Type="http://schemas.openxmlformats.org/officeDocument/2006/relationships/tags" Target="../tags/tag247.xml"/><Relationship Id="rId73" Type="http://schemas.openxmlformats.org/officeDocument/2006/relationships/tags" Target="../tags/tag246.xml"/><Relationship Id="rId72" Type="http://schemas.openxmlformats.org/officeDocument/2006/relationships/tags" Target="../tags/tag245.xml"/><Relationship Id="rId71" Type="http://schemas.openxmlformats.org/officeDocument/2006/relationships/tags" Target="../tags/tag244.xml"/><Relationship Id="rId70" Type="http://schemas.openxmlformats.org/officeDocument/2006/relationships/tags" Target="../tags/tag243.xml"/><Relationship Id="rId7" Type="http://schemas.openxmlformats.org/officeDocument/2006/relationships/tags" Target="../tags/tag186.xml"/><Relationship Id="rId69" Type="http://schemas.openxmlformats.org/officeDocument/2006/relationships/tags" Target="../tags/tag242.xml"/><Relationship Id="rId68" Type="http://schemas.openxmlformats.org/officeDocument/2006/relationships/tags" Target="../tags/tag241.xml"/><Relationship Id="rId67" Type="http://schemas.openxmlformats.org/officeDocument/2006/relationships/image" Target="../media/image35.svg"/><Relationship Id="rId66" Type="http://schemas.openxmlformats.org/officeDocument/2006/relationships/image" Target="../media/image34.png"/><Relationship Id="rId65" Type="http://schemas.openxmlformats.org/officeDocument/2006/relationships/tags" Target="../tags/tag240.xml"/><Relationship Id="rId64" Type="http://schemas.openxmlformats.org/officeDocument/2006/relationships/tags" Target="../tags/tag239.xml"/><Relationship Id="rId63" Type="http://schemas.openxmlformats.org/officeDocument/2006/relationships/tags" Target="../tags/tag238.xml"/><Relationship Id="rId62" Type="http://schemas.openxmlformats.org/officeDocument/2006/relationships/tags" Target="../tags/tag237.xml"/><Relationship Id="rId61" Type="http://schemas.openxmlformats.org/officeDocument/2006/relationships/tags" Target="../tags/tag236.xml"/><Relationship Id="rId60" Type="http://schemas.openxmlformats.org/officeDocument/2006/relationships/tags" Target="../tags/tag235.xml"/><Relationship Id="rId6" Type="http://schemas.openxmlformats.org/officeDocument/2006/relationships/tags" Target="../tags/tag185.xml"/><Relationship Id="rId59" Type="http://schemas.openxmlformats.org/officeDocument/2006/relationships/tags" Target="../tags/tag234.xml"/><Relationship Id="rId58" Type="http://schemas.openxmlformats.org/officeDocument/2006/relationships/tags" Target="../tags/tag233.xml"/><Relationship Id="rId57" Type="http://schemas.openxmlformats.org/officeDocument/2006/relationships/tags" Target="../tags/tag232.xml"/><Relationship Id="rId56" Type="http://schemas.openxmlformats.org/officeDocument/2006/relationships/tags" Target="../tags/tag231.xml"/><Relationship Id="rId55" Type="http://schemas.openxmlformats.org/officeDocument/2006/relationships/tags" Target="../tags/tag230.xml"/><Relationship Id="rId54" Type="http://schemas.openxmlformats.org/officeDocument/2006/relationships/tags" Target="../tags/tag229.xml"/><Relationship Id="rId53" Type="http://schemas.openxmlformats.org/officeDocument/2006/relationships/tags" Target="../tags/tag228.xml"/><Relationship Id="rId52" Type="http://schemas.openxmlformats.org/officeDocument/2006/relationships/tags" Target="../tags/tag227.xml"/><Relationship Id="rId51" Type="http://schemas.openxmlformats.org/officeDocument/2006/relationships/tags" Target="../tags/tag226.xml"/><Relationship Id="rId50" Type="http://schemas.openxmlformats.org/officeDocument/2006/relationships/tags" Target="../tags/tag225.xml"/><Relationship Id="rId5" Type="http://schemas.openxmlformats.org/officeDocument/2006/relationships/tags" Target="../tags/tag184.xml"/><Relationship Id="rId49" Type="http://schemas.openxmlformats.org/officeDocument/2006/relationships/tags" Target="../tags/tag224.xml"/><Relationship Id="rId48" Type="http://schemas.openxmlformats.org/officeDocument/2006/relationships/tags" Target="../tags/tag223.xml"/><Relationship Id="rId47" Type="http://schemas.openxmlformats.org/officeDocument/2006/relationships/image" Target="../media/image33.svg"/><Relationship Id="rId46" Type="http://schemas.openxmlformats.org/officeDocument/2006/relationships/image" Target="../media/image32.png"/><Relationship Id="rId45" Type="http://schemas.openxmlformats.org/officeDocument/2006/relationships/tags" Target="../tags/tag222.xml"/><Relationship Id="rId44" Type="http://schemas.openxmlformats.org/officeDocument/2006/relationships/tags" Target="../tags/tag221.xml"/><Relationship Id="rId43" Type="http://schemas.openxmlformats.org/officeDocument/2006/relationships/tags" Target="../tags/tag220.xml"/><Relationship Id="rId42" Type="http://schemas.openxmlformats.org/officeDocument/2006/relationships/tags" Target="../tags/tag219.xml"/><Relationship Id="rId41" Type="http://schemas.openxmlformats.org/officeDocument/2006/relationships/tags" Target="../tags/tag218.xml"/><Relationship Id="rId40" Type="http://schemas.openxmlformats.org/officeDocument/2006/relationships/tags" Target="../tags/tag217.xml"/><Relationship Id="rId4" Type="http://schemas.openxmlformats.org/officeDocument/2006/relationships/tags" Target="../tags/tag183.xml"/><Relationship Id="rId39" Type="http://schemas.openxmlformats.org/officeDocument/2006/relationships/tags" Target="../tags/tag216.xml"/><Relationship Id="rId38" Type="http://schemas.openxmlformats.org/officeDocument/2006/relationships/tags" Target="../tags/tag215.xml"/><Relationship Id="rId37" Type="http://schemas.openxmlformats.org/officeDocument/2006/relationships/tags" Target="../tags/tag214.xml"/><Relationship Id="rId36" Type="http://schemas.openxmlformats.org/officeDocument/2006/relationships/tags" Target="../tags/tag213.xml"/><Relationship Id="rId35" Type="http://schemas.openxmlformats.org/officeDocument/2006/relationships/tags" Target="../tags/tag212.xml"/><Relationship Id="rId34" Type="http://schemas.openxmlformats.org/officeDocument/2006/relationships/tags" Target="../tags/tag211.xml"/><Relationship Id="rId33" Type="http://schemas.openxmlformats.org/officeDocument/2006/relationships/tags" Target="../tags/tag210.xml"/><Relationship Id="rId32" Type="http://schemas.openxmlformats.org/officeDocument/2006/relationships/tags" Target="../tags/tag209.xml"/><Relationship Id="rId31" Type="http://schemas.openxmlformats.org/officeDocument/2006/relationships/tags" Target="../tags/tag208.xml"/><Relationship Id="rId30" Type="http://schemas.openxmlformats.org/officeDocument/2006/relationships/tags" Target="../tags/tag207.xml"/><Relationship Id="rId3" Type="http://schemas.openxmlformats.org/officeDocument/2006/relationships/tags" Target="../tags/tag182.xml"/><Relationship Id="rId29" Type="http://schemas.openxmlformats.org/officeDocument/2006/relationships/tags" Target="../tags/tag206.xml"/><Relationship Id="rId28" Type="http://schemas.openxmlformats.org/officeDocument/2006/relationships/tags" Target="../tags/tag205.xml"/><Relationship Id="rId27" Type="http://schemas.openxmlformats.org/officeDocument/2006/relationships/image" Target="../media/image31.svg"/><Relationship Id="rId26" Type="http://schemas.openxmlformats.org/officeDocument/2006/relationships/image" Target="../media/image30.png"/><Relationship Id="rId25" Type="http://schemas.openxmlformats.org/officeDocument/2006/relationships/tags" Target="../tags/tag204.xml"/><Relationship Id="rId24" Type="http://schemas.openxmlformats.org/officeDocument/2006/relationships/tags" Target="../tags/tag203.xml"/><Relationship Id="rId23" Type="http://schemas.openxmlformats.org/officeDocument/2006/relationships/tags" Target="../tags/tag202.xml"/><Relationship Id="rId22" Type="http://schemas.openxmlformats.org/officeDocument/2006/relationships/tags" Target="../tags/tag201.xml"/><Relationship Id="rId21" Type="http://schemas.openxmlformats.org/officeDocument/2006/relationships/tags" Target="../tags/tag200.xml"/><Relationship Id="rId20" Type="http://schemas.openxmlformats.org/officeDocument/2006/relationships/tags" Target="../tags/tag199.xml"/><Relationship Id="rId2" Type="http://schemas.openxmlformats.org/officeDocument/2006/relationships/tags" Target="../tags/tag181.xml"/><Relationship Id="rId19" Type="http://schemas.openxmlformats.org/officeDocument/2006/relationships/tags" Target="../tags/tag198.xml"/><Relationship Id="rId18" Type="http://schemas.openxmlformats.org/officeDocument/2006/relationships/tags" Target="../tags/tag197.xml"/><Relationship Id="rId17" Type="http://schemas.openxmlformats.org/officeDocument/2006/relationships/tags" Target="../tags/tag196.xml"/><Relationship Id="rId16" Type="http://schemas.openxmlformats.org/officeDocument/2006/relationships/tags" Target="../tags/tag195.xml"/><Relationship Id="rId15" Type="http://schemas.openxmlformats.org/officeDocument/2006/relationships/tags" Target="../tags/tag194.xml"/><Relationship Id="rId14" Type="http://schemas.openxmlformats.org/officeDocument/2006/relationships/tags" Target="../tags/tag193.xml"/><Relationship Id="rId13" Type="http://schemas.openxmlformats.org/officeDocument/2006/relationships/tags" Target="../tags/tag192.xml"/><Relationship Id="rId12" Type="http://schemas.openxmlformats.org/officeDocument/2006/relationships/tags" Target="../tags/tag191.xml"/><Relationship Id="rId11" Type="http://schemas.openxmlformats.org/officeDocument/2006/relationships/tags" Target="../tags/tag190.xml"/><Relationship Id="rId10" Type="http://schemas.openxmlformats.org/officeDocument/2006/relationships/tags" Target="../tags/tag189.xml"/><Relationship Id="rId1" Type="http://schemas.openxmlformats.org/officeDocument/2006/relationships/tags" Target="../tags/tag180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7.xml"/><Relationship Id="rId2" Type="http://schemas.openxmlformats.org/officeDocument/2006/relationships/tags" Target="../tags/tag259.xml"/><Relationship Id="rId1" Type="http://schemas.openxmlformats.org/officeDocument/2006/relationships/tags" Target="../tags/tag258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266.xml"/><Relationship Id="rId8" Type="http://schemas.openxmlformats.org/officeDocument/2006/relationships/image" Target="../media/image37.svg"/><Relationship Id="rId7" Type="http://schemas.openxmlformats.org/officeDocument/2006/relationships/image" Target="../media/image36.png"/><Relationship Id="rId6" Type="http://schemas.openxmlformats.org/officeDocument/2006/relationships/tags" Target="../tags/tag265.xml"/><Relationship Id="rId5" Type="http://schemas.openxmlformats.org/officeDocument/2006/relationships/tags" Target="../tags/tag264.xml"/><Relationship Id="rId49" Type="http://schemas.openxmlformats.org/officeDocument/2006/relationships/notesSlide" Target="../notesSlides/notesSlide8.xml"/><Relationship Id="rId48" Type="http://schemas.openxmlformats.org/officeDocument/2006/relationships/slideLayout" Target="../slideLayouts/slideLayout17.xml"/><Relationship Id="rId47" Type="http://schemas.openxmlformats.org/officeDocument/2006/relationships/tags" Target="../tags/tag294.xml"/><Relationship Id="rId46" Type="http://schemas.openxmlformats.org/officeDocument/2006/relationships/image" Target="../media/image47.svg"/><Relationship Id="rId45" Type="http://schemas.openxmlformats.org/officeDocument/2006/relationships/image" Target="../media/image46.png"/><Relationship Id="rId44" Type="http://schemas.openxmlformats.org/officeDocument/2006/relationships/tags" Target="../tags/tag293.xml"/><Relationship Id="rId43" Type="http://schemas.openxmlformats.org/officeDocument/2006/relationships/tags" Target="../tags/tag292.xml"/><Relationship Id="rId42" Type="http://schemas.openxmlformats.org/officeDocument/2006/relationships/tags" Target="../tags/tag291.xml"/><Relationship Id="rId41" Type="http://schemas.openxmlformats.org/officeDocument/2006/relationships/tags" Target="../tags/tag290.xml"/><Relationship Id="rId40" Type="http://schemas.openxmlformats.org/officeDocument/2006/relationships/tags" Target="../tags/tag289.xml"/><Relationship Id="rId4" Type="http://schemas.openxmlformats.org/officeDocument/2006/relationships/tags" Target="../tags/tag263.xml"/><Relationship Id="rId39" Type="http://schemas.openxmlformats.org/officeDocument/2006/relationships/tags" Target="../tags/tag288.xml"/><Relationship Id="rId38" Type="http://schemas.openxmlformats.org/officeDocument/2006/relationships/image" Target="../media/image45.svg"/><Relationship Id="rId37" Type="http://schemas.openxmlformats.org/officeDocument/2006/relationships/image" Target="../media/image44.png"/><Relationship Id="rId36" Type="http://schemas.openxmlformats.org/officeDocument/2006/relationships/tags" Target="../tags/tag287.xml"/><Relationship Id="rId35" Type="http://schemas.openxmlformats.org/officeDocument/2006/relationships/tags" Target="../tags/tag286.xml"/><Relationship Id="rId34" Type="http://schemas.openxmlformats.org/officeDocument/2006/relationships/tags" Target="../tags/tag285.xml"/><Relationship Id="rId33" Type="http://schemas.openxmlformats.org/officeDocument/2006/relationships/tags" Target="../tags/tag284.xml"/><Relationship Id="rId32" Type="http://schemas.openxmlformats.org/officeDocument/2006/relationships/tags" Target="../tags/tag283.xml"/><Relationship Id="rId31" Type="http://schemas.openxmlformats.org/officeDocument/2006/relationships/image" Target="../media/image43.svg"/><Relationship Id="rId30" Type="http://schemas.openxmlformats.org/officeDocument/2006/relationships/image" Target="../media/image42.png"/><Relationship Id="rId3" Type="http://schemas.openxmlformats.org/officeDocument/2006/relationships/tags" Target="../tags/tag262.xml"/><Relationship Id="rId29" Type="http://schemas.openxmlformats.org/officeDocument/2006/relationships/tags" Target="../tags/tag282.xml"/><Relationship Id="rId28" Type="http://schemas.openxmlformats.org/officeDocument/2006/relationships/tags" Target="../tags/tag281.xml"/><Relationship Id="rId27" Type="http://schemas.openxmlformats.org/officeDocument/2006/relationships/tags" Target="../tags/tag280.xml"/><Relationship Id="rId26" Type="http://schemas.openxmlformats.org/officeDocument/2006/relationships/tags" Target="../tags/tag279.xml"/><Relationship Id="rId25" Type="http://schemas.openxmlformats.org/officeDocument/2006/relationships/tags" Target="../tags/tag278.xml"/><Relationship Id="rId24" Type="http://schemas.openxmlformats.org/officeDocument/2006/relationships/tags" Target="../tags/tag277.xml"/><Relationship Id="rId23" Type="http://schemas.openxmlformats.org/officeDocument/2006/relationships/image" Target="../media/image41.svg"/><Relationship Id="rId22" Type="http://schemas.openxmlformats.org/officeDocument/2006/relationships/image" Target="../media/image40.png"/><Relationship Id="rId21" Type="http://schemas.openxmlformats.org/officeDocument/2006/relationships/tags" Target="../tags/tag276.xml"/><Relationship Id="rId20" Type="http://schemas.openxmlformats.org/officeDocument/2006/relationships/tags" Target="../tags/tag275.xml"/><Relationship Id="rId2" Type="http://schemas.openxmlformats.org/officeDocument/2006/relationships/tags" Target="../tags/tag261.xml"/><Relationship Id="rId19" Type="http://schemas.openxmlformats.org/officeDocument/2006/relationships/tags" Target="../tags/tag274.xml"/><Relationship Id="rId18" Type="http://schemas.openxmlformats.org/officeDocument/2006/relationships/tags" Target="../tags/tag273.xml"/><Relationship Id="rId17" Type="http://schemas.openxmlformats.org/officeDocument/2006/relationships/tags" Target="../tags/tag272.xml"/><Relationship Id="rId16" Type="http://schemas.openxmlformats.org/officeDocument/2006/relationships/image" Target="../media/image39.svg"/><Relationship Id="rId15" Type="http://schemas.openxmlformats.org/officeDocument/2006/relationships/image" Target="../media/image38.png"/><Relationship Id="rId14" Type="http://schemas.openxmlformats.org/officeDocument/2006/relationships/tags" Target="../tags/tag271.xml"/><Relationship Id="rId13" Type="http://schemas.openxmlformats.org/officeDocument/2006/relationships/tags" Target="../tags/tag270.xml"/><Relationship Id="rId12" Type="http://schemas.openxmlformats.org/officeDocument/2006/relationships/tags" Target="../tags/tag269.xml"/><Relationship Id="rId11" Type="http://schemas.openxmlformats.org/officeDocument/2006/relationships/tags" Target="../tags/tag268.xml"/><Relationship Id="rId10" Type="http://schemas.openxmlformats.org/officeDocument/2006/relationships/tags" Target="../tags/tag267.xml"/><Relationship Id="rId1" Type="http://schemas.openxmlformats.org/officeDocument/2006/relationships/tags" Target="../tags/tag260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7.xml"/><Relationship Id="rId2" Type="http://schemas.openxmlformats.org/officeDocument/2006/relationships/tags" Target="../tags/tag296.xml"/><Relationship Id="rId1" Type="http://schemas.openxmlformats.org/officeDocument/2006/relationships/tags" Target="../tags/tag295.xml"/></Relationships>
</file>

<file path=ppt/slides/_rels/slide10.xml.rels><?xml version="1.0" encoding="UTF-8" standalone="yes"?>
<Relationships xmlns="http://schemas.openxmlformats.org/package/2006/relationships"><Relationship Id="rId99" Type="http://schemas.openxmlformats.org/officeDocument/2006/relationships/tags" Target="../tags/tag363.xml"/><Relationship Id="rId98" Type="http://schemas.openxmlformats.org/officeDocument/2006/relationships/image" Target="../media/image79.svg"/><Relationship Id="rId97" Type="http://schemas.openxmlformats.org/officeDocument/2006/relationships/image" Target="../media/image78.png"/><Relationship Id="rId96" Type="http://schemas.openxmlformats.org/officeDocument/2006/relationships/tags" Target="../tags/tag362.xml"/><Relationship Id="rId95" Type="http://schemas.openxmlformats.org/officeDocument/2006/relationships/tags" Target="../tags/tag361.xml"/><Relationship Id="rId94" Type="http://schemas.openxmlformats.org/officeDocument/2006/relationships/tags" Target="../tags/tag360.xml"/><Relationship Id="rId93" Type="http://schemas.openxmlformats.org/officeDocument/2006/relationships/tags" Target="../tags/tag359.xml"/><Relationship Id="rId92" Type="http://schemas.openxmlformats.org/officeDocument/2006/relationships/tags" Target="../tags/tag358.xml"/><Relationship Id="rId91" Type="http://schemas.openxmlformats.org/officeDocument/2006/relationships/tags" Target="../tags/tag357.xml"/><Relationship Id="rId90" Type="http://schemas.openxmlformats.org/officeDocument/2006/relationships/image" Target="../media/image77.svg"/><Relationship Id="rId9" Type="http://schemas.openxmlformats.org/officeDocument/2006/relationships/image" Target="../media/image49.svg"/><Relationship Id="rId89" Type="http://schemas.openxmlformats.org/officeDocument/2006/relationships/image" Target="../media/image76.png"/><Relationship Id="rId88" Type="http://schemas.openxmlformats.org/officeDocument/2006/relationships/tags" Target="../tags/tag356.xml"/><Relationship Id="rId87" Type="http://schemas.openxmlformats.org/officeDocument/2006/relationships/tags" Target="../tags/tag355.xml"/><Relationship Id="rId86" Type="http://schemas.openxmlformats.org/officeDocument/2006/relationships/tags" Target="../tags/tag354.xml"/><Relationship Id="rId85" Type="http://schemas.openxmlformats.org/officeDocument/2006/relationships/tags" Target="../tags/tag353.xml"/><Relationship Id="rId84" Type="http://schemas.openxmlformats.org/officeDocument/2006/relationships/tags" Target="../tags/tag352.xml"/><Relationship Id="rId83" Type="http://schemas.openxmlformats.org/officeDocument/2006/relationships/tags" Target="../tags/tag351.xml"/><Relationship Id="rId82" Type="http://schemas.openxmlformats.org/officeDocument/2006/relationships/image" Target="../media/image75.svg"/><Relationship Id="rId81" Type="http://schemas.openxmlformats.org/officeDocument/2006/relationships/image" Target="../media/image74.png"/><Relationship Id="rId80" Type="http://schemas.openxmlformats.org/officeDocument/2006/relationships/tags" Target="../tags/tag350.xml"/><Relationship Id="rId8" Type="http://schemas.openxmlformats.org/officeDocument/2006/relationships/image" Target="../media/image48.png"/><Relationship Id="rId79" Type="http://schemas.openxmlformats.org/officeDocument/2006/relationships/tags" Target="../tags/tag349.xml"/><Relationship Id="rId78" Type="http://schemas.openxmlformats.org/officeDocument/2006/relationships/tags" Target="../tags/tag348.xml"/><Relationship Id="rId77" Type="http://schemas.openxmlformats.org/officeDocument/2006/relationships/tags" Target="../tags/tag347.xml"/><Relationship Id="rId76" Type="http://schemas.openxmlformats.org/officeDocument/2006/relationships/tags" Target="../tags/tag346.xml"/><Relationship Id="rId75" Type="http://schemas.openxmlformats.org/officeDocument/2006/relationships/tags" Target="../tags/tag345.xml"/><Relationship Id="rId74" Type="http://schemas.openxmlformats.org/officeDocument/2006/relationships/image" Target="../media/image73.svg"/><Relationship Id="rId73" Type="http://schemas.openxmlformats.org/officeDocument/2006/relationships/image" Target="../media/image72.png"/><Relationship Id="rId72" Type="http://schemas.openxmlformats.org/officeDocument/2006/relationships/tags" Target="../tags/tag344.xml"/><Relationship Id="rId71" Type="http://schemas.openxmlformats.org/officeDocument/2006/relationships/tags" Target="../tags/tag343.xml"/><Relationship Id="rId70" Type="http://schemas.openxmlformats.org/officeDocument/2006/relationships/tags" Target="../tags/tag342.xml"/><Relationship Id="rId7" Type="http://schemas.openxmlformats.org/officeDocument/2006/relationships/tags" Target="../tags/tag303.xml"/><Relationship Id="rId69" Type="http://schemas.openxmlformats.org/officeDocument/2006/relationships/tags" Target="../tags/tag341.xml"/><Relationship Id="rId68" Type="http://schemas.openxmlformats.org/officeDocument/2006/relationships/tags" Target="../tags/tag340.xml"/><Relationship Id="rId67" Type="http://schemas.openxmlformats.org/officeDocument/2006/relationships/tags" Target="../tags/tag339.xml"/><Relationship Id="rId66" Type="http://schemas.openxmlformats.org/officeDocument/2006/relationships/image" Target="../media/image71.svg"/><Relationship Id="rId65" Type="http://schemas.openxmlformats.org/officeDocument/2006/relationships/image" Target="../media/image70.png"/><Relationship Id="rId64" Type="http://schemas.openxmlformats.org/officeDocument/2006/relationships/tags" Target="../tags/tag338.xml"/><Relationship Id="rId63" Type="http://schemas.openxmlformats.org/officeDocument/2006/relationships/tags" Target="../tags/tag337.xml"/><Relationship Id="rId62" Type="http://schemas.openxmlformats.org/officeDocument/2006/relationships/tags" Target="../tags/tag336.xml"/><Relationship Id="rId61" Type="http://schemas.openxmlformats.org/officeDocument/2006/relationships/tags" Target="../tags/tag335.xml"/><Relationship Id="rId60" Type="http://schemas.openxmlformats.org/officeDocument/2006/relationships/tags" Target="../tags/tag334.xml"/><Relationship Id="rId6" Type="http://schemas.openxmlformats.org/officeDocument/2006/relationships/tags" Target="../tags/tag302.xml"/><Relationship Id="rId59" Type="http://schemas.openxmlformats.org/officeDocument/2006/relationships/tags" Target="../tags/tag333.xml"/><Relationship Id="rId58" Type="http://schemas.openxmlformats.org/officeDocument/2006/relationships/image" Target="../media/image69.svg"/><Relationship Id="rId57" Type="http://schemas.openxmlformats.org/officeDocument/2006/relationships/image" Target="../media/image68.png"/><Relationship Id="rId56" Type="http://schemas.openxmlformats.org/officeDocument/2006/relationships/tags" Target="../tags/tag332.xml"/><Relationship Id="rId55" Type="http://schemas.openxmlformats.org/officeDocument/2006/relationships/tags" Target="../tags/tag331.xml"/><Relationship Id="rId54" Type="http://schemas.openxmlformats.org/officeDocument/2006/relationships/tags" Target="../tags/tag330.xml"/><Relationship Id="rId53" Type="http://schemas.openxmlformats.org/officeDocument/2006/relationships/image" Target="../media/image67.svg"/><Relationship Id="rId52" Type="http://schemas.openxmlformats.org/officeDocument/2006/relationships/image" Target="../media/image66.png"/><Relationship Id="rId51" Type="http://schemas.openxmlformats.org/officeDocument/2006/relationships/tags" Target="../tags/tag329.xml"/><Relationship Id="rId50" Type="http://schemas.openxmlformats.org/officeDocument/2006/relationships/tags" Target="../tags/tag328.xml"/><Relationship Id="rId5" Type="http://schemas.openxmlformats.org/officeDocument/2006/relationships/tags" Target="../tags/tag301.xml"/><Relationship Id="rId49" Type="http://schemas.openxmlformats.org/officeDocument/2006/relationships/image" Target="../media/image65.svg"/><Relationship Id="rId48" Type="http://schemas.openxmlformats.org/officeDocument/2006/relationships/image" Target="../media/image64.png"/><Relationship Id="rId47" Type="http://schemas.openxmlformats.org/officeDocument/2006/relationships/tags" Target="../tags/tag327.xml"/><Relationship Id="rId46" Type="http://schemas.openxmlformats.org/officeDocument/2006/relationships/tags" Target="../tags/tag326.xml"/><Relationship Id="rId45" Type="http://schemas.openxmlformats.org/officeDocument/2006/relationships/image" Target="../media/image63.svg"/><Relationship Id="rId44" Type="http://schemas.openxmlformats.org/officeDocument/2006/relationships/image" Target="../media/image62.png"/><Relationship Id="rId43" Type="http://schemas.openxmlformats.org/officeDocument/2006/relationships/tags" Target="../tags/tag325.xml"/><Relationship Id="rId42" Type="http://schemas.openxmlformats.org/officeDocument/2006/relationships/tags" Target="../tags/tag324.xml"/><Relationship Id="rId41" Type="http://schemas.openxmlformats.org/officeDocument/2006/relationships/image" Target="../media/image61.svg"/><Relationship Id="rId40" Type="http://schemas.openxmlformats.org/officeDocument/2006/relationships/image" Target="../media/image60.png"/><Relationship Id="rId4" Type="http://schemas.openxmlformats.org/officeDocument/2006/relationships/tags" Target="../tags/tag300.xml"/><Relationship Id="rId39" Type="http://schemas.openxmlformats.org/officeDocument/2006/relationships/tags" Target="../tags/tag323.xml"/><Relationship Id="rId38" Type="http://schemas.openxmlformats.org/officeDocument/2006/relationships/tags" Target="../tags/tag322.xml"/><Relationship Id="rId37" Type="http://schemas.openxmlformats.org/officeDocument/2006/relationships/tags" Target="../tags/tag321.xml"/><Relationship Id="rId36" Type="http://schemas.openxmlformats.org/officeDocument/2006/relationships/tags" Target="../tags/tag320.xml"/><Relationship Id="rId35" Type="http://schemas.openxmlformats.org/officeDocument/2006/relationships/image" Target="../media/image59.svg"/><Relationship Id="rId34" Type="http://schemas.openxmlformats.org/officeDocument/2006/relationships/image" Target="../media/image58.png"/><Relationship Id="rId33" Type="http://schemas.openxmlformats.org/officeDocument/2006/relationships/tags" Target="../tags/tag319.xml"/><Relationship Id="rId32" Type="http://schemas.openxmlformats.org/officeDocument/2006/relationships/tags" Target="../tags/tag318.xml"/><Relationship Id="rId31" Type="http://schemas.openxmlformats.org/officeDocument/2006/relationships/tags" Target="../tags/tag317.xml"/><Relationship Id="rId30" Type="http://schemas.openxmlformats.org/officeDocument/2006/relationships/tags" Target="../tags/tag316.xml"/><Relationship Id="rId3" Type="http://schemas.openxmlformats.org/officeDocument/2006/relationships/tags" Target="../tags/tag299.xml"/><Relationship Id="rId29" Type="http://schemas.openxmlformats.org/officeDocument/2006/relationships/tags" Target="../tags/tag315.xml"/><Relationship Id="rId28" Type="http://schemas.openxmlformats.org/officeDocument/2006/relationships/tags" Target="../tags/tag314.xml"/><Relationship Id="rId27" Type="http://schemas.openxmlformats.org/officeDocument/2006/relationships/image" Target="../media/image57.svg"/><Relationship Id="rId26" Type="http://schemas.openxmlformats.org/officeDocument/2006/relationships/image" Target="../media/image56.png"/><Relationship Id="rId25" Type="http://schemas.openxmlformats.org/officeDocument/2006/relationships/tags" Target="../tags/tag313.xml"/><Relationship Id="rId24" Type="http://schemas.openxmlformats.org/officeDocument/2006/relationships/tags" Target="../tags/tag312.xml"/><Relationship Id="rId23" Type="http://schemas.openxmlformats.org/officeDocument/2006/relationships/image" Target="../media/image55.svg"/><Relationship Id="rId22" Type="http://schemas.openxmlformats.org/officeDocument/2006/relationships/image" Target="../media/image54.png"/><Relationship Id="rId21" Type="http://schemas.openxmlformats.org/officeDocument/2006/relationships/tags" Target="../tags/tag311.xml"/><Relationship Id="rId20" Type="http://schemas.openxmlformats.org/officeDocument/2006/relationships/tags" Target="../tags/tag310.xml"/><Relationship Id="rId2" Type="http://schemas.openxmlformats.org/officeDocument/2006/relationships/tags" Target="../tags/tag298.xml"/><Relationship Id="rId19" Type="http://schemas.openxmlformats.org/officeDocument/2006/relationships/image" Target="../media/image53.svg"/><Relationship Id="rId18" Type="http://schemas.openxmlformats.org/officeDocument/2006/relationships/image" Target="../media/image52.png"/><Relationship Id="rId17" Type="http://schemas.openxmlformats.org/officeDocument/2006/relationships/tags" Target="../tags/tag309.xml"/><Relationship Id="rId16" Type="http://schemas.openxmlformats.org/officeDocument/2006/relationships/tags" Target="../tags/tag308.xml"/><Relationship Id="rId15" Type="http://schemas.openxmlformats.org/officeDocument/2006/relationships/image" Target="../media/image51.svg"/><Relationship Id="rId14" Type="http://schemas.openxmlformats.org/officeDocument/2006/relationships/image" Target="../media/image50.png"/><Relationship Id="rId13" Type="http://schemas.openxmlformats.org/officeDocument/2006/relationships/tags" Target="../tags/tag307.xml"/><Relationship Id="rId12" Type="http://schemas.openxmlformats.org/officeDocument/2006/relationships/tags" Target="../tags/tag306.xml"/><Relationship Id="rId112" Type="http://schemas.openxmlformats.org/officeDocument/2006/relationships/notesSlide" Target="../notesSlides/notesSlide10.xml"/><Relationship Id="rId111" Type="http://schemas.openxmlformats.org/officeDocument/2006/relationships/slideLayout" Target="../slideLayouts/slideLayout17.xml"/><Relationship Id="rId110" Type="http://schemas.openxmlformats.org/officeDocument/2006/relationships/tags" Target="../tags/tag372.xml"/><Relationship Id="rId11" Type="http://schemas.openxmlformats.org/officeDocument/2006/relationships/tags" Target="../tags/tag305.xml"/><Relationship Id="rId109" Type="http://schemas.openxmlformats.org/officeDocument/2006/relationships/tags" Target="../tags/tag371.xml"/><Relationship Id="rId108" Type="http://schemas.openxmlformats.org/officeDocument/2006/relationships/tags" Target="../tags/tag370.xml"/><Relationship Id="rId107" Type="http://schemas.openxmlformats.org/officeDocument/2006/relationships/tags" Target="../tags/tag369.xml"/><Relationship Id="rId106" Type="http://schemas.openxmlformats.org/officeDocument/2006/relationships/image" Target="../media/image81.svg"/><Relationship Id="rId105" Type="http://schemas.openxmlformats.org/officeDocument/2006/relationships/image" Target="../media/image80.png"/><Relationship Id="rId104" Type="http://schemas.openxmlformats.org/officeDocument/2006/relationships/tags" Target="../tags/tag368.xml"/><Relationship Id="rId103" Type="http://schemas.openxmlformats.org/officeDocument/2006/relationships/tags" Target="../tags/tag367.xml"/><Relationship Id="rId102" Type="http://schemas.openxmlformats.org/officeDocument/2006/relationships/tags" Target="../tags/tag366.xml"/><Relationship Id="rId101" Type="http://schemas.openxmlformats.org/officeDocument/2006/relationships/tags" Target="../tags/tag365.xml"/><Relationship Id="rId100" Type="http://schemas.openxmlformats.org/officeDocument/2006/relationships/tags" Target="../tags/tag364.xml"/><Relationship Id="rId10" Type="http://schemas.openxmlformats.org/officeDocument/2006/relationships/tags" Target="../tags/tag304.xml"/><Relationship Id="rId1" Type="http://schemas.openxmlformats.org/officeDocument/2006/relationships/tags" Target="../tags/tag297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379.xml"/><Relationship Id="rId8" Type="http://schemas.openxmlformats.org/officeDocument/2006/relationships/image" Target="../media/image83.svg"/><Relationship Id="rId7" Type="http://schemas.openxmlformats.org/officeDocument/2006/relationships/image" Target="../media/image82.png"/><Relationship Id="rId6" Type="http://schemas.openxmlformats.org/officeDocument/2006/relationships/tags" Target="../tags/tag378.xml"/><Relationship Id="rId5" Type="http://schemas.openxmlformats.org/officeDocument/2006/relationships/tags" Target="../tags/tag377.xml"/><Relationship Id="rId42" Type="http://schemas.openxmlformats.org/officeDocument/2006/relationships/notesSlide" Target="../notesSlides/notesSlide11.xml"/><Relationship Id="rId41" Type="http://schemas.openxmlformats.org/officeDocument/2006/relationships/slideLayout" Target="../slideLayouts/slideLayout17.xml"/><Relationship Id="rId40" Type="http://schemas.openxmlformats.org/officeDocument/2006/relationships/tags" Target="../tags/tag404.xml"/><Relationship Id="rId4" Type="http://schemas.openxmlformats.org/officeDocument/2006/relationships/tags" Target="../tags/tag376.xml"/><Relationship Id="rId39" Type="http://schemas.openxmlformats.org/officeDocument/2006/relationships/tags" Target="../tags/tag403.xml"/><Relationship Id="rId38" Type="http://schemas.openxmlformats.org/officeDocument/2006/relationships/tags" Target="../tags/tag402.xml"/><Relationship Id="rId37" Type="http://schemas.openxmlformats.org/officeDocument/2006/relationships/tags" Target="../tags/tag401.xml"/><Relationship Id="rId36" Type="http://schemas.openxmlformats.org/officeDocument/2006/relationships/tags" Target="../tags/tag400.xml"/><Relationship Id="rId35" Type="http://schemas.openxmlformats.org/officeDocument/2006/relationships/tags" Target="../tags/tag399.xml"/><Relationship Id="rId34" Type="http://schemas.openxmlformats.org/officeDocument/2006/relationships/image" Target="../media/image89.svg"/><Relationship Id="rId33" Type="http://schemas.openxmlformats.org/officeDocument/2006/relationships/image" Target="../media/image88.png"/><Relationship Id="rId32" Type="http://schemas.openxmlformats.org/officeDocument/2006/relationships/tags" Target="../tags/tag398.xml"/><Relationship Id="rId31" Type="http://schemas.openxmlformats.org/officeDocument/2006/relationships/tags" Target="../tags/tag397.xml"/><Relationship Id="rId30" Type="http://schemas.openxmlformats.org/officeDocument/2006/relationships/tags" Target="../tags/tag396.xml"/><Relationship Id="rId3" Type="http://schemas.openxmlformats.org/officeDocument/2006/relationships/tags" Target="../tags/tag375.xml"/><Relationship Id="rId29" Type="http://schemas.openxmlformats.org/officeDocument/2006/relationships/tags" Target="../tags/tag395.xml"/><Relationship Id="rId28" Type="http://schemas.openxmlformats.org/officeDocument/2006/relationships/tags" Target="../tags/tag394.xml"/><Relationship Id="rId27" Type="http://schemas.openxmlformats.org/officeDocument/2006/relationships/tags" Target="../tags/tag393.xml"/><Relationship Id="rId26" Type="http://schemas.openxmlformats.org/officeDocument/2006/relationships/tags" Target="../tags/tag392.xml"/><Relationship Id="rId25" Type="http://schemas.openxmlformats.org/officeDocument/2006/relationships/tags" Target="../tags/tag391.xml"/><Relationship Id="rId24" Type="http://schemas.openxmlformats.org/officeDocument/2006/relationships/tags" Target="../tags/tag390.xml"/><Relationship Id="rId23" Type="http://schemas.openxmlformats.org/officeDocument/2006/relationships/tags" Target="../tags/tag389.xml"/><Relationship Id="rId22" Type="http://schemas.openxmlformats.org/officeDocument/2006/relationships/image" Target="../media/image87.svg"/><Relationship Id="rId21" Type="http://schemas.openxmlformats.org/officeDocument/2006/relationships/image" Target="../media/image86.png"/><Relationship Id="rId20" Type="http://schemas.openxmlformats.org/officeDocument/2006/relationships/tags" Target="../tags/tag388.xml"/><Relationship Id="rId2" Type="http://schemas.openxmlformats.org/officeDocument/2006/relationships/tags" Target="../tags/tag374.xml"/><Relationship Id="rId19" Type="http://schemas.openxmlformats.org/officeDocument/2006/relationships/tags" Target="../tags/tag387.xml"/><Relationship Id="rId18" Type="http://schemas.openxmlformats.org/officeDocument/2006/relationships/tags" Target="../tags/tag386.xml"/><Relationship Id="rId17" Type="http://schemas.openxmlformats.org/officeDocument/2006/relationships/tags" Target="../tags/tag385.xml"/><Relationship Id="rId16" Type="http://schemas.openxmlformats.org/officeDocument/2006/relationships/tags" Target="../tags/tag384.xml"/><Relationship Id="rId15" Type="http://schemas.openxmlformats.org/officeDocument/2006/relationships/tags" Target="../tags/tag383.xml"/><Relationship Id="rId14" Type="http://schemas.openxmlformats.org/officeDocument/2006/relationships/tags" Target="../tags/tag382.xml"/><Relationship Id="rId13" Type="http://schemas.openxmlformats.org/officeDocument/2006/relationships/image" Target="../media/image85.svg"/><Relationship Id="rId12" Type="http://schemas.openxmlformats.org/officeDocument/2006/relationships/image" Target="../media/image84.png"/><Relationship Id="rId11" Type="http://schemas.openxmlformats.org/officeDocument/2006/relationships/tags" Target="../tags/tag381.xml"/><Relationship Id="rId10" Type="http://schemas.openxmlformats.org/officeDocument/2006/relationships/tags" Target="../tags/tag380.xml"/><Relationship Id="rId1" Type="http://schemas.openxmlformats.org/officeDocument/2006/relationships/tags" Target="../tags/tag373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413.xml"/><Relationship Id="rId83" Type="http://schemas.openxmlformats.org/officeDocument/2006/relationships/notesSlide" Target="../notesSlides/notesSlide12.xml"/><Relationship Id="rId82" Type="http://schemas.openxmlformats.org/officeDocument/2006/relationships/slideLayout" Target="../slideLayouts/slideLayout17.xml"/><Relationship Id="rId81" Type="http://schemas.openxmlformats.org/officeDocument/2006/relationships/tags" Target="../tags/tag475.xml"/><Relationship Id="rId80" Type="http://schemas.openxmlformats.org/officeDocument/2006/relationships/tags" Target="../tags/tag474.xml"/><Relationship Id="rId8" Type="http://schemas.openxmlformats.org/officeDocument/2006/relationships/tags" Target="../tags/tag412.xml"/><Relationship Id="rId79" Type="http://schemas.openxmlformats.org/officeDocument/2006/relationships/tags" Target="../tags/tag473.xml"/><Relationship Id="rId78" Type="http://schemas.openxmlformats.org/officeDocument/2006/relationships/tags" Target="../tags/tag472.xml"/><Relationship Id="rId77" Type="http://schemas.openxmlformats.org/officeDocument/2006/relationships/tags" Target="../tags/tag471.xml"/><Relationship Id="rId76" Type="http://schemas.openxmlformats.org/officeDocument/2006/relationships/tags" Target="../tags/tag470.xml"/><Relationship Id="rId75" Type="http://schemas.openxmlformats.org/officeDocument/2006/relationships/tags" Target="../tags/tag469.xml"/><Relationship Id="rId74" Type="http://schemas.openxmlformats.org/officeDocument/2006/relationships/tags" Target="../tags/tag468.xml"/><Relationship Id="rId73" Type="http://schemas.openxmlformats.org/officeDocument/2006/relationships/tags" Target="../tags/tag467.xml"/><Relationship Id="rId72" Type="http://schemas.openxmlformats.org/officeDocument/2006/relationships/tags" Target="../tags/tag466.xml"/><Relationship Id="rId71" Type="http://schemas.openxmlformats.org/officeDocument/2006/relationships/tags" Target="../tags/tag465.xml"/><Relationship Id="rId70" Type="http://schemas.openxmlformats.org/officeDocument/2006/relationships/tags" Target="../tags/tag464.xml"/><Relationship Id="rId7" Type="http://schemas.openxmlformats.org/officeDocument/2006/relationships/tags" Target="../tags/tag411.xml"/><Relationship Id="rId69" Type="http://schemas.openxmlformats.org/officeDocument/2006/relationships/tags" Target="../tags/tag463.xml"/><Relationship Id="rId68" Type="http://schemas.openxmlformats.org/officeDocument/2006/relationships/tags" Target="../tags/tag462.xml"/><Relationship Id="rId67" Type="http://schemas.openxmlformats.org/officeDocument/2006/relationships/tags" Target="../tags/tag461.xml"/><Relationship Id="rId66" Type="http://schemas.openxmlformats.org/officeDocument/2006/relationships/tags" Target="../tags/tag460.xml"/><Relationship Id="rId65" Type="http://schemas.openxmlformats.org/officeDocument/2006/relationships/tags" Target="../tags/tag459.xml"/><Relationship Id="rId64" Type="http://schemas.openxmlformats.org/officeDocument/2006/relationships/tags" Target="../tags/tag458.xml"/><Relationship Id="rId63" Type="http://schemas.openxmlformats.org/officeDocument/2006/relationships/tags" Target="../tags/tag457.xml"/><Relationship Id="rId62" Type="http://schemas.openxmlformats.org/officeDocument/2006/relationships/tags" Target="../tags/tag456.xml"/><Relationship Id="rId61" Type="http://schemas.openxmlformats.org/officeDocument/2006/relationships/tags" Target="../tags/tag455.xml"/><Relationship Id="rId60" Type="http://schemas.openxmlformats.org/officeDocument/2006/relationships/tags" Target="../tags/tag454.xml"/><Relationship Id="rId6" Type="http://schemas.openxmlformats.org/officeDocument/2006/relationships/tags" Target="../tags/tag410.xml"/><Relationship Id="rId59" Type="http://schemas.openxmlformats.org/officeDocument/2006/relationships/tags" Target="../tags/tag453.xml"/><Relationship Id="rId58" Type="http://schemas.openxmlformats.org/officeDocument/2006/relationships/image" Target="../media/image99.svg"/><Relationship Id="rId57" Type="http://schemas.openxmlformats.org/officeDocument/2006/relationships/image" Target="../media/image98.png"/><Relationship Id="rId56" Type="http://schemas.openxmlformats.org/officeDocument/2006/relationships/tags" Target="../tags/tag452.xml"/><Relationship Id="rId55" Type="http://schemas.openxmlformats.org/officeDocument/2006/relationships/tags" Target="../tags/tag451.xml"/><Relationship Id="rId54" Type="http://schemas.openxmlformats.org/officeDocument/2006/relationships/tags" Target="../tags/tag450.xml"/><Relationship Id="rId53" Type="http://schemas.openxmlformats.org/officeDocument/2006/relationships/tags" Target="../tags/tag449.xml"/><Relationship Id="rId52" Type="http://schemas.openxmlformats.org/officeDocument/2006/relationships/tags" Target="../tags/tag448.xml"/><Relationship Id="rId51" Type="http://schemas.openxmlformats.org/officeDocument/2006/relationships/tags" Target="../tags/tag447.xml"/><Relationship Id="rId50" Type="http://schemas.openxmlformats.org/officeDocument/2006/relationships/tags" Target="../tags/tag446.xml"/><Relationship Id="rId5" Type="http://schemas.openxmlformats.org/officeDocument/2006/relationships/tags" Target="../tags/tag409.xml"/><Relationship Id="rId49" Type="http://schemas.openxmlformats.org/officeDocument/2006/relationships/tags" Target="../tags/tag445.xml"/><Relationship Id="rId48" Type="http://schemas.openxmlformats.org/officeDocument/2006/relationships/tags" Target="../tags/tag444.xml"/><Relationship Id="rId47" Type="http://schemas.openxmlformats.org/officeDocument/2006/relationships/tags" Target="../tags/tag443.xml"/><Relationship Id="rId46" Type="http://schemas.openxmlformats.org/officeDocument/2006/relationships/tags" Target="../tags/tag442.xml"/><Relationship Id="rId45" Type="http://schemas.openxmlformats.org/officeDocument/2006/relationships/tags" Target="../tags/tag441.xml"/><Relationship Id="rId44" Type="http://schemas.openxmlformats.org/officeDocument/2006/relationships/tags" Target="../tags/tag440.xml"/><Relationship Id="rId43" Type="http://schemas.openxmlformats.org/officeDocument/2006/relationships/image" Target="../media/image97.svg"/><Relationship Id="rId42" Type="http://schemas.openxmlformats.org/officeDocument/2006/relationships/image" Target="../media/image96.png"/><Relationship Id="rId41" Type="http://schemas.openxmlformats.org/officeDocument/2006/relationships/tags" Target="../tags/tag439.xml"/><Relationship Id="rId40" Type="http://schemas.openxmlformats.org/officeDocument/2006/relationships/tags" Target="../tags/tag438.xml"/><Relationship Id="rId4" Type="http://schemas.openxmlformats.org/officeDocument/2006/relationships/tags" Target="../tags/tag408.xml"/><Relationship Id="rId39" Type="http://schemas.openxmlformats.org/officeDocument/2006/relationships/tags" Target="../tags/tag437.xml"/><Relationship Id="rId38" Type="http://schemas.openxmlformats.org/officeDocument/2006/relationships/image" Target="../media/image95.svg"/><Relationship Id="rId37" Type="http://schemas.openxmlformats.org/officeDocument/2006/relationships/image" Target="../media/image94.png"/><Relationship Id="rId36" Type="http://schemas.openxmlformats.org/officeDocument/2006/relationships/tags" Target="../tags/tag436.xml"/><Relationship Id="rId35" Type="http://schemas.openxmlformats.org/officeDocument/2006/relationships/tags" Target="../tags/tag435.xml"/><Relationship Id="rId34" Type="http://schemas.openxmlformats.org/officeDocument/2006/relationships/tags" Target="../tags/tag434.xml"/><Relationship Id="rId33" Type="http://schemas.openxmlformats.org/officeDocument/2006/relationships/tags" Target="../tags/tag433.xml"/><Relationship Id="rId32" Type="http://schemas.openxmlformats.org/officeDocument/2006/relationships/tags" Target="../tags/tag432.xml"/><Relationship Id="rId31" Type="http://schemas.openxmlformats.org/officeDocument/2006/relationships/tags" Target="../tags/tag431.xml"/><Relationship Id="rId30" Type="http://schemas.openxmlformats.org/officeDocument/2006/relationships/tags" Target="../tags/tag430.xml"/><Relationship Id="rId3" Type="http://schemas.openxmlformats.org/officeDocument/2006/relationships/tags" Target="../tags/tag407.xml"/><Relationship Id="rId29" Type="http://schemas.openxmlformats.org/officeDocument/2006/relationships/tags" Target="../tags/tag429.xml"/><Relationship Id="rId28" Type="http://schemas.openxmlformats.org/officeDocument/2006/relationships/tags" Target="../tags/tag428.xml"/><Relationship Id="rId27" Type="http://schemas.openxmlformats.org/officeDocument/2006/relationships/image" Target="../media/image93.svg"/><Relationship Id="rId26" Type="http://schemas.openxmlformats.org/officeDocument/2006/relationships/image" Target="../media/image92.png"/><Relationship Id="rId25" Type="http://schemas.openxmlformats.org/officeDocument/2006/relationships/tags" Target="../tags/tag427.xml"/><Relationship Id="rId24" Type="http://schemas.openxmlformats.org/officeDocument/2006/relationships/tags" Target="../tags/tag426.xml"/><Relationship Id="rId23" Type="http://schemas.openxmlformats.org/officeDocument/2006/relationships/tags" Target="../tags/tag425.xml"/><Relationship Id="rId22" Type="http://schemas.openxmlformats.org/officeDocument/2006/relationships/image" Target="../media/image91.svg"/><Relationship Id="rId21" Type="http://schemas.openxmlformats.org/officeDocument/2006/relationships/image" Target="../media/image90.png"/><Relationship Id="rId20" Type="http://schemas.openxmlformats.org/officeDocument/2006/relationships/tags" Target="../tags/tag424.xml"/><Relationship Id="rId2" Type="http://schemas.openxmlformats.org/officeDocument/2006/relationships/tags" Target="../tags/tag406.xml"/><Relationship Id="rId19" Type="http://schemas.openxmlformats.org/officeDocument/2006/relationships/tags" Target="../tags/tag423.xml"/><Relationship Id="rId18" Type="http://schemas.openxmlformats.org/officeDocument/2006/relationships/tags" Target="../tags/tag422.xml"/><Relationship Id="rId17" Type="http://schemas.openxmlformats.org/officeDocument/2006/relationships/tags" Target="../tags/tag421.xml"/><Relationship Id="rId16" Type="http://schemas.openxmlformats.org/officeDocument/2006/relationships/tags" Target="../tags/tag420.xml"/><Relationship Id="rId15" Type="http://schemas.openxmlformats.org/officeDocument/2006/relationships/tags" Target="../tags/tag419.xml"/><Relationship Id="rId14" Type="http://schemas.openxmlformats.org/officeDocument/2006/relationships/tags" Target="../tags/tag418.xml"/><Relationship Id="rId13" Type="http://schemas.openxmlformats.org/officeDocument/2006/relationships/tags" Target="../tags/tag417.xml"/><Relationship Id="rId12" Type="http://schemas.openxmlformats.org/officeDocument/2006/relationships/tags" Target="../tags/tag416.xml"/><Relationship Id="rId11" Type="http://schemas.openxmlformats.org/officeDocument/2006/relationships/tags" Target="../tags/tag415.xml"/><Relationship Id="rId10" Type="http://schemas.openxmlformats.org/officeDocument/2006/relationships/tags" Target="../tags/tag414.xml"/><Relationship Id="rId1" Type="http://schemas.openxmlformats.org/officeDocument/2006/relationships/tags" Target="../tags/tag405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7.xml"/><Relationship Id="rId2" Type="http://schemas.openxmlformats.org/officeDocument/2006/relationships/tags" Target="../tags/tag477.xml"/><Relationship Id="rId1" Type="http://schemas.openxmlformats.org/officeDocument/2006/relationships/tags" Target="../tags/tag47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7.xml"/><Relationship Id="rId2" Type="http://schemas.openxmlformats.org/officeDocument/2006/relationships/tags" Target="../tags/tag479.xml"/><Relationship Id="rId1" Type="http://schemas.openxmlformats.org/officeDocument/2006/relationships/tags" Target="../tags/tag478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488.xml"/><Relationship Id="rId8" Type="http://schemas.openxmlformats.org/officeDocument/2006/relationships/tags" Target="../tags/tag487.xml"/><Relationship Id="rId7" Type="http://schemas.openxmlformats.org/officeDocument/2006/relationships/tags" Target="../tags/tag486.xml"/><Relationship Id="rId6" Type="http://schemas.openxmlformats.org/officeDocument/2006/relationships/tags" Target="../tags/tag485.xml"/><Relationship Id="rId57" Type="http://schemas.openxmlformats.org/officeDocument/2006/relationships/notesSlide" Target="../notesSlides/notesSlide16.xml"/><Relationship Id="rId56" Type="http://schemas.openxmlformats.org/officeDocument/2006/relationships/slideLayout" Target="../slideLayouts/slideLayout17.xml"/><Relationship Id="rId55" Type="http://schemas.openxmlformats.org/officeDocument/2006/relationships/tags" Target="../tags/tag526.xml"/><Relationship Id="rId54" Type="http://schemas.openxmlformats.org/officeDocument/2006/relationships/tags" Target="../tags/tag525.xml"/><Relationship Id="rId53" Type="http://schemas.openxmlformats.org/officeDocument/2006/relationships/tags" Target="../tags/tag524.xml"/><Relationship Id="rId52" Type="http://schemas.openxmlformats.org/officeDocument/2006/relationships/tags" Target="../tags/tag523.xml"/><Relationship Id="rId51" Type="http://schemas.openxmlformats.org/officeDocument/2006/relationships/image" Target="../media/image107.svg"/><Relationship Id="rId50" Type="http://schemas.openxmlformats.org/officeDocument/2006/relationships/image" Target="../media/image106.png"/><Relationship Id="rId5" Type="http://schemas.openxmlformats.org/officeDocument/2006/relationships/tags" Target="../tags/tag484.xml"/><Relationship Id="rId49" Type="http://schemas.openxmlformats.org/officeDocument/2006/relationships/tags" Target="../tags/tag522.xml"/><Relationship Id="rId48" Type="http://schemas.openxmlformats.org/officeDocument/2006/relationships/tags" Target="../tags/tag521.xml"/><Relationship Id="rId47" Type="http://schemas.openxmlformats.org/officeDocument/2006/relationships/tags" Target="../tags/tag520.xml"/><Relationship Id="rId46" Type="http://schemas.openxmlformats.org/officeDocument/2006/relationships/tags" Target="../tags/tag519.xml"/><Relationship Id="rId45" Type="http://schemas.openxmlformats.org/officeDocument/2006/relationships/tags" Target="../tags/tag518.xml"/><Relationship Id="rId44" Type="http://schemas.openxmlformats.org/officeDocument/2006/relationships/tags" Target="../tags/tag517.xml"/><Relationship Id="rId43" Type="http://schemas.openxmlformats.org/officeDocument/2006/relationships/tags" Target="../tags/tag516.xml"/><Relationship Id="rId42" Type="http://schemas.openxmlformats.org/officeDocument/2006/relationships/tags" Target="../tags/tag515.xml"/><Relationship Id="rId41" Type="http://schemas.openxmlformats.org/officeDocument/2006/relationships/tags" Target="../tags/tag514.xml"/><Relationship Id="rId40" Type="http://schemas.openxmlformats.org/officeDocument/2006/relationships/tags" Target="../tags/tag513.xml"/><Relationship Id="rId4" Type="http://schemas.openxmlformats.org/officeDocument/2006/relationships/tags" Target="../tags/tag483.xml"/><Relationship Id="rId39" Type="http://schemas.openxmlformats.org/officeDocument/2006/relationships/tags" Target="../tags/tag512.xml"/><Relationship Id="rId38" Type="http://schemas.openxmlformats.org/officeDocument/2006/relationships/image" Target="../media/image105.svg"/><Relationship Id="rId37" Type="http://schemas.openxmlformats.org/officeDocument/2006/relationships/image" Target="../media/image104.png"/><Relationship Id="rId36" Type="http://schemas.openxmlformats.org/officeDocument/2006/relationships/tags" Target="../tags/tag511.xml"/><Relationship Id="rId35" Type="http://schemas.openxmlformats.org/officeDocument/2006/relationships/tags" Target="../tags/tag510.xml"/><Relationship Id="rId34" Type="http://schemas.openxmlformats.org/officeDocument/2006/relationships/tags" Target="../tags/tag509.xml"/><Relationship Id="rId33" Type="http://schemas.openxmlformats.org/officeDocument/2006/relationships/tags" Target="../tags/tag508.xml"/><Relationship Id="rId32" Type="http://schemas.openxmlformats.org/officeDocument/2006/relationships/tags" Target="../tags/tag507.xml"/><Relationship Id="rId31" Type="http://schemas.openxmlformats.org/officeDocument/2006/relationships/tags" Target="../tags/tag506.xml"/><Relationship Id="rId30" Type="http://schemas.openxmlformats.org/officeDocument/2006/relationships/tags" Target="../tags/tag505.xml"/><Relationship Id="rId3" Type="http://schemas.openxmlformats.org/officeDocument/2006/relationships/tags" Target="../tags/tag482.xml"/><Relationship Id="rId29" Type="http://schemas.openxmlformats.org/officeDocument/2006/relationships/tags" Target="../tags/tag504.xml"/><Relationship Id="rId28" Type="http://schemas.openxmlformats.org/officeDocument/2006/relationships/tags" Target="../tags/tag503.xml"/><Relationship Id="rId27" Type="http://schemas.openxmlformats.org/officeDocument/2006/relationships/tags" Target="../tags/tag502.xml"/><Relationship Id="rId26" Type="http://schemas.openxmlformats.org/officeDocument/2006/relationships/tags" Target="../tags/tag501.xml"/><Relationship Id="rId25" Type="http://schemas.openxmlformats.org/officeDocument/2006/relationships/image" Target="../media/image103.svg"/><Relationship Id="rId24" Type="http://schemas.openxmlformats.org/officeDocument/2006/relationships/image" Target="../media/image102.png"/><Relationship Id="rId23" Type="http://schemas.openxmlformats.org/officeDocument/2006/relationships/tags" Target="../tags/tag500.xml"/><Relationship Id="rId22" Type="http://schemas.openxmlformats.org/officeDocument/2006/relationships/tags" Target="../tags/tag499.xml"/><Relationship Id="rId21" Type="http://schemas.openxmlformats.org/officeDocument/2006/relationships/tags" Target="../tags/tag498.xml"/><Relationship Id="rId20" Type="http://schemas.openxmlformats.org/officeDocument/2006/relationships/tags" Target="../tags/tag497.xml"/><Relationship Id="rId2" Type="http://schemas.openxmlformats.org/officeDocument/2006/relationships/tags" Target="../tags/tag481.xml"/><Relationship Id="rId19" Type="http://schemas.openxmlformats.org/officeDocument/2006/relationships/tags" Target="../tags/tag496.xml"/><Relationship Id="rId18" Type="http://schemas.openxmlformats.org/officeDocument/2006/relationships/tags" Target="../tags/tag495.xml"/><Relationship Id="rId17" Type="http://schemas.openxmlformats.org/officeDocument/2006/relationships/tags" Target="../tags/tag494.xml"/><Relationship Id="rId16" Type="http://schemas.openxmlformats.org/officeDocument/2006/relationships/tags" Target="../tags/tag493.xml"/><Relationship Id="rId15" Type="http://schemas.openxmlformats.org/officeDocument/2006/relationships/tags" Target="../tags/tag492.xml"/><Relationship Id="rId14" Type="http://schemas.openxmlformats.org/officeDocument/2006/relationships/tags" Target="../tags/tag491.xml"/><Relationship Id="rId13" Type="http://schemas.openxmlformats.org/officeDocument/2006/relationships/tags" Target="../tags/tag490.xml"/><Relationship Id="rId12" Type="http://schemas.openxmlformats.org/officeDocument/2006/relationships/image" Target="../media/image101.svg"/><Relationship Id="rId11" Type="http://schemas.openxmlformats.org/officeDocument/2006/relationships/image" Target="../media/image100.png"/><Relationship Id="rId10" Type="http://schemas.openxmlformats.org/officeDocument/2006/relationships/tags" Target="../tags/tag489.xml"/><Relationship Id="rId1" Type="http://schemas.openxmlformats.org/officeDocument/2006/relationships/tags" Target="../tags/tag480.xml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7.xml"/><Relationship Id="rId4" Type="http://schemas.openxmlformats.org/officeDocument/2006/relationships/slideLayout" Target="../slideLayouts/slideLayout17.xml"/><Relationship Id="rId3" Type="http://schemas.openxmlformats.org/officeDocument/2006/relationships/tags" Target="../tags/tag529.xml"/><Relationship Id="rId2" Type="http://schemas.openxmlformats.org/officeDocument/2006/relationships/tags" Target="../tags/tag528.xml"/><Relationship Id="rId1" Type="http://schemas.openxmlformats.org/officeDocument/2006/relationships/tags" Target="../tags/tag5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9573968" y="1143000"/>
            <a:ext cx="1475032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/>
            <a:r>
              <a:rPr lang="en-US" altLang="en-US" sz="1350" spc="75">
                <a:solidFill>
                  <a:srgbClr val="F8FAFC">
                    <a:alpha val="90001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</a:t>
            </a:r>
            <a:r>
              <a:rPr lang="zh-CN" altLang="en-US" sz="1350" spc="75">
                <a:solidFill>
                  <a:srgbClr val="F8FAFC">
                    <a:alpha val="90001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</a:t>
            </a:r>
            <a:r>
              <a:rPr lang="en-US" altLang="zh-CN" sz="1350" spc="75">
                <a:solidFill>
                  <a:srgbClr val="F8FAFC">
                    <a:alpha val="90001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r>
              <a:rPr lang="zh-CN" altLang="en-US" sz="1350" spc="75">
                <a:solidFill>
                  <a:srgbClr val="F8FAFC">
                    <a:alpha val="90001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</a:t>
            </a:r>
            <a:r>
              <a:rPr lang="en-US" altLang="zh-CN" sz="1350" spc="75">
                <a:solidFill>
                  <a:srgbClr val="F8FAFC">
                    <a:alpha val="90001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r>
              <a:rPr lang="zh-CN" altLang="en-US" sz="1350" spc="75">
                <a:solidFill>
                  <a:srgbClr val="F8FAFC">
                    <a:alpha val="90001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</a:t>
            </a:r>
            <a:endParaRPr lang="zh-CN" altLang="en-US" sz="1350" spc="75">
              <a:solidFill>
                <a:srgbClr val="F8FAFC">
                  <a:alpha val="90001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5410124" y="1633538"/>
            <a:ext cx="5638876" cy="172781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>
              <a:lnSpc>
                <a:spcPct val="100000"/>
              </a:lnSpc>
            </a:pPr>
            <a:r>
              <a:rPr sz="5400" b="1" spc="150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</a:rPr>
              <a:t>迷宫路径搜索算法</a:t>
            </a:r>
            <a:endParaRPr sz="5400" b="1" spc="150">
              <a:solidFill>
                <a:srgbClr val="F8FAF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r">
              <a:lnSpc>
                <a:spcPct val="100000"/>
              </a:lnSpc>
            </a:pPr>
            <a:r>
              <a:rPr sz="5400" b="1" spc="150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</a:rPr>
              <a:t>对比分析</a:t>
            </a:r>
            <a:endParaRPr sz="5400" b="1" spc="150">
              <a:solidFill>
                <a:srgbClr val="F8FAF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3429000" y="3533746"/>
            <a:ext cx="7620000" cy="77909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indent="220345" algn="r">
              <a:lnSpc>
                <a:spcPct val="117000"/>
              </a:lnSpc>
            </a:pPr>
            <a:r>
              <a:rPr lang="en-US" altLang="zh-CN" sz="2100">
                <a:solidFill>
                  <a:srgbClr val="F8FAFC">
                    <a:alpha val="85687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BFS</a:t>
            </a:r>
            <a:r>
              <a:rPr lang="zh-CN" altLang="en-US" sz="2100">
                <a:solidFill>
                  <a:srgbClr val="F8FAFC">
                    <a:alpha val="85687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2100">
                <a:solidFill>
                  <a:srgbClr val="F8FAFC">
                    <a:alpha val="85687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DFS</a:t>
            </a:r>
            <a:r>
              <a:rPr lang="zh-CN" altLang="en-US" sz="2100">
                <a:solidFill>
                  <a:srgbClr val="F8FAFC">
                    <a:alpha val="85687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2100">
                <a:solidFill>
                  <a:srgbClr val="F8FAFC">
                    <a:alpha val="85687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Dijkstra</a:t>
            </a:r>
            <a:r>
              <a:rPr lang="zh-CN" altLang="en-US" sz="2100">
                <a:solidFill>
                  <a:srgbClr val="F8FAFC">
                    <a:alpha val="85687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2100">
                <a:solidFill>
                  <a:srgbClr val="F8FAFC">
                    <a:alpha val="85687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A* </a:t>
            </a:r>
            <a:r>
              <a:rPr lang="zh-CN" altLang="en-US" sz="2100">
                <a:solidFill>
                  <a:srgbClr val="F8FAFC">
                    <a:alpha val="85687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及扩展算法</a:t>
            </a:r>
            <a:endParaRPr lang="zh-CN" altLang="en-US" sz="2100">
              <a:solidFill>
                <a:srgbClr val="F8FAFC">
                  <a:alpha val="85687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9610649" y="4907166"/>
            <a:ext cx="1438351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/>
            <a:r>
              <a:rPr sz="1350" spc="75">
                <a:solidFill>
                  <a:srgbClr val="F8FAFC">
                    <a:alpha val="8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汇报人：唐一嘉 </a:t>
            </a:r>
            <a:r>
              <a:rPr lang="en-US" altLang="zh-CN" sz="1350" spc="75">
                <a:solidFill>
                  <a:srgbClr val="F8FAFC">
                    <a:alpha val="8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10245101434</a:t>
            </a:r>
            <a:endParaRPr sz="1350" spc="75">
              <a:solidFill>
                <a:srgbClr val="F8FAFC">
                  <a:alpha val="8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381000" y="381000"/>
            <a:ext cx="1409700" cy="6048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3600" b="1" spc="150">
                <a:solidFill>
                  <a:srgbClr val="1E40AF"/>
                </a:solidFill>
                <a:latin typeface="微软雅黑" panose="020B0503020204020204" charset="-122"/>
                <a:ea typeface="微软雅黑" panose="020B0503020204020204" charset="-122"/>
              </a:rPr>
              <a:t>目录</a:t>
            </a:r>
            <a:endParaRPr sz="3600" b="1" spc="150">
              <a:solidFill>
                <a:srgbClr val="1E40A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任意多边形 2"/>
          <p:cNvSpPr/>
          <p:nvPr>
            <p:custDataLst>
              <p:tags r:id="rId2"/>
            </p:custDataLst>
          </p:nvPr>
        </p:nvSpPr>
        <p:spPr>
          <a:xfrm>
            <a:off x="381000" y="1023620"/>
            <a:ext cx="571500" cy="38100"/>
          </a:xfrm>
          <a:custGeom>
            <a:avLst/>
            <a:gdLst>
              <a:gd name="sw" fmla="*/ 1 w 900"/>
              <a:gd name="sh" fmla="*/ 1 h 60"/>
              <a:gd name="mins" fmla="min sw sh"/>
              <a:gd name="dsw" fmla="+- 0 sw mins"/>
              <a:gd name="dsh" fmla="+- 0 sh mins"/>
              <a:gd name="p0x0" fmla="*/ 30 w 900"/>
              <a:gd name="p0y0" fmla="*/ 0 h 60"/>
              <a:gd name="p0x1" fmla="*/ 870 w 900"/>
              <a:gd name="p0y1" fmla="*/ 0 h 60"/>
              <a:gd name="p0x2" fmla="*/ 886 w 900"/>
              <a:gd name="p0y2" fmla="*/ 0 h 60"/>
              <a:gd name="p0x3" fmla="*/ 900 w 900"/>
              <a:gd name="p0y3" fmla="*/ 13 h 60"/>
              <a:gd name="p0x4" fmla="*/ 900 w 900"/>
              <a:gd name="p0y4" fmla="*/ 30 h 60"/>
              <a:gd name="p0x5" fmla="*/ 900 w 900"/>
              <a:gd name="p0y5" fmla="*/ 46 h 60"/>
              <a:gd name="p0x6" fmla="*/ 886 w 900"/>
              <a:gd name="p0y6" fmla="*/ 60 h 60"/>
              <a:gd name="p0x7" fmla="*/ 870 w 900"/>
              <a:gd name="p0y7" fmla="*/ 60 h 60"/>
              <a:gd name="p0x8" fmla="*/ 30 w 900"/>
              <a:gd name="p0y8" fmla="*/ 60 h 60"/>
              <a:gd name="p0x9" fmla="*/ 13 w 900"/>
              <a:gd name="p0y9" fmla="*/ 60 h 60"/>
              <a:gd name="p0x10" fmla="*/ 0 w 900"/>
              <a:gd name="p0y10" fmla="*/ 46 h 60"/>
              <a:gd name="p0x11" fmla="*/ 0 w 900"/>
              <a:gd name="p0y11" fmla="*/ 30 h 60"/>
              <a:gd name="p0x12" fmla="*/ 0 w 900"/>
              <a:gd name="p0y12" fmla="*/ 13 h 60"/>
              <a:gd name="p0x13" fmla="*/ 13 w 900"/>
              <a:gd name="p0y13" fmla="*/ 0 h 60"/>
              <a:gd name="p0x14" fmla="*/ 30 w 900"/>
              <a:gd name="p0y14" fmla="*/ 0 h 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EA580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任意多边形 3"/>
          <p:cNvSpPr/>
          <p:nvPr>
            <p:custDataLst>
              <p:tags r:id="rId3"/>
            </p:custDataLst>
          </p:nvPr>
        </p:nvSpPr>
        <p:spPr>
          <a:xfrm>
            <a:off x="385445" y="1295400"/>
            <a:ext cx="5514975" cy="1566545"/>
          </a:xfrm>
          <a:custGeom>
            <a:avLst/>
            <a:gdLst>
              <a:gd name="sw" fmla="*/ 1 w 8685"/>
              <a:gd name="sh" fmla="*/ 1 h 2467"/>
              <a:gd name="mins" fmla="min sw sh"/>
              <a:gd name="dsw" fmla="+- 0 sw mins"/>
              <a:gd name="dsh" fmla="+- 0 sh mins"/>
              <a:gd name="p0x0" fmla="*/ 120 w 8685"/>
              <a:gd name="p0y0" fmla="*/ 0 h 2467"/>
              <a:gd name="p0x1" fmla="*/ 8565 w 8685"/>
              <a:gd name="p0y1" fmla="*/ 0 h 2467"/>
              <a:gd name="p0x2" fmla="*/ 8631 w 8685"/>
              <a:gd name="p0y2" fmla="*/ 0 h 2467"/>
              <a:gd name="p0x3" fmla="*/ 8685 w 8685"/>
              <a:gd name="p0y3" fmla="*/ 53 h 2467"/>
              <a:gd name="p0x4" fmla="*/ 8685 w 8685"/>
              <a:gd name="p0y4" fmla="*/ 120 h 2467"/>
              <a:gd name="p0x5" fmla="*/ 8685 w 8685"/>
              <a:gd name="p0y5" fmla="*/ 2347 h 2467"/>
              <a:gd name="p0x6" fmla="*/ 8685 w 8685"/>
              <a:gd name="p0y6" fmla="*/ 2413 h 2467"/>
              <a:gd name="p0x7" fmla="*/ 8631 w 8685"/>
              <a:gd name="p0y7" fmla="*/ 2467 h 2467"/>
              <a:gd name="p0x8" fmla="*/ 8565 w 8685"/>
              <a:gd name="p0y8" fmla="*/ 2467 h 2467"/>
              <a:gd name="p0x9" fmla="*/ 120 w 8685"/>
              <a:gd name="p0y9" fmla="*/ 2467 h 2467"/>
              <a:gd name="p0x10" fmla="*/ 53 w 8685"/>
              <a:gd name="p0y10" fmla="*/ 2467 h 2467"/>
              <a:gd name="p0x11" fmla="*/ 0 w 8685"/>
              <a:gd name="p0y11" fmla="*/ 2413 h 2467"/>
              <a:gd name="p0x12" fmla="*/ 0 w 8685"/>
              <a:gd name="p0y12" fmla="*/ 2347 h 2467"/>
              <a:gd name="p0x13" fmla="*/ 0 w 8685"/>
              <a:gd name="p0y13" fmla="*/ 120 h 2467"/>
              <a:gd name="p0x14" fmla="*/ 0 w 8685"/>
              <a:gd name="p0y14" fmla="*/ 53 h 2467"/>
              <a:gd name="p0x15" fmla="*/ 53 w 8685"/>
              <a:gd name="p0y15" fmla="*/ 0 h 2467"/>
              <a:gd name="p0x16" fmla="*/ 120 w 8685"/>
              <a:gd name="p0y16" fmla="*/ 0 h 246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1F5F9"/>
          </a:solidFill>
          <a:ln w="9525" cmpd="sng">
            <a:solidFill>
              <a:srgbClr val="E2E8F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400"/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581320" y="1904524"/>
            <a:ext cx="685209" cy="34385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83000"/>
              </a:lnSpc>
            </a:pPr>
            <a:r>
              <a:rPr sz="3200" b="1">
                <a:solidFill>
                  <a:srgbClr val="3B82F6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sz="3200" b="1">
              <a:solidFill>
                <a:srgbClr val="3B82F6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44" name="组合 43"/>
          <p:cNvGrpSpPr/>
          <p:nvPr/>
        </p:nvGrpSpPr>
        <p:grpSpPr>
          <a:xfrm>
            <a:off x="1381125" y="1819275"/>
            <a:ext cx="4210050" cy="518160"/>
            <a:chOff x="2175" y="2865"/>
            <a:chExt cx="6630" cy="816"/>
          </a:xfrm>
        </p:grpSpPr>
        <p:sp>
          <p:nvSpPr>
            <p:cNvPr id="6" name="任意多边形 5"/>
            <p:cNvSpPr/>
            <p:nvPr>
              <p:custDataLst>
                <p:tags r:id="rId5"/>
              </p:custDataLst>
            </p:nvPr>
          </p:nvSpPr>
          <p:spPr>
            <a:xfrm>
              <a:off x="2175" y="2865"/>
              <a:ext cx="6630" cy="816"/>
            </a:xfrm>
            <a:custGeom>
              <a:avLst/>
              <a:gdLst>
                <a:gd name="sw" fmla="*/ 1 w 6630"/>
                <a:gd name="sh" fmla="*/ 1 h 815"/>
                <a:gd name="mins" fmla="min sw sh"/>
                <a:gd name="dsw" fmla="+- 0 sw mins"/>
                <a:gd name="dsh" fmla="+- 0 sh mins"/>
                <a:gd name="p0x0" fmla="*/ 0 w 6630"/>
                <a:gd name="p0y0" fmla="*/ 0 h 815"/>
                <a:gd name="p0x1" fmla="*/ 6630 w 6630"/>
                <a:gd name="p0y1" fmla="*/ 0 h 815"/>
                <a:gd name="p0x2" fmla="*/ 6630 w 6630"/>
                <a:gd name="p0y2" fmla="*/ 815 h 815"/>
                <a:gd name="p0x3" fmla="*/ 0 w 6630"/>
                <a:gd name="p0y3" fmla="*/ 815 h 815"/>
                <a:gd name="p0x4" fmla="*/ 0 w 6630"/>
                <a:gd name="p0y4" fmla="*/ 0 h 8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2400"/>
            </a:p>
          </p:txBody>
        </p:sp>
        <p:sp>
          <p:nvSpPr>
            <p:cNvPr id="7" name="任意多边形 6"/>
            <p:cNvSpPr/>
            <p:nvPr>
              <p:custDataLst>
                <p:tags r:id="rId6"/>
              </p:custDataLst>
            </p:nvPr>
          </p:nvSpPr>
          <p:spPr>
            <a:xfrm>
              <a:off x="2175" y="2865"/>
              <a:ext cx="30" cy="816"/>
            </a:xfrm>
            <a:custGeom>
              <a:avLst/>
              <a:gdLst>
                <a:gd name="sw" fmla="*/ 1 w 30"/>
                <a:gd name="sh" fmla="*/ 1 h 815"/>
                <a:gd name="mins" fmla="min sw sh"/>
                <a:gd name="dsw" fmla="+- 0 sw mins"/>
                <a:gd name="dsh" fmla="+- 0 sh mins"/>
                <a:gd name="p0x0" fmla="*/ 0 w 30"/>
                <a:gd name="p0y0" fmla="*/ 815 h 815"/>
                <a:gd name="p0x1" fmla="*/ 0 w 30"/>
                <a:gd name="p0y1" fmla="*/ 0 h 815"/>
                <a:gd name="p0x2" fmla="*/ 30 w 30"/>
                <a:gd name="p0y2" fmla="*/ 0 h 815"/>
                <a:gd name="p0x3" fmla="*/ 30 w 30"/>
                <a:gd name="p0y3" fmla="*/ 815 h 815"/>
                <a:gd name="p0x4" fmla="*/ 0 w 30"/>
                <a:gd name="p0y4" fmla="*/ 815 h 8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E2E8F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2400"/>
            </a:p>
          </p:txBody>
        </p:sp>
      </p:grpSp>
      <p:sp>
        <p:nvSpPr>
          <p:cNvPr id="9" name="文本框 8"/>
          <p:cNvSpPr txBox="1"/>
          <p:nvPr>
            <p:custDataLst>
              <p:tags r:id="rId7"/>
            </p:custDataLst>
          </p:nvPr>
        </p:nvSpPr>
        <p:spPr>
          <a:xfrm>
            <a:off x="1628775" y="1898145"/>
            <a:ext cx="3962400" cy="2905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17000"/>
              </a:lnSpc>
            </a:pPr>
            <a:r>
              <a:rPr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问题定义与算法概览</a:t>
            </a:r>
            <a:endParaRPr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任意多边形 11"/>
          <p:cNvSpPr/>
          <p:nvPr>
            <p:custDataLst>
              <p:tags r:id="rId8"/>
            </p:custDataLst>
          </p:nvPr>
        </p:nvSpPr>
        <p:spPr>
          <a:xfrm>
            <a:off x="6290945" y="1295400"/>
            <a:ext cx="5514975" cy="1566545"/>
          </a:xfrm>
          <a:custGeom>
            <a:avLst/>
            <a:gdLst>
              <a:gd name="sw" fmla="*/ 1 w 8685"/>
              <a:gd name="sh" fmla="*/ 1 h 2467"/>
              <a:gd name="mins" fmla="min sw sh"/>
              <a:gd name="dsw" fmla="+- 0 sw mins"/>
              <a:gd name="dsh" fmla="+- 0 sh mins"/>
              <a:gd name="p0x0" fmla="*/ 120 w 8685"/>
              <a:gd name="p0y0" fmla="*/ 0 h 2467"/>
              <a:gd name="p0x1" fmla="*/ 8565 w 8685"/>
              <a:gd name="p0y1" fmla="*/ 0 h 2467"/>
              <a:gd name="p0x2" fmla="*/ 8631 w 8685"/>
              <a:gd name="p0y2" fmla="*/ 0 h 2467"/>
              <a:gd name="p0x3" fmla="*/ 8685 w 8685"/>
              <a:gd name="p0y3" fmla="*/ 53 h 2467"/>
              <a:gd name="p0x4" fmla="*/ 8685 w 8685"/>
              <a:gd name="p0y4" fmla="*/ 120 h 2467"/>
              <a:gd name="p0x5" fmla="*/ 8685 w 8685"/>
              <a:gd name="p0y5" fmla="*/ 2347 h 2467"/>
              <a:gd name="p0x6" fmla="*/ 8685 w 8685"/>
              <a:gd name="p0y6" fmla="*/ 2413 h 2467"/>
              <a:gd name="p0x7" fmla="*/ 8631 w 8685"/>
              <a:gd name="p0y7" fmla="*/ 2467 h 2467"/>
              <a:gd name="p0x8" fmla="*/ 8565 w 8685"/>
              <a:gd name="p0y8" fmla="*/ 2467 h 2467"/>
              <a:gd name="p0x9" fmla="*/ 120 w 8685"/>
              <a:gd name="p0y9" fmla="*/ 2467 h 2467"/>
              <a:gd name="p0x10" fmla="*/ 53 w 8685"/>
              <a:gd name="p0y10" fmla="*/ 2467 h 2467"/>
              <a:gd name="p0x11" fmla="*/ 0 w 8685"/>
              <a:gd name="p0y11" fmla="*/ 2413 h 2467"/>
              <a:gd name="p0x12" fmla="*/ 0 w 8685"/>
              <a:gd name="p0y12" fmla="*/ 2347 h 2467"/>
              <a:gd name="p0x13" fmla="*/ 0 w 8685"/>
              <a:gd name="p0y13" fmla="*/ 120 h 2467"/>
              <a:gd name="p0x14" fmla="*/ 0 w 8685"/>
              <a:gd name="p0y14" fmla="*/ 53 h 2467"/>
              <a:gd name="p0x15" fmla="*/ 53 w 8685"/>
              <a:gd name="p0y15" fmla="*/ 0 h 2467"/>
              <a:gd name="p0x16" fmla="*/ 120 w 8685"/>
              <a:gd name="p0y16" fmla="*/ 0 h 246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1F5F9"/>
          </a:solidFill>
          <a:ln w="9525" cmpd="sng">
            <a:solidFill>
              <a:srgbClr val="E2E8F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400"/>
          </a:p>
        </p:txBody>
      </p:sp>
      <p:sp>
        <p:nvSpPr>
          <p:cNvPr id="13" name="文本框 12"/>
          <p:cNvSpPr txBox="1"/>
          <p:nvPr>
            <p:custDataLst>
              <p:tags r:id="rId9"/>
            </p:custDataLst>
          </p:nvPr>
        </p:nvSpPr>
        <p:spPr>
          <a:xfrm>
            <a:off x="6486820" y="1904524"/>
            <a:ext cx="685209" cy="34385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83000"/>
              </a:lnSpc>
            </a:pPr>
            <a:r>
              <a:rPr sz="3200" b="1">
                <a:solidFill>
                  <a:srgbClr val="3B82F6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sz="3200" b="1">
              <a:solidFill>
                <a:srgbClr val="3B82F6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45" name="组合 44"/>
          <p:cNvGrpSpPr/>
          <p:nvPr/>
        </p:nvGrpSpPr>
        <p:grpSpPr>
          <a:xfrm>
            <a:off x="7286625" y="1819275"/>
            <a:ext cx="4210050" cy="518160"/>
            <a:chOff x="11475" y="2865"/>
            <a:chExt cx="6630" cy="816"/>
          </a:xfrm>
        </p:grpSpPr>
        <p:sp>
          <p:nvSpPr>
            <p:cNvPr id="14" name="任意多边形 13"/>
            <p:cNvSpPr/>
            <p:nvPr>
              <p:custDataLst>
                <p:tags r:id="rId10"/>
              </p:custDataLst>
            </p:nvPr>
          </p:nvSpPr>
          <p:spPr>
            <a:xfrm>
              <a:off x="11475" y="2865"/>
              <a:ext cx="6630" cy="816"/>
            </a:xfrm>
            <a:custGeom>
              <a:avLst/>
              <a:gdLst>
                <a:gd name="sw" fmla="*/ 1 w 6630"/>
                <a:gd name="sh" fmla="*/ 1 h 815"/>
                <a:gd name="mins" fmla="min sw sh"/>
                <a:gd name="dsw" fmla="+- 0 sw mins"/>
                <a:gd name="dsh" fmla="+- 0 sh mins"/>
                <a:gd name="p0x0" fmla="*/ 0 w 6630"/>
                <a:gd name="p0y0" fmla="*/ 0 h 815"/>
                <a:gd name="p0x1" fmla="*/ 6630 w 6630"/>
                <a:gd name="p0y1" fmla="*/ 0 h 815"/>
                <a:gd name="p0x2" fmla="*/ 6630 w 6630"/>
                <a:gd name="p0y2" fmla="*/ 815 h 815"/>
                <a:gd name="p0x3" fmla="*/ 0 w 6630"/>
                <a:gd name="p0y3" fmla="*/ 815 h 815"/>
                <a:gd name="p0x4" fmla="*/ 0 w 6630"/>
                <a:gd name="p0y4" fmla="*/ 0 h 8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2400"/>
            </a:p>
          </p:txBody>
        </p:sp>
        <p:sp>
          <p:nvSpPr>
            <p:cNvPr id="15" name="任意多边形 14"/>
            <p:cNvSpPr/>
            <p:nvPr>
              <p:custDataLst>
                <p:tags r:id="rId11"/>
              </p:custDataLst>
            </p:nvPr>
          </p:nvSpPr>
          <p:spPr>
            <a:xfrm>
              <a:off x="11475" y="2865"/>
              <a:ext cx="30" cy="816"/>
            </a:xfrm>
            <a:custGeom>
              <a:avLst/>
              <a:gdLst>
                <a:gd name="sw" fmla="*/ 1 w 30"/>
                <a:gd name="sh" fmla="*/ 1 h 815"/>
                <a:gd name="mins" fmla="min sw sh"/>
                <a:gd name="dsw" fmla="+- 0 sw mins"/>
                <a:gd name="dsh" fmla="+- 0 sh mins"/>
                <a:gd name="p0x0" fmla="*/ 0 w 30"/>
                <a:gd name="p0y0" fmla="*/ 815 h 815"/>
                <a:gd name="p0x1" fmla="*/ 0 w 30"/>
                <a:gd name="p0y1" fmla="*/ 0 h 815"/>
                <a:gd name="p0x2" fmla="*/ 30 w 30"/>
                <a:gd name="p0y2" fmla="*/ 0 h 815"/>
                <a:gd name="p0x3" fmla="*/ 30 w 30"/>
                <a:gd name="p0y3" fmla="*/ 815 h 815"/>
                <a:gd name="p0x4" fmla="*/ 0 w 30"/>
                <a:gd name="p0y4" fmla="*/ 815 h 8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E2E8F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2400"/>
            </a:p>
          </p:txBody>
        </p:sp>
      </p:grpSp>
      <p:sp>
        <p:nvSpPr>
          <p:cNvPr id="17" name="文本框 16"/>
          <p:cNvSpPr txBox="1"/>
          <p:nvPr>
            <p:custDataLst>
              <p:tags r:id="rId12"/>
            </p:custDataLst>
          </p:nvPr>
        </p:nvSpPr>
        <p:spPr>
          <a:xfrm>
            <a:off x="7534275" y="1898145"/>
            <a:ext cx="3962400" cy="2905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17000"/>
              </a:lnSpc>
            </a:pPr>
            <a:r>
              <a:rPr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拓展对比</a:t>
            </a:r>
            <a:r>
              <a:rPr b="1" spc="15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分析</a:t>
            </a:r>
            <a:endParaRPr b="1" spc="15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0" name="任意多边形 19"/>
          <p:cNvSpPr/>
          <p:nvPr>
            <p:custDataLst>
              <p:tags r:id="rId13"/>
            </p:custDataLst>
          </p:nvPr>
        </p:nvSpPr>
        <p:spPr>
          <a:xfrm>
            <a:off x="385445" y="3100070"/>
            <a:ext cx="5514975" cy="1567180"/>
          </a:xfrm>
          <a:custGeom>
            <a:avLst/>
            <a:gdLst>
              <a:gd name="sw" fmla="*/ 1 w 8685"/>
              <a:gd name="sh" fmla="*/ 1 h 2467"/>
              <a:gd name="mins" fmla="min sw sh"/>
              <a:gd name="dsw" fmla="+- 0 sw mins"/>
              <a:gd name="dsh" fmla="+- 0 sh mins"/>
              <a:gd name="p0x0" fmla="*/ 120 w 8685"/>
              <a:gd name="p0y0" fmla="*/ 0 h 2467"/>
              <a:gd name="p0x1" fmla="*/ 8565 w 8685"/>
              <a:gd name="p0y1" fmla="*/ 0 h 2467"/>
              <a:gd name="p0x2" fmla="*/ 8631 w 8685"/>
              <a:gd name="p0y2" fmla="*/ 0 h 2467"/>
              <a:gd name="p0x3" fmla="*/ 8685 w 8685"/>
              <a:gd name="p0y3" fmla="*/ 53 h 2467"/>
              <a:gd name="p0x4" fmla="*/ 8685 w 8685"/>
              <a:gd name="p0y4" fmla="*/ 120 h 2467"/>
              <a:gd name="p0x5" fmla="*/ 8685 w 8685"/>
              <a:gd name="p0y5" fmla="*/ 2347 h 2467"/>
              <a:gd name="p0x6" fmla="*/ 8685 w 8685"/>
              <a:gd name="p0y6" fmla="*/ 2413 h 2467"/>
              <a:gd name="p0x7" fmla="*/ 8631 w 8685"/>
              <a:gd name="p0y7" fmla="*/ 2467 h 2467"/>
              <a:gd name="p0x8" fmla="*/ 8565 w 8685"/>
              <a:gd name="p0y8" fmla="*/ 2467 h 2467"/>
              <a:gd name="p0x9" fmla="*/ 120 w 8685"/>
              <a:gd name="p0y9" fmla="*/ 2467 h 2467"/>
              <a:gd name="p0x10" fmla="*/ 53 w 8685"/>
              <a:gd name="p0y10" fmla="*/ 2467 h 2467"/>
              <a:gd name="p0x11" fmla="*/ 0 w 8685"/>
              <a:gd name="p0y11" fmla="*/ 2413 h 2467"/>
              <a:gd name="p0x12" fmla="*/ 0 w 8685"/>
              <a:gd name="p0y12" fmla="*/ 2347 h 2467"/>
              <a:gd name="p0x13" fmla="*/ 0 w 8685"/>
              <a:gd name="p0y13" fmla="*/ 120 h 2467"/>
              <a:gd name="p0x14" fmla="*/ 0 w 8685"/>
              <a:gd name="p0y14" fmla="*/ 53 h 2467"/>
              <a:gd name="p0x15" fmla="*/ 53 w 8685"/>
              <a:gd name="p0y15" fmla="*/ 0 h 2467"/>
              <a:gd name="p0x16" fmla="*/ 120 w 8685"/>
              <a:gd name="p0y16" fmla="*/ 0 h 246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1F5F9"/>
          </a:solidFill>
          <a:ln w="9525" cmpd="sng">
            <a:solidFill>
              <a:srgbClr val="E2E8F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400"/>
          </a:p>
        </p:txBody>
      </p:sp>
      <p:sp>
        <p:nvSpPr>
          <p:cNvPr id="21" name="文本框 20"/>
          <p:cNvSpPr txBox="1"/>
          <p:nvPr>
            <p:custDataLst>
              <p:tags r:id="rId14"/>
            </p:custDataLst>
          </p:nvPr>
        </p:nvSpPr>
        <p:spPr>
          <a:xfrm>
            <a:off x="581320" y="3709511"/>
            <a:ext cx="685209" cy="34385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83000"/>
              </a:lnSpc>
            </a:pPr>
            <a:r>
              <a:rPr sz="3200" b="1">
                <a:solidFill>
                  <a:srgbClr val="3B82F6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sz="3200" b="1">
              <a:solidFill>
                <a:srgbClr val="3B82F6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46" name="组合 45"/>
          <p:cNvGrpSpPr/>
          <p:nvPr/>
        </p:nvGrpSpPr>
        <p:grpSpPr>
          <a:xfrm>
            <a:off x="1381125" y="3624580"/>
            <a:ext cx="4210050" cy="518160"/>
            <a:chOff x="2175" y="5708"/>
            <a:chExt cx="6630" cy="816"/>
          </a:xfrm>
        </p:grpSpPr>
        <p:sp>
          <p:nvSpPr>
            <p:cNvPr id="22" name="任意多边形 21"/>
            <p:cNvSpPr/>
            <p:nvPr>
              <p:custDataLst>
                <p:tags r:id="rId15"/>
              </p:custDataLst>
            </p:nvPr>
          </p:nvSpPr>
          <p:spPr>
            <a:xfrm>
              <a:off x="2175" y="5708"/>
              <a:ext cx="6630" cy="816"/>
            </a:xfrm>
            <a:custGeom>
              <a:avLst/>
              <a:gdLst>
                <a:gd name="sw" fmla="*/ 1 w 6630"/>
                <a:gd name="sh" fmla="*/ 1 h 815"/>
                <a:gd name="mins" fmla="min sw sh"/>
                <a:gd name="dsw" fmla="+- 0 sw mins"/>
                <a:gd name="dsh" fmla="+- 0 sh mins"/>
                <a:gd name="p0x0" fmla="*/ 0 w 6630"/>
                <a:gd name="p0y0" fmla="*/ 0 h 815"/>
                <a:gd name="p0x1" fmla="*/ 6630 w 6630"/>
                <a:gd name="p0y1" fmla="*/ 0 h 815"/>
                <a:gd name="p0x2" fmla="*/ 6630 w 6630"/>
                <a:gd name="p0y2" fmla="*/ 815 h 815"/>
                <a:gd name="p0x3" fmla="*/ 0 w 6630"/>
                <a:gd name="p0y3" fmla="*/ 815 h 815"/>
                <a:gd name="p0x4" fmla="*/ 0 w 6630"/>
                <a:gd name="p0y4" fmla="*/ 0 h 8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2400"/>
            </a:p>
          </p:txBody>
        </p:sp>
        <p:sp>
          <p:nvSpPr>
            <p:cNvPr id="23" name="任意多边形 22"/>
            <p:cNvSpPr/>
            <p:nvPr>
              <p:custDataLst>
                <p:tags r:id="rId16"/>
              </p:custDataLst>
            </p:nvPr>
          </p:nvSpPr>
          <p:spPr>
            <a:xfrm>
              <a:off x="2175" y="5708"/>
              <a:ext cx="30" cy="816"/>
            </a:xfrm>
            <a:custGeom>
              <a:avLst/>
              <a:gdLst>
                <a:gd name="sw" fmla="*/ 1 w 30"/>
                <a:gd name="sh" fmla="*/ 1 h 815"/>
                <a:gd name="mins" fmla="min sw sh"/>
                <a:gd name="dsw" fmla="+- 0 sw mins"/>
                <a:gd name="dsh" fmla="+- 0 sh mins"/>
                <a:gd name="p0x0" fmla="*/ 0 w 30"/>
                <a:gd name="p0y0" fmla="*/ 815 h 815"/>
                <a:gd name="p0x1" fmla="*/ 0 w 30"/>
                <a:gd name="p0y1" fmla="*/ 0 h 815"/>
                <a:gd name="p0x2" fmla="*/ 30 w 30"/>
                <a:gd name="p0y2" fmla="*/ 0 h 815"/>
                <a:gd name="p0x3" fmla="*/ 30 w 30"/>
                <a:gd name="p0y3" fmla="*/ 815 h 815"/>
                <a:gd name="p0x4" fmla="*/ 0 w 30"/>
                <a:gd name="p0y4" fmla="*/ 815 h 8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E2E8F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2400"/>
            </a:p>
          </p:txBody>
        </p:sp>
      </p:grpSp>
      <p:sp>
        <p:nvSpPr>
          <p:cNvPr id="25" name="文本框 24"/>
          <p:cNvSpPr txBox="1"/>
          <p:nvPr>
            <p:custDataLst>
              <p:tags r:id="rId17"/>
            </p:custDataLst>
          </p:nvPr>
        </p:nvSpPr>
        <p:spPr>
          <a:xfrm>
            <a:off x="1628775" y="3709483"/>
            <a:ext cx="3962400" cy="2905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搜索</a:t>
            </a:r>
            <a:r>
              <a:rPr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路径可视化分析</a:t>
            </a:r>
            <a:endParaRPr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8" name="任意多边形 27"/>
          <p:cNvSpPr/>
          <p:nvPr>
            <p:custDataLst>
              <p:tags r:id="rId18"/>
            </p:custDataLst>
          </p:nvPr>
        </p:nvSpPr>
        <p:spPr>
          <a:xfrm>
            <a:off x="6290945" y="3100070"/>
            <a:ext cx="5514975" cy="1567180"/>
          </a:xfrm>
          <a:custGeom>
            <a:avLst/>
            <a:gdLst>
              <a:gd name="sw" fmla="*/ 1 w 8685"/>
              <a:gd name="sh" fmla="*/ 1 h 2467"/>
              <a:gd name="mins" fmla="min sw sh"/>
              <a:gd name="dsw" fmla="+- 0 sw mins"/>
              <a:gd name="dsh" fmla="+- 0 sh mins"/>
              <a:gd name="p0x0" fmla="*/ 120 w 8685"/>
              <a:gd name="p0y0" fmla="*/ 0 h 2467"/>
              <a:gd name="p0x1" fmla="*/ 8565 w 8685"/>
              <a:gd name="p0y1" fmla="*/ 0 h 2467"/>
              <a:gd name="p0x2" fmla="*/ 8631 w 8685"/>
              <a:gd name="p0y2" fmla="*/ 0 h 2467"/>
              <a:gd name="p0x3" fmla="*/ 8685 w 8685"/>
              <a:gd name="p0y3" fmla="*/ 53 h 2467"/>
              <a:gd name="p0x4" fmla="*/ 8685 w 8685"/>
              <a:gd name="p0y4" fmla="*/ 120 h 2467"/>
              <a:gd name="p0x5" fmla="*/ 8685 w 8685"/>
              <a:gd name="p0y5" fmla="*/ 2347 h 2467"/>
              <a:gd name="p0x6" fmla="*/ 8685 w 8685"/>
              <a:gd name="p0y6" fmla="*/ 2413 h 2467"/>
              <a:gd name="p0x7" fmla="*/ 8631 w 8685"/>
              <a:gd name="p0y7" fmla="*/ 2467 h 2467"/>
              <a:gd name="p0x8" fmla="*/ 8565 w 8685"/>
              <a:gd name="p0y8" fmla="*/ 2467 h 2467"/>
              <a:gd name="p0x9" fmla="*/ 120 w 8685"/>
              <a:gd name="p0y9" fmla="*/ 2467 h 2467"/>
              <a:gd name="p0x10" fmla="*/ 53 w 8685"/>
              <a:gd name="p0y10" fmla="*/ 2467 h 2467"/>
              <a:gd name="p0x11" fmla="*/ 0 w 8685"/>
              <a:gd name="p0y11" fmla="*/ 2413 h 2467"/>
              <a:gd name="p0x12" fmla="*/ 0 w 8685"/>
              <a:gd name="p0y12" fmla="*/ 2347 h 2467"/>
              <a:gd name="p0x13" fmla="*/ 0 w 8685"/>
              <a:gd name="p0y13" fmla="*/ 120 h 2467"/>
              <a:gd name="p0x14" fmla="*/ 0 w 8685"/>
              <a:gd name="p0y14" fmla="*/ 53 h 2467"/>
              <a:gd name="p0x15" fmla="*/ 53 w 8685"/>
              <a:gd name="p0y15" fmla="*/ 0 h 2467"/>
              <a:gd name="p0x16" fmla="*/ 120 w 8685"/>
              <a:gd name="p0y16" fmla="*/ 0 h 246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1F5F9"/>
          </a:solidFill>
          <a:ln w="9525" cmpd="sng">
            <a:solidFill>
              <a:srgbClr val="E2E8F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400"/>
          </a:p>
        </p:txBody>
      </p:sp>
      <p:sp>
        <p:nvSpPr>
          <p:cNvPr id="29" name="文本框 28"/>
          <p:cNvSpPr txBox="1"/>
          <p:nvPr>
            <p:custDataLst>
              <p:tags r:id="rId19"/>
            </p:custDataLst>
          </p:nvPr>
        </p:nvSpPr>
        <p:spPr>
          <a:xfrm>
            <a:off x="6486820" y="3709511"/>
            <a:ext cx="685209" cy="34385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83000"/>
              </a:lnSpc>
            </a:pPr>
            <a:r>
              <a:rPr sz="3200" b="1">
                <a:solidFill>
                  <a:srgbClr val="3B82F6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sz="3200" b="1">
              <a:solidFill>
                <a:srgbClr val="3B82F6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47" name="组合 46"/>
          <p:cNvGrpSpPr/>
          <p:nvPr/>
        </p:nvGrpSpPr>
        <p:grpSpPr>
          <a:xfrm>
            <a:off x="7286625" y="3624580"/>
            <a:ext cx="4210050" cy="518160"/>
            <a:chOff x="11475" y="5708"/>
            <a:chExt cx="6630" cy="816"/>
          </a:xfrm>
        </p:grpSpPr>
        <p:sp>
          <p:nvSpPr>
            <p:cNvPr id="30" name="任意多边形 29"/>
            <p:cNvSpPr/>
            <p:nvPr>
              <p:custDataLst>
                <p:tags r:id="rId20"/>
              </p:custDataLst>
            </p:nvPr>
          </p:nvSpPr>
          <p:spPr>
            <a:xfrm>
              <a:off x="11475" y="5708"/>
              <a:ext cx="6630" cy="816"/>
            </a:xfrm>
            <a:custGeom>
              <a:avLst/>
              <a:gdLst>
                <a:gd name="sw" fmla="*/ 1 w 6630"/>
                <a:gd name="sh" fmla="*/ 1 h 815"/>
                <a:gd name="mins" fmla="min sw sh"/>
                <a:gd name="dsw" fmla="+- 0 sw mins"/>
                <a:gd name="dsh" fmla="+- 0 sh mins"/>
                <a:gd name="p0x0" fmla="*/ 0 w 6630"/>
                <a:gd name="p0y0" fmla="*/ 0 h 815"/>
                <a:gd name="p0x1" fmla="*/ 6630 w 6630"/>
                <a:gd name="p0y1" fmla="*/ 0 h 815"/>
                <a:gd name="p0x2" fmla="*/ 6630 w 6630"/>
                <a:gd name="p0y2" fmla="*/ 815 h 815"/>
                <a:gd name="p0x3" fmla="*/ 0 w 6630"/>
                <a:gd name="p0y3" fmla="*/ 815 h 815"/>
                <a:gd name="p0x4" fmla="*/ 0 w 6630"/>
                <a:gd name="p0y4" fmla="*/ 0 h 8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2400"/>
            </a:p>
          </p:txBody>
        </p:sp>
        <p:sp>
          <p:nvSpPr>
            <p:cNvPr id="31" name="任意多边形 30"/>
            <p:cNvSpPr/>
            <p:nvPr>
              <p:custDataLst>
                <p:tags r:id="rId21"/>
              </p:custDataLst>
            </p:nvPr>
          </p:nvSpPr>
          <p:spPr>
            <a:xfrm>
              <a:off x="11475" y="5708"/>
              <a:ext cx="30" cy="816"/>
            </a:xfrm>
            <a:custGeom>
              <a:avLst/>
              <a:gdLst>
                <a:gd name="sw" fmla="*/ 1 w 30"/>
                <a:gd name="sh" fmla="*/ 1 h 815"/>
                <a:gd name="mins" fmla="min sw sh"/>
                <a:gd name="dsw" fmla="+- 0 sw mins"/>
                <a:gd name="dsh" fmla="+- 0 sh mins"/>
                <a:gd name="p0x0" fmla="*/ 0 w 30"/>
                <a:gd name="p0y0" fmla="*/ 815 h 815"/>
                <a:gd name="p0x1" fmla="*/ 0 w 30"/>
                <a:gd name="p0y1" fmla="*/ 0 h 815"/>
                <a:gd name="p0x2" fmla="*/ 30 w 30"/>
                <a:gd name="p0y2" fmla="*/ 0 h 815"/>
                <a:gd name="p0x3" fmla="*/ 30 w 30"/>
                <a:gd name="p0y3" fmla="*/ 815 h 815"/>
                <a:gd name="p0x4" fmla="*/ 0 w 30"/>
                <a:gd name="p0y4" fmla="*/ 815 h 8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E2E8F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2400"/>
            </a:p>
          </p:txBody>
        </p:sp>
      </p:grpSp>
      <p:sp>
        <p:nvSpPr>
          <p:cNvPr id="33" name="文本框 32"/>
          <p:cNvSpPr txBox="1"/>
          <p:nvPr>
            <p:custDataLst>
              <p:tags r:id="rId22"/>
            </p:custDataLst>
          </p:nvPr>
        </p:nvSpPr>
        <p:spPr>
          <a:xfrm>
            <a:off x="7534275" y="3709483"/>
            <a:ext cx="3962400" cy="2905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17000"/>
              </a:lnSpc>
            </a:pPr>
            <a:r>
              <a:rPr lang="zh-CN" altLang="en-US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结论</a:t>
            </a:r>
            <a:endParaRPr lang="zh-CN" altLang="en-US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9622479" y="2219325"/>
            <a:ext cx="2569521" cy="12811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9000" b="1">
                <a:solidFill>
                  <a:srgbClr val="1E40AF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sz="9000" b="1">
              <a:solidFill>
                <a:srgbClr val="1E40A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4705274" y="3662363"/>
            <a:ext cx="7029526" cy="90487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5400" b="1" spc="15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问题定义与算法概览</a:t>
            </a:r>
            <a:endParaRPr sz="5400" b="1" spc="15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457200" y="409575"/>
            <a:ext cx="3810000" cy="5715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3000" b="1">
                <a:solidFill>
                  <a:srgbClr val="1E40AF"/>
                </a:solidFill>
                <a:latin typeface="微软雅黑" panose="020B0503020204020204" charset="-122"/>
                <a:ea typeface="微软雅黑" panose="020B0503020204020204" charset="-122"/>
              </a:rPr>
              <a:t>问题定义：迷宫寻路</a:t>
            </a:r>
            <a:endParaRPr sz="3000" b="1">
              <a:solidFill>
                <a:srgbClr val="1E40A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任意多边形 2"/>
          <p:cNvSpPr/>
          <p:nvPr>
            <p:custDataLst>
              <p:tags r:id="rId2"/>
            </p:custDataLst>
          </p:nvPr>
        </p:nvSpPr>
        <p:spPr>
          <a:xfrm>
            <a:off x="457200" y="1162050"/>
            <a:ext cx="3631565" cy="1137920"/>
          </a:xfrm>
          <a:custGeom>
            <a:avLst/>
            <a:gdLst>
              <a:gd name="sw" fmla="*/ 1 w 5719"/>
              <a:gd name="sh" fmla="*/ 1 h 1792"/>
              <a:gd name="mins" fmla="min sw sh"/>
              <a:gd name="dsw" fmla="+- 0 sw mins"/>
              <a:gd name="dsh" fmla="+- 0 sh mins"/>
              <a:gd name="p0x0" fmla="*/ 240 w 5719"/>
              <a:gd name="p0y0" fmla="*/ 0 h 1792"/>
              <a:gd name="p0x1" fmla="*/ 5479 w 5719"/>
              <a:gd name="p0y1" fmla="*/ 0 h 1792"/>
              <a:gd name="p0x2" fmla="*/ 5612 w 5719"/>
              <a:gd name="p0y2" fmla="*/ 0 h 1792"/>
              <a:gd name="p0x3" fmla="*/ 5719 w 5719"/>
              <a:gd name="p0y3" fmla="*/ 107 h 1792"/>
              <a:gd name="p0x4" fmla="*/ 5719 w 5719"/>
              <a:gd name="p0y4" fmla="*/ 240 h 1792"/>
              <a:gd name="p0x5" fmla="*/ 5719 w 5719"/>
              <a:gd name="p0y5" fmla="*/ 1552 h 1792"/>
              <a:gd name="p0x6" fmla="*/ 5719 w 5719"/>
              <a:gd name="p0y6" fmla="*/ 1685 h 1792"/>
              <a:gd name="p0x7" fmla="*/ 5612 w 5719"/>
              <a:gd name="p0y7" fmla="*/ 1792 h 1792"/>
              <a:gd name="p0x8" fmla="*/ 5479 w 5719"/>
              <a:gd name="p0y8" fmla="*/ 1792 h 1792"/>
              <a:gd name="p0x9" fmla="*/ 240 w 5719"/>
              <a:gd name="p0y9" fmla="*/ 1792 h 1792"/>
              <a:gd name="p0x10" fmla="*/ 107 w 5719"/>
              <a:gd name="p0y10" fmla="*/ 1792 h 1792"/>
              <a:gd name="p0x11" fmla="*/ 0 w 5719"/>
              <a:gd name="p0y11" fmla="*/ 1685 h 1792"/>
              <a:gd name="p0x12" fmla="*/ 0 w 5719"/>
              <a:gd name="p0y12" fmla="*/ 1552 h 1792"/>
              <a:gd name="p0x13" fmla="*/ 0 w 5719"/>
              <a:gd name="p0y13" fmla="*/ 240 h 1792"/>
              <a:gd name="p0x14" fmla="*/ 0 w 5719"/>
              <a:gd name="p0y14" fmla="*/ 107 h 1792"/>
              <a:gd name="p0x15" fmla="*/ 107 w 5719"/>
              <a:gd name="p0y15" fmla="*/ 0 h 1792"/>
              <a:gd name="p0x16" fmla="*/ 240 w 5719"/>
              <a:gd name="p0y16" fmla="*/ 0 h 1792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1F5F9"/>
          </a:solidFill>
          <a:ln>
            <a:noFill/>
          </a:ln>
          <a:effectLst>
            <a:outerShdw blurRad="428625" dist="95250" dir="5399999" algn="ctr" rotWithShape="0">
              <a:srgbClr val="000000">
                <a:alpha val="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任意多边形 3"/>
          <p:cNvSpPr/>
          <p:nvPr>
            <p:custDataLst>
              <p:tags r:id="rId3"/>
            </p:custDataLst>
          </p:nvPr>
        </p:nvSpPr>
        <p:spPr>
          <a:xfrm>
            <a:off x="2129790" y="1276350"/>
            <a:ext cx="285750" cy="285750"/>
          </a:xfrm>
          <a:custGeom>
            <a:avLst/>
            <a:gdLst>
              <a:gd name="sw" fmla="*/ 1 w 450"/>
              <a:gd name="sh" fmla="*/ 1 h 450"/>
              <a:gd name="mins" fmla="min sw sh"/>
              <a:gd name="dsw" fmla="+- 0 sw mins"/>
              <a:gd name="dsh" fmla="+- 0 sh mins"/>
              <a:gd name="p0x0" fmla="*/ 120 w 450"/>
              <a:gd name="p0y0" fmla="*/ 0 h 450"/>
              <a:gd name="p0x1" fmla="*/ 330 w 450"/>
              <a:gd name="p0y1" fmla="*/ 0 h 450"/>
              <a:gd name="p0x2" fmla="*/ 396 w 450"/>
              <a:gd name="p0y2" fmla="*/ 0 h 450"/>
              <a:gd name="p0x3" fmla="*/ 450 w 450"/>
              <a:gd name="p0y3" fmla="*/ 53 h 450"/>
              <a:gd name="p0x4" fmla="*/ 450 w 450"/>
              <a:gd name="p0y4" fmla="*/ 120 h 450"/>
              <a:gd name="p0x5" fmla="*/ 450 w 450"/>
              <a:gd name="p0y5" fmla="*/ 330 h 450"/>
              <a:gd name="p0x6" fmla="*/ 450 w 450"/>
              <a:gd name="p0y6" fmla="*/ 396 h 450"/>
              <a:gd name="p0x7" fmla="*/ 396 w 450"/>
              <a:gd name="p0y7" fmla="*/ 450 h 450"/>
              <a:gd name="p0x8" fmla="*/ 330 w 450"/>
              <a:gd name="p0y8" fmla="*/ 450 h 450"/>
              <a:gd name="p0x9" fmla="*/ 120 w 450"/>
              <a:gd name="p0y9" fmla="*/ 450 h 450"/>
              <a:gd name="p0x10" fmla="*/ 53 w 450"/>
              <a:gd name="p0y10" fmla="*/ 450 h 450"/>
              <a:gd name="p0x11" fmla="*/ 0 w 450"/>
              <a:gd name="p0y11" fmla="*/ 396 h 450"/>
              <a:gd name="p0x12" fmla="*/ 0 w 450"/>
              <a:gd name="p0y12" fmla="*/ 330 h 450"/>
              <a:gd name="p0x13" fmla="*/ 0 w 450"/>
              <a:gd name="p0y13" fmla="*/ 120 h 450"/>
              <a:gd name="p0x14" fmla="*/ 0 w 450"/>
              <a:gd name="p0y14" fmla="*/ 53 h 450"/>
              <a:gd name="p0x15" fmla="*/ 53 w 450"/>
              <a:gd name="p0y15" fmla="*/ 0 h 450"/>
              <a:gd name="p0x16" fmla="*/ 120 w 450"/>
              <a:gd name="p0y16" fmla="*/ 0 h 45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t="-10714" b="-10714"/>
          <a:stretch>
            <a:fillRect/>
          </a:stretch>
        </p:blipFill>
        <p:spPr>
          <a:xfrm>
            <a:off x="2205990" y="1337945"/>
            <a:ext cx="133350" cy="161925"/>
          </a:xfrm>
          <a:prstGeom prst="rect">
            <a:avLst/>
          </a:prstGeom>
        </p:spPr>
      </p:pic>
      <p:sp>
        <p:nvSpPr>
          <p:cNvPr id="6" name="文本框 5"/>
          <p:cNvSpPr txBox="1"/>
          <p:nvPr>
            <p:custDataLst>
              <p:tags r:id="rId7"/>
            </p:custDataLst>
          </p:nvPr>
        </p:nvSpPr>
        <p:spPr>
          <a:xfrm>
            <a:off x="1770831" y="1600200"/>
            <a:ext cx="1004888" cy="35718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lang="en-US" altLang="en-US" sz="1950" b="1">
                <a:solidFill>
                  <a:srgbClr val="1E40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 </a:t>
            </a:r>
            <a:r>
              <a:rPr lang="zh-CN" altLang="en-US" sz="1950" b="1">
                <a:solidFill>
                  <a:srgbClr val="1E40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×</a:t>
            </a:r>
            <a:r>
              <a:rPr lang="en-US" altLang="zh-CN" sz="1950" b="1">
                <a:solidFill>
                  <a:srgbClr val="1E40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m</a:t>
            </a:r>
            <a:endParaRPr lang="en-US" altLang="zh-CN" sz="1950" b="1">
              <a:solidFill>
                <a:srgbClr val="1E40A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8"/>
            </p:custDataLst>
          </p:nvPr>
        </p:nvSpPr>
        <p:spPr>
          <a:xfrm>
            <a:off x="1806550" y="1995488"/>
            <a:ext cx="933450" cy="1905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050">
                <a:solidFill>
                  <a:srgbClr val="0F172A">
                    <a:alpha val="70196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迷宫维度规模</a:t>
            </a:r>
            <a:endParaRPr sz="1050">
              <a:solidFill>
                <a:srgbClr val="0F172A">
                  <a:alpha val="70196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任意多边形 7"/>
          <p:cNvSpPr/>
          <p:nvPr>
            <p:custDataLst>
              <p:tags r:id="rId9"/>
            </p:custDataLst>
          </p:nvPr>
        </p:nvSpPr>
        <p:spPr>
          <a:xfrm>
            <a:off x="4279265" y="1162050"/>
            <a:ext cx="3632200" cy="1137920"/>
          </a:xfrm>
          <a:custGeom>
            <a:avLst/>
            <a:gdLst>
              <a:gd name="sw" fmla="*/ 1 w 5720"/>
              <a:gd name="sh" fmla="*/ 1 h 1792"/>
              <a:gd name="mins" fmla="min sw sh"/>
              <a:gd name="dsw" fmla="+- 0 sw mins"/>
              <a:gd name="dsh" fmla="+- 0 sh mins"/>
              <a:gd name="p0x0" fmla="*/ 240 w 5720"/>
              <a:gd name="p0y0" fmla="*/ 0 h 1792"/>
              <a:gd name="p0x1" fmla="*/ 5480 w 5720"/>
              <a:gd name="p0y1" fmla="*/ 0 h 1792"/>
              <a:gd name="p0x2" fmla="*/ 5612 w 5720"/>
              <a:gd name="p0y2" fmla="*/ 0 h 1792"/>
              <a:gd name="p0x3" fmla="*/ 5720 w 5720"/>
              <a:gd name="p0y3" fmla="*/ 107 h 1792"/>
              <a:gd name="p0x4" fmla="*/ 5720 w 5720"/>
              <a:gd name="p0y4" fmla="*/ 240 h 1792"/>
              <a:gd name="p0x5" fmla="*/ 5720 w 5720"/>
              <a:gd name="p0y5" fmla="*/ 1552 h 1792"/>
              <a:gd name="p0x6" fmla="*/ 5720 w 5720"/>
              <a:gd name="p0y6" fmla="*/ 1685 h 1792"/>
              <a:gd name="p0x7" fmla="*/ 5612 w 5720"/>
              <a:gd name="p0y7" fmla="*/ 1792 h 1792"/>
              <a:gd name="p0x8" fmla="*/ 5480 w 5720"/>
              <a:gd name="p0y8" fmla="*/ 1792 h 1792"/>
              <a:gd name="p0x9" fmla="*/ 240 w 5720"/>
              <a:gd name="p0y9" fmla="*/ 1792 h 1792"/>
              <a:gd name="p0x10" fmla="*/ 107 w 5720"/>
              <a:gd name="p0y10" fmla="*/ 1792 h 1792"/>
              <a:gd name="p0x11" fmla="*/ 0 w 5720"/>
              <a:gd name="p0y11" fmla="*/ 1685 h 1792"/>
              <a:gd name="p0x12" fmla="*/ 0 w 5720"/>
              <a:gd name="p0y12" fmla="*/ 1552 h 1792"/>
              <a:gd name="p0x13" fmla="*/ 0 w 5720"/>
              <a:gd name="p0y13" fmla="*/ 240 h 1792"/>
              <a:gd name="p0x14" fmla="*/ 0 w 5720"/>
              <a:gd name="p0y14" fmla="*/ 107 h 1792"/>
              <a:gd name="p0x15" fmla="*/ 107 w 5720"/>
              <a:gd name="p0y15" fmla="*/ 0 h 1792"/>
              <a:gd name="p0x16" fmla="*/ 240 w 5720"/>
              <a:gd name="p0y16" fmla="*/ 0 h 1792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1F5F9"/>
          </a:solidFill>
          <a:ln>
            <a:noFill/>
          </a:ln>
          <a:effectLst>
            <a:outerShdw blurRad="428625" dist="95250" dir="5399999" algn="ctr" rotWithShape="0">
              <a:srgbClr val="000000">
                <a:alpha val="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任意多边形 8"/>
          <p:cNvSpPr/>
          <p:nvPr>
            <p:custDataLst>
              <p:tags r:id="rId10"/>
            </p:custDataLst>
          </p:nvPr>
        </p:nvSpPr>
        <p:spPr>
          <a:xfrm>
            <a:off x="5952490" y="1276350"/>
            <a:ext cx="285750" cy="285750"/>
          </a:xfrm>
          <a:custGeom>
            <a:avLst/>
            <a:gdLst>
              <a:gd name="sw" fmla="*/ 1 w 450"/>
              <a:gd name="sh" fmla="*/ 1 h 450"/>
              <a:gd name="mins" fmla="min sw sh"/>
              <a:gd name="dsw" fmla="+- 0 sw mins"/>
              <a:gd name="dsh" fmla="+- 0 sh mins"/>
              <a:gd name="p0x0" fmla="*/ 120 w 450"/>
              <a:gd name="p0y0" fmla="*/ 0 h 450"/>
              <a:gd name="p0x1" fmla="*/ 330 w 450"/>
              <a:gd name="p0y1" fmla="*/ 0 h 450"/>
              <a:gd name="p0x2" fmla="*/ 396 w 450"/>
              <a:gd name="p0y2" fmla="*/ 0 h 450"/>
              <a:gd name="p0x3" fmla="*/ 450 w 450"/>
              <a:gd name="p0y3" fmla="*/ 53 h 450"/>
              <a:gd name="p0x4" fmla="*/ 450 w 450"/>
              <a:gd name="p0y4" fmla="*/ 120 h 450"/>
              <a:gd name="p0x5" fmla="*/ 450 w 450"/>
              <a:gd name="p0y5" fmla="*/ 330 h 450"/>
              <a:gd name="p0x6" fmla="*/ 450 w 450"/>
              <a:gd name="p0y6" fmla="*/ 396 h 450"/>
              <a:gd name="p0x7" fmla="*/ 396 w 450"/>
              <a:gd name="p0y7" fmla="*/ 450 h 450"/>
              <a:gd name="p0x8" fmla="*/ 330 w 450"/>
              <a:gd name="p0y8" fmla="*/ 450 h 450"/>
              <a:gd name="p0x9" fmla="*/ 120 w 450"/>
              <a:gd name="p0y9" fmla="*/ 450 h 450"/>
              <a:gd name="p0x10" fmla="*/ 53 w 450"/>
              <a:gd name="p0y10" fmla="*/ 450 h 450"/>
              <a:gd name="p0x11" fmla="*/ 0 w 450"/>
              <a:gd name="p0y11" fmla="*/ 396 h 450"/>
              <a:gd name="p0x12" fmla="*/ 0 w 450"/>
              <a:gd name="p0y12" fmla="*/ 330 h 450"/>
              <a:gd name="p0x13" fmla="*/ 0 w 450"/>
              <a:gd name="p0y13" fmla="*/ 120 h 450"/>
              <a:gd name="p0x14" fmla="*/ 0 w 450"/>
              <a:gd name="p0y14" fmla="*/ 53 h 450"/>
              <a:gd name="p0x15" fmla="*/ 53 w 450"/>
              <a:gd name="p0y15" fmla="*/ 0 h 450"/>
              <a:gd name="p0x16" fmla="*/ 120 w 450"/>
              <a:gd name="p0y16" fmla="*/ 0 h 45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 l="-3333" t="-6667" r="-3333" b="-6667"/>
          <a:stretch>
            <a:fillRect/>
          </a:stretch>
        </p:blipFill>
        <p:spPr>
          <a:xfrm>
            <a:off x="6019165" y="1337945"/>
            <a:ext cx="152400" cy="161925"/>
          </a:xfrm>
          <a:prstGeom prst="rect">
            <a:avLst/>
          </a:prstGeom>
        </p:spPr>
      </p:pic>
      <p:sp>
        <p:nvSpPr>
          <p:cNvPr id="11" name="文本框 10"/>
          <p:cNvSpPr txBox="1"/>
          <p:nvPr>
            <p:custDataLst>
              <p:tags r:id="rId14"/>
            </p:custDataLst>
          </p:nvPr>
        </p:nvSpPr>
        <p:spPr>
          <a:xfrm>
            <a:off x="5745880" y="1600200"/>
            <a:ext cx="700088" cy="35718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lang="en-US" sz="1950" b="1">
                <a:solidFill>
                  <a:srgbClr val="1E40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 </a:t>
            </a:r>
            <a:r>
              <a:rPr lang="zh-CN" sz="1950" b="1">
                <a:solidFill>
                  <a:srgbClr val="1E40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向</a:t>
            </a:r>
            <a:endParaRPr lang="zh-CN" sz="1950" b="1">
              <a:solidFill>
                <a:srgbClr val="1E40A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15"/>
            </p:custDataLst>
          </p:nvPr>
        </p:nvSpPr>
        <p:spPr>
          <a:xfrm>
            <a:off x="5629199" y="1995488"/>
            <a:ext cx="933450" cy="1905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050">
                <a:solidFill>
                  <a:srgbClr val="0F172A">
                    <a:alpha val="70196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上下左右移动</a:t>
            </a:r>
            <a:endParaRPr sz="1050">
              <a:solidFill>
                <a:srgbClr val="0F172A">
                  <a:alpha val="70196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任意多边形 12"/>
          <p:cNvSpPr/>
          <p:nvPr>
            <p:custDataLst>
              <p:tags r:id="rId16"/>
            </p:custDataLst>
          </p:nvPr>
        </p:nvSpPr>
        <p:spPr>
          <a:xfrm>
            <a:off x="8101965" y="1162050"/>
            <a:ext cx="3632835" cy="1137920"/>
          </a:xfrm>
          <a:custGeom>
            <a:avLst/>
            <a:gdLst>
              <a:gd name="sw" fmla="*/ 1 w 5720"/>
              <a:gd name="sh" fmla="*/ 1 h 1792"/>
              <a:gd name="mins" fmla="min sw sh"/>
              <a:gd name="dsw" fmla="+- 0 sw mins"/>
              <a:gd name="dsh" fmla="+- 0 sh mins"/>
              <a:gd name="p0x0" fmla="*/ 240 w 5720"/>
              <a:gd name="p0y0" fmla="*/ 0 h 1792"/>
              <a:gd name="p0x1" fmla="*/ 5480 w 5720"/>
              <a:gd name="p0y1" fmla="*/ 0 h 1792"/>
              <a:gd name="p0x2" fmla="*/ 5612 w 5720"/>
              <a:gd name="p0y2" fmla="*/ 0 h 1792"/>
              <a:gd name="p0x3" fmla="*/ 5720 w 5720"/>
              <a:gd name="p0y3" fmla="*/ 107 h 1792"/>
              <a:gd name="p0x4" fmla="*/ 5720 w 5720"/>
              <a:gd name="p0y4" fmla="*/ 240 h 1792"/>
              <a:gd name="p0x5" fmla="*/ 5720 w 5720"/>
              <a:gd name="p0y5" fmla="*/ 1552 h 1792"/>
              <a:gd name="p0x6" fmla="*/ 5720 w 5720"/>
              <a:gd name="p0y6" fmla="*/ 1685 h 1792"/>
              <a:gd name="p0x7" fmla="*/ 5612 w 5720"/>
              <a:gd name="p0y7" fmla="*/ 1792 h 1792"/>
              <a:gd name="p0x8" fmla="*/ 5480 w 5720"/>
              <a:gd name="p0y8" fmla="*/ 1792 h 1792"/>
              <a:gd name="p0x9" fmla="*/ 240 w 5720"/>
              <a:gd name="p0y9" fmla="*/ 1792 h 1792"/>
              <a:gd name="p0x10" fmla="*/ 107 w 5720"/>
              <a:gd name="p0y10" fmla="*/ 1792 h 1792"/>
              <a:gd name="p0x11" fmla="*/ 0 w 5720"/>
              <a:gd name="p0y11" fmla="*/ 1685 h 1792"/>
              <a:gd name="p0x12" fmla="*/ 0 w 5720"/>
              <a:gd name="p0y12" fmla="*/ 1552 h 1792"/>
              <a:gd name="p0x13" fmla="*/ 0 w 5720"/>
              <a:gd name="p0y13" fmla="*/ 240 h 1792"/>
              <a:gd name="p0x14" fmla="*/ 0 w 5720"/>
              <a:gd name="p0y14" fmla="*/ 107 h 1792"/>
              <a:gd name="p0x15" fmla="*/ 107 w 5720"/>
              <a:gd name="p0y15" fmla="*/ 0 h 1792"/>
              <a:gd name="p0x16" fmla="*/ 240 w 5720"/>
              <a:gd name="p0y16" fmla="*/ 0 h 1792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1F5F9"/>
          </a:solidFill>
          <a:ln>
            <a:noFill/>
          </a:ln>
          <a:effectLst>
            <a:outerShdw blurRad="428625" dist="95250" dir="5399999" algn="ctr" rotWithShape="0">
              <a:srgbClr val="000000">
                <a:alpha val="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任意多边形 13"/>
          <p:cNvSpPr/>
          <p:nvPr>
            <p:custDataLst>
              <p:tags r:id="rId17"/>
            </p:custDataLst>
          </p:nvPr>
        </p:nvSpPr>
        <p:spPr>
          <a:xfrm>
            <a:off x="9775190" y="1276350"/>
            <a:ext cx="285750" cy="285750"/>
          </a:xfrm>
          <a:custGeom>
            <a:avLst/>
            <a:gdLst>
              <a:gd name="sw" fmla="*/ 1 w 450"/>
              <a:gd name="sh" fmla="*/ 1 h 450"/>
              <a:gd name="mins" fmla="min sw sh"/>
              <a:gd name="dsw" fmla="+- 0 sw mins"/>
              <a:gd name="dsh" fmla="+- 0 sh mins"/>
              <a:gd name="p0x0" fmla="*/ 120 w 450"/>
              <a:gd name="p0y0" fmla="*/ 0 h 450"/>
              <a:gd name="p0x1" fmla="*/ 330 w 450"/>
              <a:gd name="p0y1" fmla="*/ 0 h 450"/>
              <a:gd name="p0x2" fmla="*/ 396 w 450"/>
              <a:gd name="p0y2" fmla="*/ 0 h 450"/>
              <a:gd name="p0x3" fmla="*/ 450 w 450"/>
              <a:gd name="p0y3" fmla="*/ 53 h 450"/>
              <a:gd name="p0x4" fmla="*/ 450 w 450"/>
              <a:gd name="p0y4" fmla="*/ 120 h 450"/>
              <a:gd name="p0x5" fmla="*/ 450 w 450"/>
              <a:gd name="p0y5" fmla="*/ 330 h 450"/>
              <a:gd name="p0x6" fmla="*/ 450 w 450"/>
              <a:gd name="p0y6" fmla="*/ 396 h 450"/>
              <a:gd name="p0x7" fmla="*/ 396 w 450"/>
              <a:gd name="p0y7" fmla="*/ 450 h 450"/>
              <a:gd name="p0x8" fmla="*/ 330 w 450"/>
              <a:gd name="p0y8" fmla="*/ 450 h 450"/>
              <a:gd name="p0x9" fmla="*/ 120 w 450"/>
              <a:gd name="p0y9" fmla="*/ 450 h 450"/>
              <a:gd name="p0x10" fmla="*/ 53 w 450"/>
              <a:gd name="p0y10" fmla="*/ 450 h 450"/>
              <a:gd name="p0x11" fmla="*/ 0 w 450"/>
              <a:gd name="p0y11" fmla="*/ 396 h 450"/>
              <a:gd name="p0x12" fmla="*/ 0 w 450"/>
              <a:gd name="p0y12" fmla="*/ 330 h 450"/>
              <a:gd name="p0x13" fmla="*/ 0 w 450"/>
              <a:gd name="p0y13" fmla="*/ 120 h 450"/>
              <a:gd name="p0x14" fmla="*/ 0 w 450"/>
              <a:gd name="p0y14" fmla="*/ 53 h 450"/>
              <a:gd name="p0x15" fmla="*/ 53 w 450"/>
              <a:gd name="p0y15" fmla="*/ 0 h 450"/>
              <a:gd name="p0x16" fmla="*/ 120 w 450"/>
              <a:gd name="p0y16" fmla="*/ 0 h 45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5" name="图片 14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rcRect l="-3846" t="-56250" r="-3846" b="-56250"/>
          <a:stretch>
            <a:fillRect/>
          </a:stretch>
        </p:blipFill>
        <p:spPr>
          <a:xfrm>
            <a:off x="9851390" y="1337945"/>
            <a:ext cx="133350" cy="161925"/>
          </a:xfrm>
          <a:prstGeom prst="rect">
            <a:avLst/>
          </a:prstGeom>
        </p:spPr>
      </p:pic>
      <p:sp>
        <p:nvSpPr>
          <p:cNvPr id="16" name="文本框 15"/>
          <p:cNvSpPr txBox="1"/>
          <p:nvPr>
            <p:custDataLst>
              <p:tags r:id="rId21"/>
            </p:custDataLst>
          </p:nvPr>
        </p:nvSpPr>
        <p:spPr>
          <a:xfrm>
            <a:off x="9444780" y="1600200"/>
            <a:ext cx="947738" cy="35718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lang="en-US" sz="1950" b="1">
                <a:solidFill>
                  <a:srgbClr val="1E40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</a:t>
            </a:r>
            <a:r>
              <a:rPr lang="zh-CN" sz="1950" b="1">
                <a:solidFill>
                  <a:srgbClr val="1E40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单位</a:t>
            </a:r>
            <a:endParaRPr lang="zh-CN" sz="1950" b="1">
              <a:solidFill>
                <a:srgbClr val="1E40A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22"/>
            </p:custDataLst>
          </p:nvPr>
        </p:nvSpPr>
        <p:spPr>
          <a:xfrm>
            <a:off x="9451924" y="1995488"/>
            <a:ext cx="933450" cy="1905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050">
                <a:solidFill>
                  <a:srgbClr val="0F172A">
                    <a:alpha val="70196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每步移动代价</a:t>
            </a:r>
            <a:endParaRPr sz="1050">
              <a:solidFill>
                <a:srgbClr val="0F172A">
                  <a:alpha val="70196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任意多边形 17"/>
          <p:cNvSpPr/>
          <p:nvPr>
            <p:custDataLst>
              <p:tags r:id="rId23"/>
            </p:custDataLst>
          </p:nvPr>
        </p:nvSpPr>
        <p:spPr>
          <a:xfrm>
            <a:off x="457200" y="2490470"/>
            <a:ext cx="6651625" cy="3910330"/>
          </a:xfrm>
          <a:custGeom>
            <a:avLst/>
            <a:gdLst>
              <a:gd name="sw" fmla="*/ 1 w 10475"/>
              <a:gd name="sh" fmla="*/ 1 h 6157"/>
              <a:gd name="mins" fmla="min sw sh"/>
              <a:gd name="dsw" fmla="+- 0 sw mins"/>
              <a:gd name="dsh" fmla="+- 0 sh mins"/>
              <a:gd name="p0x0" fmla="*/ 240 w 10475"/>
              <a:gd name="p0y0" fmla="*/ 0 h 6157"/>
              <a:gd name="p0x1" fmla="*/ 10235 w 10475"/>
              <a:gd name="p0y1" fmla="*/ 0 h 6157"/>
              <a:gd name="p0x2" fmla="*/ 10368 w 10475"/>
              <a:gd name="p0y2" fmla="*/ 0 h 6157"/>
              <a:gd name="p0x3" fmla="*/ 10475 w 10475"/>
              <a:gd name="p0y3" fmla="*/ 107 h 6157"/>
              <a:gd name="p0x4" fmla="*/ 10475 w 10475"/>
              <a:gd name="p0y4" fmla="*/ 240 h 6157"/>
              <a:gd name="p0x5" fmla="*/ 10475 w 10475"/>
              <a:gd name="p0y5" fmla="*/ 5917 h 6157"/>
              <a:gd name="p0x6" fmla="*/ 10475 w 10475"/>
              <a:gd name="p0y6" fmla="*/ 6050 h 6157"/>
              <a:gd name="p0x7" fmla="*/ 10368 w 10475"/>
              <a:gd name="p0y7" fmla="*/ 6157 h 6157"/>
              <a:gd name="p0x8" fmla="*/ 10235 w 10475"/>
              <a:gd name="p0y8" fmla="*/ 6157 h 6157"/>
              <a:gd name="p0x9" fmla="*/ 240 w 10475"/>
              <a:gd name="p0y9" fmla="*/ 6157 h 6157"/>
              <a:gd name="p0x10" fmla="*/ 107 w 10475"/>
              <a:gd name="p0y10" fmla="*/ 6157 h 6157"/>
              <a:gd name="p0x11" fmla="*/ 0 w 10475"/>
              <a:gd name="p0y11" fmla="*/ 6050 h 6157"/>
              <a:gd name="p0x12" fmla="*/ 0 w 10475"/>
              <a:gd name="p0y12" fmla="*/ 5917 h 6157"/>
              <a:gd name="p0x13" fmla="*/ 0 w 10475"/>
              <a:gd name="p0y13" fmla="*/ 240 h 6157"/>
              <a:gd name="p0x14" fmla="*/ 0 w 10475"/>
              <a:gd name="p0y14" fmla="*/ 107 h 6157"/>
              <a:gd name="p0x15" fmla="*/ 107 w 10475"/>
              <a:gd name="p0y15" fmla="*/ 0 h 6157"/>
              <a:gd name="p0x16" fmla="*/ 240 w 10475"/>
              <a:gd name="p0y16" fmla="*/ 0 h 615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1F5F9"/>
          </a:solidFill>
          <a:ln>
            <a:noFill/>
          </a:ln>
          <a:effectLst>
            <a:outerShdw blurRad="428625" dist="95250" dir="5399999" algn="ctr" rotWithShape="0">
              <a:srgbClr val="000000">
                <a:alpha val="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任意多边形 18"/>
          <p:cNvSpPr/>
          <p:nvPr>
            <p:custDataLst>
              <p:tags r:id="rId24"/>
            </p:custDataLst>
          </p:nvPr>
        </p:nvSpPr>
        <p:spPr>
          <a:xfrm>
            <a:off x="628650" y="2661920"/>
            <a:ext cx="304800" cy="304800"/>
          </a:xfrm>
          <a:custGeom>
            <a:avLst/>
            <a:gdLst>
              <a:gd name="sw" fmla="*/ 1 w 480"/>
              <a:gd name="sh" fmla="*/ 1 h 480"/>
              <a:gd name="mins" fmla="min sw sh"/>
              <a:gd name="dsw" fmla="+- 0 sw mins"/>
              <a:gd name="dsh" fmla="+- 0 sh mins"/>
              <a:gd name="p0x0" fmla="*/ 120 w 480"/>
              <a:gd name="p0y0" fmla="*/ 0 h 480"/>
              <a:gd name="p0x1" fmla="*/ 360 w 480"/>
              <a:gd name="p0y1" fmla="*/ 0 h 480"/>
              <a:gd name="p0x2" fmla="*/ 426 w 480"/>
              <a:gd name="p0y2" fmla="*/ 0 h 480"/>
              <a:gd name="p0x3" fmla="*/ 480 w 480"/>
              <a:gd name="p0y3" fmla="*/ 53 h 480"/>
              <a:gd name="p0x4" fmla="*/ 480 w 480"/>
              <a:gd name="p0y4" fmla="*/ 120 h 480"/>
              <a:gd name="p0x5" fmla="*/ 480 w 480"/>
              <a:gd name="p0y5" fmla="*/ 360 h 480"/>
              <a:gd name="p0x6" fmla="*/ 480 w 480"/>
              <a:gd name="p0y6" fmla="*/ 426 h 480"/>
              <a:gd name="p0x7" fmla="*/ 426 w 480"/>
              <a:gd name="p0y7" fmla="*/ 480 h 480"/>
              <a:gd name="p0x8" fmla="*/ 360 w 480"/>
              <a:gd name="p0y8" fmla="*/ 480 h 480"/>
              <a:gd name="p0x9" fmla="*/ 120 w 480"/>
              <a:gd name="p0y9" fmla="*/ 480 h 480"/>
              <a:gd name="p0x10" fmla="*/ 53 w 480"/>
              <a:gd name="p0y10" fmla="*/ 480 h 480"/>
              <a:gd name="p0x11" fmla="*/ 0 w 480"/>
              <a:gd name="p0y11" fmla="*/ 426 h 480"/>
              <a:gd name="p0x12" fmla="*/ 0 w 480"/>
              <a:gd name="p0y12" fmla="*/ 360 h 480"/>
              <a:gd name="p0x13" fmla="*/ 0 w 480"/>
              <a:gd name="p0y13" fmla="*/ 120 h 480"/>
              <a:gd name="p0x14" fmla="*/ 0 w 480"/>
              <a:gd name="p0y14" fmla="*/ 53 h 480"/>
              <a:gd name="p0x15" fmla="*/ 53 w 480"/>
              <a:gd name="p0y15" fmla="*/ 0 h 480"/>
              <a:gd name="p0x16" fmla="*/ 120 w 480"/>
              <a:gd name="p0y16" fmla="*/ 0 h 4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0" name="图片 19"/>
          <p:cNvPicPr>
            <a:picLocks noChangeAspect="1"/>
          </p:cNvPicPr>
          <p:nvPr>
            <p:custDataLst>
              <p:tags r:id="rId25"/>
            </p:custDataLst>
          </p:nvPr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 l="-2051" t="-4314" r="-2051" b="-4314"/>
          <a:stretch>
            <a:fillRect/>
          </a:stretch>
        </p:blipFill>
        <p:spPr>
          <a:xfrm>
            <a:off x="716280" y="2724150"/>
            <a:ext cx="128905" cy="175895"/>
          </a:xfrm>
          <a:prstGeom prst="rect">
            <a:avLst/>
          </a:prstGeom>
        </p:spPr>
      </p:pic>
      <p:sp>
        <p:nvSpPr>
          <p:cNvPr id="21" name="文本框 20"/>
          <p:cNvSpPr txBox="1"/>
          <p:nvPr>
            <p:custDataLst>
              <p:tags r:id="rId28"/>
            </p:custDataLst>
          </p:nvPr>
        </p:nvSpPr>
        <p:spPr>
          <a:xfrm>
            <a:off x="1028700" y="2690813"/>
            <a:ext cx="5909291" cy="24765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3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问题定义</a:t>
            </a:r>
            <a:endParaRPr sz="13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任意多边形 42"/>
          <p:cNvSpPr/>
          <p:nvPr>
            <p:custDataLst>
              <p:tags r:id="rId29"/>
            </p:custDataLst>
          </p:nvPr>
        </p:nvSpPr>
        <p:spPr>
          <a:xfrm>
            <a:off x="7299325" y="2490470"/>
            <a:ext cx="4435475" cy="3863225"/>
          </a:xfrm>
          <a:custGeom>
            <a:avLst/>
            <a:gdLst>
              <a:gd name="sw" fmla="*/ 1 w 6984"/>
              <a:gd name="sh" fmla="*/ 1 h 2973"/>
              <a:gd name="mins" fmla="min sw sh"/>
              <a:gd name="dsw" fmla="+- 0 sw mins"/>
              <a:gd name="dsh" fmla="+- 0 sh mins"/>
              <a:gd name="p0x0" fmla="*/ 240 w 6984"/>
              <a:gd name="p0y0" fmla="*/ 0 h 2973"/>
              <a:gd name="p0x1" fmla="*/ 6744 w 6984"/>
              <a:gd name="p0y1" fmla="*/ 0 h 2973"/>
              <a:gd name="p0x2" fmla="*/ 6876 w 6984"/>
              <a:gd name="p0y2" fmla="*/ 0 h 2973"/>
              <a:gd name="p0x3" fmla="*/ 6984 w 6984"/>
              <a:gd name="p0y3" fmla="*/ 107 h 2973"/>
              <a:gd name="p0x4" fmla="*/ 6984 w 6984"/>
              <a:gd name="p0y4" fmla="*/ 240 h 2973"/>
              <a:gd name="p0x5" fmla="*/ 6984 w 6984"/>
              <a:gd name="p0y5" fmla="*/ 2733 h 2973"/>
              <a:gd name="p0x6" fmla="*/ 6984 w 6984"/>
              <a:gd name="p0y6" fmla="*/ 2866 h 2973"/>
              <a:gd name="p0x7" fmla="*/ 6876 w 6984"/>
              <a:gd name="p0y7" fmla="*/ 2973 h 2973"/>
              <a:gd name="p0x8" fmla="*/ 6744 w 6984"/>
              <a:gd name="p0y8" fmla="*/ 2973 h 2973"/>
              <a:gd name="p0x9" fmla="*/ 240 w 6984"/>
              <a:gd name="p0y9" fmla="*/ 2973 h 2973"/>
              <a:gd name="p0x10" fmla="*/ 107 w 6984"/>
              <a:gd name="p0y10" fmla="*/ 2973 h 2973"/>
              <a:gd name="p0x11" fmla="*/ 0 w 6984"/>
              <a:gd name="p0y11" fmla="*/ 2866 h 2973"/>
              <a:gd name="p0x12" fmla="*/ 0 w 6984"/>
              <a:gd name="p0y12" fmla="*/ 2733 h 2973"/>
              <a:gd name="p0x13" fmla="*/ 0 w 6984"/>
              <a:gd name="p0y13" fmla="*/ 240 h 2973"/>
              <a:gd name="p0x14" fmla="*/ 0 w 6984"/>
              <a:gd name="p0y14" fmla="*/ 107 h 2973"/>
              <a:gd name="p0x15" fmla="*/ 107 w 6984"/>
              <a:gd name="p0y15" fmla="*/ 0 h 2973"/>
              <a:gd name="p0x16" fmla="*/ 240 w 6984"/>
              <a:gd name="p0y16" fmla="*/ 0 h 2973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1F5F9"/>
          </a:solidFill>
          <a:ln>
            <a:noFill/>
          </a:ln>
          <a:effectLst>
            <a:outerShdw blurRad="428625" dist="95250" dir="5399999" algn="ctr" rotWithShape="0">
              <a:srgbClr val="000000">
                <a:alpha val="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任意多边形 43"/>
          <p:cNvSpPr/>
          <p:nvPr>
            <p:custDataLst>
              <p:tags r:id="rId30"/>
            </p:custDataLst>
          </p:nvPr>
        </p:nvSpPr>
        <p:spPr>
          <a:xfrm>
            <a:off x="7470775" y="2661920"/>
            <a:ext cx="304800" cy="304800"/>
          </a:xfrm>
          <a:custGeom>
            <a:avLst/>
            <a:gdLst>
              <a:gd name="sw" fmla="*/ 1 w 480"/>
              <a:gd name="sh" fmla="*/ 1 h 480"/>
              <a:gd name="mins" fmla="min sw sh"/>
              <a:gd name="dsw" fmla="+- 0 sw mins"/>
              <a:gd name="dsh" fmla="+- 0 sh mins"/>
              <a:gd name="p0x0" fmla="*/ 120 w 480"/>
              <a:gd name="p0y0" fmla="*/ 0 h 480"/>
              <a:gd name="p0x1" fmla="*/ 360 w 480"/>
              <a:gd name="p0y1" fmla="*/ 0 h 480"/>
              <a:gd name="p0x2" fmla="*/ 426 w 480"/>
              <a:gd name="p0y2" fmla="*/ 0 h 480"/>
              <a:gd name="p0x3" fmla="*/ 480 w 480"/>
              <a:gd name="p0y3" fmla="*/ 53 h 480"/>
              <a:gd name="p0x4" fmla="*/ 480 w 480"/>
              <a:gd name="p0y4" fmla="*/ 120 h 480"/>
              <a:gd name="p0x5" fmla="*/ 480 w 480"/>
              <a:gd name="p0y5" fmla="*/ 360 h 480"/>
              <a:gd name="p0x6" fmla="*/ 480 w 480"/>
              <a:gd name="p0y6" fmla="*/ 426 h 480"/>
              <a:gd name="p0x7" fmla="*/ 426 w 480"/>
              <a:gd name="p0y7" fmla="*/ 480 h 480"/>
              <a:gd name="p0x8" fmla="*/ 360 w 480"/>
              <a:gd name="p0y8" fmla="*/ 480 h 480"/>
              <a:gd name="p0x9" fmla="*/ 120 w 480"/>
              <a:gd name="p0y9" fmla="*/ 480 h 480"/>
              <a:gd name="p0x10" fmla="*/ 53 w 480"/>
              <a:gd name="p0y10" fmla="*/ 480 h 480"/>
              <a:gd name="p0x11" fmla="*/ 0 w 480"/>
              <a:gd name="p0y11" fmla="*/ 426 h 480"/>
              <a:gd name="p0x12" fmla="*/ 0 w 480"/>
              <a:gd name="p0y12" fmla="*/ 360 h 480"/>
              <a:gd name="p0x13" fmla="*/ 0 w 480"/>
              <a:gd name="p0y13" fmla="*/ 120 h 480"/>
              <a:gd name="p0x14" fmla="*/ 0 w 480"/>
              <a:gd name="p0y14" fmla="*/ 53 h 480"/>
              <a:gd name="p0x15" fmla="*/ 53 w 480"/>
              <a:gd name="p0y15" fmla="*/ 0 h 480"/>
              <a:gd name="p0x16" fmla="*/ 120 w 480"/>
              <a:gd name="p0y16" fmla="*/ 0 h 4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5" name="图片 44"/>
          <p:cNvPicPr>
            <a:picLocks noChangeAspect="1"/>
          </p:cNvPicPr>
          <p:nvPr>
            <p:custDataLst>
              <p:tags r:id="rId31"/>
            </p:custDataLst>
          </p:nvPr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rcRect l="-3860" t="-11556" r="-3860" b="-11556"/>
          <a:stretch>
            <a:fillRect/>
          </a:stretch>
        </p:blipFill>
        <p:spPr>
          <a:xfrm>
            <a:off x="7526020" y="2724150"/>
            <a:ext cx="194945" cy="175895"/>
          </a:xfrm>
          <a:prstGeom prst="rect">
            <a:avLst/>
          </a:prstGeom>
        </p:spPr>
      </p:pic>
      <p:sp>
        <p:nvSpPr>
          <p:cNvPr id="46" name="文本框 45"/>
          <p:cNvSpPr txBox="1"/>
          <p:nvPr>
            <p:custDataLst>
              <p:tags r:id="rId34"/>
            </p:custDataLst>
          </p:nvPr>
        </p:nvSpPr>
        <p:spPr>
          <a:xfrm>
            <a:off x="7871441" y="2690813"/>
            <a:ext cx="3691909" cy="24765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3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问题本质特征</a:t>
            </a:r>
            <a:endParaRPr sz="13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任意多边形 46"/>
          <p:cNvSpPr/>
          <p:nvPr>
            <p:custDataLst>
              <p:tags r:id="rId35"/>
            </p:custDataLst>
          </p:nvPr>
        </p:nvSpPr>
        <p:spPr>
          <a:xfrm>
            <a:off x="7470775" y="3061970"/>
            <a:ext cx="4092575" cy="342900"/>
          </a:xfrm>
          <a:custGeom>
            <a:avLst/>
            <a:gdLst>
              <a:gd name="sw" fmla="*/ 1 w 6444"/>
              <a:gd name="sh" fmla="*/ 1 h 540"/>
              <a:gd name="mins" fmla="min sw sh"/>
              <a:gd name="dsw" fmla="+- 0 sw mins"/>
              <a:gd name="dsh" fmla="+- 0 sh mins"/>
              <a:gd name="p0x0" fmla="*/ 120 w 6444"/>
              <a:gd name="p0y0" fmla="*/ 0 h 540"/>
              <a:gd name="p0x1" fmla="*/ 6324 w 6444"/>
              <a:gd name="p0y1" fmla="*/ 0 h 540"/>
              <a:gd name="p0x2" fmla="*/ 6390 w 6444"/>
              <a:gd name="p0y2" fmla="*/ 0 h 540"/>
              <a:gd name="p0x3" fmla="*/ 6444 w 6444"/>
              <a:gd name="p0y3" fmla="*/ 53 h 540"/>
              <a:gd name="p0x4" fmla="*/ 6444 w 6444"/>
              <a:gd name="p0y4" fmla="*/ 120 h 540"/>
              <a:gd name="p0x5" fmla="*/ 6444 w 6444"/>
              <a:gd name="p0y5" fmla="*/ 420 h 540"/>
              <a:gd name="p0x6" fmla="*/ 6444 w 6444"/>
              <a:gd name="p0y6" fmla="*/ 486 h 540"/>
              <a:gd name="p0x7" fmla="*/ 6390 w 6444"/>
              <a:gd name="p0y7" fmla="*/ 540 h 540"/>
              <a:gd name="p0x8" fmla="*/ 6324 w 6444"/>
              <a:gd name="p0y8" fmla="*/ 540 h 540"/>
              <a:gd name="p0x9" fmla="*/ 120 w 6444"/>
              <a:gd name="p0y9" fmla="*/ 540 h 540"/>
              <a:gd name="p0x10" fmla="*/ 53 w 6444"/>
              <a:gd name="p0y10" fmla="*/ 540 h 540"/>
              <a:gd name="p0x11" fmla="*/ 0 w 6444"/>
              <a:gd name="p0y11" fmla="*/ 486 h 540"/>
              <a:gd name="p0x12" fmla="*/ 0 w 6444"/>
              <a:gd name="p0y12" fmla="*/ 420 h 540"/>
              <a:gd name="p0x13" fmla="*/ 0 w 6444"/>
              <a:gd name="p0y13" fmla="*/ 120 h 540"/>
              <a:gd name="p0x14" fmla="*/ 0 w 6444"/>
              <a:gd name="p0y14" fmla="*/ 53 h 540"/>
              <a:gd name="p0x15" fmla="*/ 53 w 6444"/>
              <a:gd name="p0y15" fmla="*/ 0 h 540"/>
              <a:gd name="p0x16" fmla="*/ 120 w 6444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8" name="任意多边形 47"/>
          <p:cNvSpPr/>
          <p:nvPr>
            <p:custDataLst>
              <p:tags r:id="rId36"/>
            </p:custDataLst>
          </p:nvPr>
        </p:nvSpPr>
        <p:spPr>
          <a:xfrm>
            <a:off x="7585075" y="3138170"/>
            <a:ext cx="190500" cy="190500"/>
          </a:xfrm>
          <a:custGeom>
            <a:avLst/>
            <a:gdLst>
              <a:gd name="sw" fmla="*/ 1 w 300"/>
              <a:gd name="sh" fmla="*/ 1 h 300"/>
              <a:gd name="mins" fmla="min sw sh"/>
              <a:gd name="dsw" fmla="+- 0 sw mins"/>
              <a:gd name="dsh" fmla="+- 0 sh mins"/>
              <a:gd name="p0x0" fmla="*/ 150 w 300"/>
              <a:gd name="p0y0" fmla="*/ 0 h 300"/>
              <a:gd name="p0x1" fmla="*/ 232 w 300"/>
              <a:gd name="p0y1" fmla="*/ 0 h 300"/>
              <a:gd name="p0x2" fmla="*/ 300 w 300"/>
              <a:gd name="p0y2" fmla="*/ 67 h 300"/>
              <a:gd name="p0x3" fmla="*/ 300 w 300"/>
              <a:gd name="p0y3" fmla="*/ 150 h 300"/>
              <a:gd name="p0x4" fmla="*/ 300 w 300"/>
              <a:gd name="p0y4" fmla="*/ 232 h 300"/>
              <a:gd name="p0x5" fmla="*/ 232 w 300"/>
              <a:gd name="p0y5" fmla="*/ 300 h 300"/>
              <a:gd name="p0x6" fmla="*/ 150 w 300"/>
              <a:gd name="p0y6" fmla="*/ 300 h 300"/>
              <a:gd name="p0x7" fmla="*/ 67 w 300"/>
              <a:gd name="p0y7" fmla="*/ 300 h 300"/>
              <a:gd name="p0x8" fmla="*/ 0 w 300"/>
              <a:gd name="p0y8" fmla="*/ 232 h 300"/>
              <a:gd name="p0x9" fmla="*/ 0 w 300"/>
              <a:gd name="p0y9" fmla="*/ 150 h 300"/>
              <a:gd name="p0x10" fmla="*/ 0 w 300"/>
              <a:gd name="p0y10" fmla="*/ 67 h 300"/>
              <a:gd name="p0x11" fmla="*/ 67 w 300"/>
              <a:gd name="p0y11" fmla="*/ 0 h 300"/>
              <a:gd name="p0x12" fmla="*/ 150 w 300"/>
              <a:gd name="p0y12" fmla="*/ 0 h 30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1E40A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9" name="文本框 48"/>
          <p:cNvSpPr txBox="1"/>
          <p:nvPr>
            <p:custDataLst>
              <p:tags r:id="rId37"/>
            </p:custDataLst>
          </p:nvPr>
        </p:nvSpPr>
        <p:spPr>
          <a:xfrm>
            <a:off x="7649985" y="3157538"/>
            <a:ext cx="166687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8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sz="8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文本框 49"/>
          <p:cNvSpPr txBox="1"/>
          <p:nvPr>
            <p:custDataLst>
              <p:tags r:id="rId38"/>
            </p:custDataLst>
          </p:nvPr>
        </p:nvSpPr>
        <p:spPr>
          <a:xfrm>
            <a:off x="7890491" y="3137506"/>
            <a:ext cx="2990850" cy="18859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8000"/>
              </a:lnSpc>
            </a:pPr>
            <a:r>
              <a:rPr lang="zh-CN" altLang="en-US" sz="975" b="1">
                <a:solidFill>
                  <a:srgbClr val="1E40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等权图模型</a:t>
            </a:r>
            <a:r>
              <a:rPr lang="en-US" altLang="zh-CN" sz="975" b="1">
                <a:solidFill>
                  <a:srgbClr val="1E40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</a:t>
            </a:r>
            <a:r>
              <a:rPr sz="300"/>
              <a:t> </a:t>
            </a:r>
            <a:r>
              <a:rPr lang="zh-CN" sz="975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每步移动代价恒为</a:t>
            </a:r>
            <a:r>
              <a:rPr lang="en-US" altLang="zh-CN" sz="975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975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，符合无权图特性</a:t>
            </a:r>
            <a:endParaRPr lang="zh-CN" altLang="en-US" sz="975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任意多边形 50"/>
          <p:cNvSpPr/>
          <p:nvPr>
            <p:custDataLst>
              <p:tags r:id="rId39"/>
            </p:custDataLst>
          </p:nvPr>
        </p:nvSpPr>
        <p:spPr>
          <a:xfrm>
            <a:off x="7470775" y="3462020"/>
            <a:ext cx="4092575" cy="342900"/>
          </a:xfrm>
          <a:custGeom>
            <a:avLst/>
            <a:gdLst>
              <a:gd name="sw" fmla="*/ 1 w 6444"/>
              <a:gd name="sh" fmla="*/ 1 h 540"/>
              <a:gd name="mins" fmla="min sw sh"/>
              <a:gd name="dsw" fmla="+- 0 sw mins"/>
              <a:gd name="dsh" fmla="+- 0 sh mins"/>
              <a:gd name="p0x0" fmla="*/ 120 w 6444"/>
              <a:gd name="p0y0" fmla="*/ 0 h 540"/>
              <a:gd name="p0x1" fmla="*/ 6324 w 6444"/>
              <a:gd name="p0y1" fmla="*/ 0 h 540"/>
              <a:gd name="p0x2" fmla="*/ 6390 w 6444"/>
              <a:gd name="p0y2" fmla="*/ 0 h 540"/>
              <a:gd name="p0x3" fmla="*/ 6444 w 6444"/>
              <a:gd name="p0y3" fmla="*/ 53 h 540"/>
              <a:gd name="p0x4" fmla="*/ 6444 w 6444"/>
              <a:gd name="p0y4" fmla="*/ 120 h 540"/>
              <a:gd name="p0x5" fmla="*/ 6444 w 6444"/>
              <a:gd name="p0y5" fmla="*/ 420 h 540"/>
              <a:gd name="p0x6" fmla="*/ 6444 w 6444"/>
              <a:gd name="p0y6" fmla="*/ 486 h 540"/>
              <a:gd name="p0x7" fmla="*/ 6390 w 6444"/>
              <a:gd name="p0y7" fmla="*/ 540 h 540"/>
              <a:gd name="p0x8" fmla="*/ 6324 w 6444"/>
              <a:gd name="p0y8" fmla="*/ 540 h 540"/>
              <a:gd name="p0x9" fmla="*/ 120 w 6444"/>
              <a:gd name="p0y9" fmla="*/ 540 h 540"/>
              <a:gd name="p0x10" fmla="*/ 53 w 6444"/>
              <a:gd name="p0y10" fmla="*/ 540 h 540"/>
              <a:gd name="p0x11" fmla="*/ 0 w 6444"/>
              <a:gd name="p0y11" fmla="*/ 486 h 540"/>
              <a:gd name="p0x12" fmla="*/ 0 w 6444"/>
              <a:gd name="p0y12" fmla="*/ 420 h 540"/>
              <a:gd name="p0x13" fmla="*/ 0 w 6444"/>
              <a:gd name="p0y13" fmla="*/ 120 h 540"/>
              <a:gd name="p0x14" fmla="*/ 0 w 6444"/>
              <a:gd name="p0y14" fmla="*/ 53 h 540"/>
              <a:gd name="p0x15" fmla="*/ 53 w 6444"/>
              <a:gd name="p0y15" fmla="*/ 0 h 540"/>
              <a:gd name="p0x16" fmla="*/ 120 w 6444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2" name="任意多边形 51"/>
          <p:cNvSpPr/>
          <p:nvPr>
            <p:custDataLst>
              <p:tags r:id="rId40"/>
            </p:custDataLst>
          </p:nvPr>
        </p:nvSpPr>
        <p:spPr>
          <a:xfrm>
            <a:off x="7585075" y="3538220"/>
            <a:ext cx="190500" cy="190500"/>
          </a:xfrm>
          <a:custGeom>
            <a:avLst/>
            <a:gdLst>
              <a:gd name="sw" fmla="*/ 1 w 300"/>
              <a:gd name="sh" fmla="*/ 1 h 300"/>
              <a:gd name="mins" fmla="min sw sh"/>
              <a:gd name="dsw" fmla="+- 0 sw mins"/>
              <a:gd name="dsh" fmla="+- 0 sh mins"/>
              <a:gd name="p0x0" fmla="*/ 150 w 300"/>
              <a:gd name="p0y0" fmla="*/ 0 h 300"/>
              <a:gd name="p0x1" fmla="*/ 232 w 300"/>
              <a:gd name="p0y1" fmla="*/ 0 h 300"/>
              <a:gd name="p0x2" fmla="*/ 300 w 300"/>
              <a:gd name="p0y2" fmla="*/ 67 h 300"/>
              <a:gd name="p0x3" fmla="*/ 300 w 300"/>
              <a:gd name="p0y3" fmla="*/ 150 h 300"/>
              <a:gd name="p0x4" fmla="*/ 300 w 300"/>
              <a:gd name="p0y4" fmla="*/ 232 h 300"/>
              <a:gd name="p0x5" fmla="*/ 232 w 300"/>
              <a:gd name="p0y5" fmla="*/ 300 h 300"/>
              <a:gd name="p0x6" fmla="*/ 150 w 300"/>
              <a:gd name="p0y6" fmla="*/ 300 h 300"/>
              <a:gd name="p0x7" fmla="*/ 67 w 300"/>
              <a:gd name="p0y7" fmla="*/ 300 h 300"/>
              <a:gd name="p0x8" fmla="*/ 0 w 300"/>
              <a:gd name="p0y8" fmla="*/ 232 h 300"/>
              <a:gd name="p0x9" fmla="*/ 0 w 300"/>
              <a:gd name="p0y9" fmla="*/ 150 h 300"/>
              <a:gd name="p0x10" fmla="*/ 0 w 300"/>
              <a:gd name="p0y10" fmla="*/ 67 h 300"/>
              <a:gd name="p0x11" fmla="*/ 67 w 300"/>
              <a:gd name="p0y11" fmla="*/ 0 h 300"/>
              <a:gd name="p0x12" fmla="*/ 150 w 300"/>
              <a:gd name="p0y12" fmla="*/ 0 h 30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1E40A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3" name="文本框 52"/>
          <p:cNvSpPr txBox="1"/>
          <p:nvPr>
            <p:custDataLst>
              <p:tags r:id="rId41"/>
            </p:custDataLst>
          </p:nvPr>
        </p:nvSpPr>
        <p:spPr>
          <a:xfrm>
            <a:off x="7649985" y="3557588"/>
            <a:ext cx="166687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8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sz="8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" name="文本框 53"/>
          <p:cNvSpPr txBox="1"/>
          <p:nvPr>
            <p:custDataLst>
              <p:tags r:id="rId42"/>
            </p:custDataLst>
          </p:nvPr>
        </p:nvSpPr>
        <p:spPr>
          <a:xfrm>
            <a:off x="7890491" y="3537557"/>
            <a:ext cx="2552700" cy="18859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8000"/>
              </a:lnSpc>
            </a:pPr>
            <a:r>
              <a:rPr lang="zh-CN" altLang="en-US" sz="975" b="1">
                <a:solidFill>
                  <a:srgbClr val="1E40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最短路径</a:t>
            </a:r>
            <a:r>
              <a:rPr lang="en-US" altLang="zh-CN" sz="975" b="1">
                <a:solidFill>
                  <a:srgbClr val="1E40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</a:t>
            </a:r>
            <a:r>
              <a:rPr sz="300"/>
              <a:t> </a:t>
            </a:r>
            <a:r>
              <a:rPr sz="975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转化为图论中的单源最短路径问题</a:t>
            </a:r>
            <a:endParaRPr sz="975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任意多边形 54"/>
          <p:cNvSpPr/>
          <p:nvPr>
            <p:custDataLst>
              <p:tags r:id="rId43"/>
            </p:custDataLst>
          </p:nvPr>
        </p:nvSpPr>
        <p:spPr>
          <a:xfrm>
            <a:off x="7470775" y="3862070"/>
            <a:ext cx="4092575" cy="342900"/>
          </a:xfrm>
          <a:custGeom>
            <a:avLst/>
            <a:gdLst>
              <a:gd name="sw" fmla="*/ 1 w 6444"/>
              <a:gd name="sh" fmla="*/ 1 h 540"/>
              <a:gd name="mins" fmla="min sw sh"/>
              <a:gd name="dsw" fmla="+- 0 sw mins"/>
              <a:gd name="dsh" fmla="+- 0 sh mins"/>
              <a:gd name="p0x0" fmla="*/ 120 w 6444"/>
              <a:gd name="p0y0" fmla="*/ 0 h 540"/>
              <a:gd name="p0x1" fmla="*/ 6324 w 6444"/>
              <a:gd name="p0y1" fmla="*/ 0 h 540"/>
              <a:gd name="p0x2" fmla="*/ 6390 w 6444"/>
              <a:gd name="p0y2" fmla="*/ 0 h 540"/>
              <a:gd name="p0x3" fmla="*/ 6444 w 6444"/>
              <a:gd name="p0y3" fmla="*/ 53 h 540"/>
              <a:gd name="p0x4" fmla="*/ 6444 w 6444"/>
              <a:gd name="p0y4" fmla="*/ 120 h 540"/>
              <a:gd name="p0x5" fmla="*/ 6444 w 6444"/>
              <a:gd name="p0y5" fmla="*/ 420 h 540"/>
              <a:gd name="p0x6" fmla="*/ 6444 w 6444"/>
              <a:gd name="p0y6" fmla="*/ 486 h 540"/>
              <a:gd name="p0x7" fmla="*/ 6390 w 6444"/>
              <a:gd name="p0y7" fmla="*/ 540 h 540"/>
              <a:gd name="p0x8" fmla="*/ 6324 w 6444"/>
              <a:gd name="p0y8" fmla="*/ 540 h 540"/>
              <a:gd name="p0x9" fmla="*/ 120 w 6444"/>
              <a:gd name="p0y9" fmla="*/ 540 h 540"/>
              <a:gd name="p0x10" fmla="*/ 53 w 6444"/>
              <a:gd name="p0y10" fmla="*/ 540 h 540"/>
              <a:gd name="p0x11" fmla="*/ 0 w 6444"/>
              <a:gd name="p0y11" fmla="*/ 486 h 540"/>
              <a:gd name="p0x12" fmla="*/ 0 w 6444"/>
              <a:gd name="p0y12" fmla="*/ 420 h 540"/>
              <a:gd name="p0x13" fmla="*/ 0 w 6444"/>
              <a:gd name="p0y13" fmla="*/ 120 h 540"/>
              <a:gd name="p0x14" fmla="*/ 0 w 6444"/>
              <a:gd name="p0y14" fmla="*/ 53 h 540"/>
              <a:gd name="p0x15" fmla="*/ 53 w 6444"/>
              <a:gd name="p0y15" fmla="*/ 0 h 540"/>
              <a:gd name="p0x16" fmla="*/ 120 w 6444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6" name="任意多边形 55"/>
          <p:cNvSpPr/>
          <p:nvPr>
            <p:custDataLst>
              <p:tags r:id="rId44"/>
            </p:custDataLst>
          </p:nvPr>
        </p:nvSpPr>
        <p:spPr>
          <a:xfrm>
            <a:off x="7585075" y="3938270"/>
            <a:ext cx="190500" cy="190500"/>
          </a:xfrm>
          <a:custGeom>
            <a:avLst/>
            <a:gdLst>
              <a:gd name="sw" fmla="*/ 1 w 300"/>
              <a:gd name="sh" fmla="*/ 1 h 300"/>
              <a:gd name="mins" fmla="min sw sh"/>
              <a:gd name="dsw" fmla="+- 0 sw mins"/>
              <a:gd name="dsh" fmla="+- 0 sh mins"/>
              <a:gd name="p0x0" fmla="*/ 150 w 300"/>
              <a:gd name="p0y0" fmla="*/ 0 h 300"/>
              <a:gd name="p0x1" fmla="*/ 232 w 300"/>
              <a:gd name="p0y1" fmla="*/ 0 h 300"/>
              <a:gd name="p0x2" fmla="*/ 300 w 300"/>
              <a:gd name="p0y2" fmla="*/ 67 h 300"/>
              <a:gd name="p0x3" fmla="*/ 300 w 300"/>
              <a:gd name="p0y3" fmla="*/ 150 h 300"/>
              <a:gd name="p0x4" fmla="*/ 300 w 300"/>
              <a:gd name="p0y4" fmla="*/ 232 h 300"/>
              <a:gd name="p0x5" fmla="*/ 232 w 300"/>
              <a:gd name="p0y5" fmla="*/ 300 h 300"/>
              <a:gd name="p0x6" fmla="*/ 150 w 300"/>
              <a:gd name="p0y6" fmla="*/ 300 h 300"/>
              <a:gd name="p0x7" fmla="*/ 67 w 300"/>
              <a:gd name="p0y7" fmla="*/ 300 h 300"/>
              <a:gd name="p0x8" fmla="*/ 0 w 300"/>
              <a:gd name="p0y8" fmla="*/ 232 h 300"/>
              <a:gd name="p0x9" fmla="*/ 0 w 300"/>
              <a:gd name="p0y9" fmla="*/ 150 h 300"/>
              <a:gd name="p0x10" fmla="*/ 0 w 300"/>
              <a:gd name="p0y10" fmla="*/ 67 h 300"/>
              <a:gd name="p0x11" fmla="*/ 67 w 300"/>
              <a:gd name="p0y11" fmla="*/ 0 h 300"/>
              <a:gd name="p0x12" fmla="*/ 150 w 300"/>
              <a:gd name="p0y12" fmla="*/ 0 h 30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1E40A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7" name="文本框 56"/>
          <p:cNvSpPr txBox="1"/>
          <p:nvPr>
            <p:custDataLst>
              <p:tags r:id="rId45"/>
            </p:custDataLst>
          </p:nvPr>
        </p:nvSpPr>
        <p:spPr>
          <a:xfrm>
            <a:off x="7649985" y="3957638"/>
            <a:ext cx="166687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8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sz="8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" name="文本框 57"/>
          <p:cNvSpPr txBox="1"/>
          <p:nvPr>
            <p:custDataLst>
              <p:tags r:id="rId46"/>
            </p:custDataLst>
          </p:nvPr>
        </p:nvSpPr>
        <p:spPr>
          <a:xfrm>
            <a:off x="7890491" y="3937607"/>
            <a:ext cx="2924175" cy="18859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8000"/>
              </a:lnSpc>
            </a:pPr>
            <a:r>
              <a:rPr lang="zh-CN" altLang="en-US" sz="975" b="1">
                <a:solidFill>
                  <a:srgbClr val="1E40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网格拓扑</a:t>
            </a:r>
            <a:r>
              <a:rPr lang="en-US" altLang="zh-CN" sz="975" b="1">
                <a:solidFill>
                  <a:srgbClr val="1E40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</a:t>
            </a:r>
            <a:r>
              <a:rPr sz="300"/>
              <a:t> </a:t>
            </a:r>
            <a:r>
              <a:rPr sz="975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隐式图结构，邻接关系由空间位置确定</a:t>
            </a:r>
            <a:endParaRPr sz="975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1966595" y="2778760"/>
            <a:ext cx="4526915" cy="35369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28575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457200" y="409575"/>
            <a:ext cx="4572000" cy="5715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3000" b="1">
                <a:solidFill>
                  <a:srgbClr val="1E40AF"/>
                </a:solidFill>
                <a:latin typeface="微软雅黑" panose="020B0503020204020204" charset="-122"/>
                <a:ea typeface="微软雅黑" panose="020B0503020204020204" charset="-122"/>
              </a:rPr>
              <a:t>四大核心算法复杂度分析</a:t>
            </a:r>
            <a:endParaRPr sz="3000" b="1">
              <a:solidFill>
                <a:srgbClr val="1E40A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矩形 6"/>
          <p:cNvSpPr/>
          <p:nvPr>
            <p:custDataLst>
              <p:tags r:id="rId4"/>
            </p:custDataLst>
          </p:nvPr>
        </p:nvSpPr>
        <p:spPr>
          <a:xfrm>
            <a:off x="1790700" y="3762375"/>
            <a:ext cx="8610600" cy="381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000"/>
          </a:p>
        </p:txBody>
      </p:sp>
      <p:grpSp>
        <p:nvGrpSpPr>
          <p:cNvPr id="102" name="组合 101"/>
          <p:cNvGrpSpPr/>
          <p:nvPr/>
        </p:nvGrpSpPr>
        <p:grpSpPr>
          <a:xfrm>
            <a:off x="457200" y="1162050"/>
            <a:ext cx="2675890" cy="5238750"/>
            <a:chOff x="720" y="1830"/>
            <a:chExt cx="4214" cy="8250"/>
          </a:xfrm>
          <a:effectLst>
            <a:outerShdw blurRad="428625" dist="95250" dir="5399999" algn="ctr" rotWithShape="0">
              <a:srgbClr val="000000">
                <a:alpha val="5882"/>
              </a:srgbClr>
            </a:outerShdw>
          </a:effectLst>
        </p:grpSpPr>
        <p:sp>
          <p:nvSpPr>
            <p:cNvPr id="14" name="任意多边形 13"/>
            <p:cNvSpPr/>
            <p:nvPr>
              <p:custDataLst>
                <p:tags r:id="rId5"/>
              </p:custDataLst>
            </p:nvPr>
          </p:nvSpPr>
          <p:spPr>
            <a:xfrm>
              <a:off x="720" y="1830"/>
              <a:ext cx="4215" cy="8250"/>
            </a:xfrm>
            <a:custGeom>
              <a:avLst/>
              <a:gdLst>
                <a:gd name="sw" fmla="*/ 1 w 4215"/>
                <a:gd name="sh" fmla="*/ 1 h 8250"/>
                <a:gd name="mins" fmla="min sw sh"/>
                <a:gd name="dsw" fmla="+- 0 sw mins"/>
                <a:gd name="dsh" fmla="+- 0 sh mins"/>
                <a:gd name="p0x0" fmla="*/ 240 w 4215"/>
                <a:gd name="p0y0" fmla="*/ 0 h 8250"/>
                <a:gd name="p0x1" fmla="*/ 3975 w 4215"/>
                <a:gd name="p0y1" fmla="*/ 0 h 8250"/>
                <a:gd name="p0x2" fmla="*/ 4107 w 4215"/>
                <a:gd name="p0y2" fmla="*/ 0 h 8250"/>
                <a:gd name="p0x3" fmla="*/ 4215 w 4215"/>
                <a:gd name="p0y3" fmla="*/ 107 h 8250"/>
                <a:gd name="p0x4" fmla="*/ 4215 w 4215"/>
                <a:gd name="p0y4" fmla="*/ 240 h 8250"/>
                <a:gd name="p0x5" fmla="*/ 4215 w 4215"/>
                <a:gd name="p0y5" fmla="*/ 8010 h 8250"/>
                <a:gd name="p0x6" fmla="*/ 4215 w 4215"/>
                <a:gd name="p0y6" fmla="*/ 8142 h 8250"/>
                <a:gd name="p0x7" fmla="*/ 4107 w 4215"/>
                <a:gd name="p0y7" fmla="*/ 8250 h 8250"/>
                <a:gd name="p0x8" fmla="*/ 3975 w 4215"/>
                <a:gd name="p0y8" fmla="*/ 8250 h 8250"/>
                <a:gd name="p0x9" fmla="*/ 240 w 4215"/>
                <a:gd name="p0y9" fmla="*/ 8250 h 8250"/>
                <a:gd name="p0x10" fmla="*/ 107 w 4215"/>
                <a:gd name="p0y10" fmla="*/ 8250 h 8250"/>
                <a:gd name="p0x11" fmla="*/ 0 w 4215"/>
                <a:gd name="p0y11" fmla="*/ 8142 h 8250"/>
                <a:gd name="p0x12" fmla="*/ 0 w 4215"/>
                <a:gd name="p0y12" fmla="*/ 8010 h 8250"/>
                <a:gd name="p0x13" fmla="*/ 0 w 4215"/>
                <a:gd name="p0y13" fmla="*/ 240 h 8250"/>
                <a:gd name="p0x14" fmla="*/ 0 w 4215"/>
                <a:gd name="p0y14" fmla="*/ 107 h 8250"/>
                <a:gd name="p0x15" fmla="*/ 107 w 4215"/>
                <a:gd name="p0y15" fmla="*/ 0 h 8250"/>
                <a:gd name="p0x16" fmla="*/ 240 w 4215"/>
                <a:gd name="p0y16" fmla="*/ 0 h 825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1F5F9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2000"/>
            </a:p>
          </p:txBody>
        </p:sp>
        <p:sp>
          <p:nvSpPr>
            <p:cNvPr id="15" name="任意多边形 14"/>
            <p:cNvSpPr/>
            <p:nvPr>
              <p:custDataLst>
                <p:tags r:id="rId6"/>
              </p:custDataLst>
            </p:nvPr>
          </p:nvSpPr>
          <p:spPr>
            <a:xfrm>
              <a:off x="790" y="1830"/>
              <a:ext cx="4074" cy="80"/>
            </a:xfrm>
            <a:custGeom>
              <a:avLst/>
              <a:gdLst>
                <a:gd name="sw" fmla="*/ 1 w 4074"/>
                <a:gd name="sh" fmla="*/ 1 h 80"/>
                <a:gd name="mins" fmla="min sw sh"/>
                <a:gd name="dsw" fmla="+- 0 sw mins"/>
                <a:gd name="dsh" fmla="+- 0 sh mins"/>
                <a:gd name="p0x0" fmla="*/ 169 w 4074"/>
                <a:gd name="p0y0" fmla="*/ 0 h 80"/>
                <a:gd name="p0x1" fmla="*/ 3904 w 4074"/>
                <a:gd name="p0y1" fmla="*/ 0 h 80"/>
                <a:gd name="p0x2" fmla="*/ 3970 w 4074"/>
                <a:gd name="p0y2" fmla="*/ 0 h 80"/>
                <a:gd name="p0x3" fmla="*/ 4030 w 4074"/>
                <a:gd name="p0y3" fmla="*/ 26 h 80"/>
                <a:gd name="p0x4" fmla="*/ 4074 w 4074"/>
                <a:gd name="p0y4" fmla="*/ 70 h 80"/>
                <a:gd name="p0x5" fmla="*/ 4063 w 4074"/>
                <a:gd name="p0y5" fmla="*/ 80 h 80"/>
                <a:gd name="p0x6" fmla="*/ 4063 w 4074"/>
                <a:gd name="p0y6" fmla="*/ 80 h 80"/>
                <a:gd name="p0x7" fmla="*/ 4023 w 4074"/>
                <a:gd name="p0y7" fmla="*/ 40 h 80"/>
                <a:gd name="p0x8" fmla="*/ 3966 w 4074"/>
                <a:gd name="p0y8" fmla="*/ 15 h 80"/>
                <a:gd name="p0x9" fmla="*/ 3904 w 4074"/>
                <a:gd name="p0y9" fmla="*/ 15 h 80"/>
                <a:gd name="p0x10" fmla="*/ 169 w 4074"/>
                <a:gd name="p0y10" fmla="*/ 15 h 80"/>
                <a:gd name="p0x11" fmla="*/ 107 w 4074"/>
                <a:gd name="p0y11" fmla="*/ 15 h 80"/>
                <a:gd name="p0x12" fmla="*/ 51 w 4074"/>
                <a:gd name="p0y12" fmla="*/ 40 h 80"/>
                <a:gd name="p0x13" fmla="*/ 10 w 4074"/>
                <a:gd name="p0y13" fmla="*/ 80 h 80"/>
                <a:gd name="p0x14" fmla="*/ 0 w 4074"/>
                <a:gd name="p0y14" fmla="*/ 70 h 80"/>
                <a:gd name="p0x15" fmla="*/ 0 w 4074"/>
                <a:gd name="p0y15" fmla="*/ 70 h 80"/>
                <a:gd name="p0x16" fmla="*/ 43 w 4074"/>
                <a:gd name="p0y16" fmla="*/ 26 h 80"/>
                <a:gd name="p0x17" fmla="*/ 103 w 4074"/>
                <a:gd name="p0y17" fmla="*/ 0 h 80"/>
                <a:gd name="p0x18" fmla="*/ 169 w 4074"/>
                <a:gd name="p0y18" fmla="*/ 0 h 8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lnTo>
                    <a:pt x="p0x15" y="p0y15"/>
                  </a:lnTo>
                  <a:cubicBezTo>
                    <a:pt x="p0x16" y="p0y16"/>
                    <a:pt x="p0x17" y="p0y17"/>
                    <a:pt x="p0x18" y="p0y18"/>
                  </a:cubicBezTo>
                  <a:close/>
                </a:path>
              </a:pathLst>
            </a:custGeom>
            <a:solidFill>
              <a:srgbClr val="E2E8F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2000"/>
            </a:p>
          </p:txBody>
        </p:sp>
        <p:sp>
          <p:nvSpPr>
            <p:cNvPr id="16" name="任意多边形 15"/>
            <p:cNvSpPr/>
            <p:nvPr>
              <p:custDataLst>
                <p:tags r:id="rId7"/>
              </p:custDataLst>
            </p:nvPr>
          </p:nvSpPr>
          <p:spPr>
            <a:xfrm>
              <a:off x="4854" y="1900"/>
              <a:ext cx="81" cy="8014"/>
            </a:xfrm>
            <a:custGeom>
              <a:avLst/>
              <a:gdLst>
                <a:gd name="sw" fmla="*/ 1 w 80"/>
                <a:gd name="sh" fmla="*/ 1 h 8013"/>
                <a:gd name="mins" fmla="min sw sh"/>
                <a:gd name="dsw" fmla="+- 0 sw mins"/>
                <a:gd name="dsh" fmla="+- 0 sh mins"/>
                <a:gd name="p0x0" fmla="*/ 80 w 80"/>
                <a:gd name="p0y0" fmla="*/ 169 h 8013"/>
                <a:gd name="p0x1" fmla="*/ 80 w 80"/>
                <a:gd name="p0y1" fmla="*/ 7939 h 8013"/>
                <a:gd name="p0x2" fmla="*/ 80 w 80"/>
                <a:gd name="p0y2" fmla="*/ 7965 h 8013"/>
                <a:gd name="p0x3" fmla="*/ 76 w 80"/>
                <a:gd name="p0y3" fmla="*/ 7990 h 8013"/>
                <a:gd name="p0x4" fmla="*/ 69 w 80"/>
                <a:gd name="p0y4" fmla="*/ 8013 h 8013"/>
                <a:gd name="p0x5" fmla="*/ 54 w 80"/>
                <a:gd name="p0y5" fmla="*/ 7995 h 8013"/>
                <a:gd name="p0x6" fmla="*/ 54 w 80"/>
                <a:gd name="p0y6" fmla="*/ 7995 h 8013"/>
                <a:gd name="p0x7" fmla="*/ 62 w 80"/>
                <a:gd name="p0y7" fmla="*/ 7977 h 8013"/>
                <a:gd name="p0x8" fmla="*/ 65 w 80"/>
                <a:gd name="p0y8" fmla="*/ 7959 h 8013"/>
                <a:gd name="p0x9" fmla="*/ 65 w 80"/>
                <a:gd name="p0y9" fmla="*/ 7939 h 8013"/>
                <a:gd name="p0x10" fmla="*/ 65 w 80"/>
                <a:gd name="p0y10" fmla="*/ 169 h 8013"/>
                <a:gd name="p0x11" fmla="*/ 65 w 80"/>
                <a:gd name="p0y11" fmla="*/ 107 h 8013"/>
                <a:gd name="p0x12" fmla="*/ 40 w 80"/>
                <a:gd name="p0y12" fmla="*/ 51 h 8013"/>
                <a:gd name="p0x13" fmla="*/ 0 w 80"/>
                <a:gd name="p0y13" fmla="*/ 10 h 8013"/>
                <a:gd name="p0x14" fmla="*/ 10 w 80"/>
                <a:gd name="p0y14" fmla="*/ 0 h 8013"/>
                <a:gd name="p0x15" fmla="*/ 10 w 80"/>
                <a:gd name="p0y15" fmla="*/ 0 h 8013"/>
                <a:gd name="p0x16" fmla="*/ 54 w 80"/>
                <a:gd name="p0y16" fmla="*/ 43 h 8013"/>
                <a:gd name="p0x17" fmla="*/ 80 w 80"/>
                <a:gd name="p0y17" fmla="*/ 103 h 8013"/>
                <a:gd name="p0x18" fmla="*/ 80 w 80"/>
                <a:gd name="p0y18" fmla="*/ 169 h 8013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lnTo>
                    <a:pt x="p0x15" y="p0y15"/>
                  </a:lnTo>
                  <a:cubicBezTo>
                    <a:pt x="p0x16" y="p0y16"/>
                    <a:pt x="p0x17" y="p0y17"/>
                    <a:pt x="p0x18" y="p0y18"/>
                  </a:cubicBezTo>
                  <a:close/>
                </a:path>
              </a:pathLst>
            </a:custGeom>
            <a:solidFill>
              <a:srgbClr val="E2E8F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2000"/>
            </a:p>
          </p:txBody>
        </p:sp>
        <p:sp>
          <p:nvSpPr>
            <p:cNvPr id="17" name="任意多边形 16"/>
            <p:cNvSpPr/>
            <p:nvPr>
              <p:custDataLst>
                <p:tags r:id="rId8"/>
              </p:custDataLst>
            </p:nvPr>
          </p:nvSpPr>
          <p:spPr>
            <a:xfrm>
              <a:off x="731" y="9895"/>
              <a:ext cx="4192" cy="185"/>
            </a:xfrm>
            <a:custGeom>
              <a:avLst/>
              <a:gdLst>
                <a:gd name="sw" fmla="*/ 1 w 4191"/>
                <a:gd name="sh" fmla="*/ 1 h 184"/>
                <a:gd name="mins" fmla="min sw sh"/>
                <a:gd name="dsw" fmla="+- 0 sw mins"/>
                <a:gd name="dsh" fmla="+- 0 sh mins"/>
                <a:gd name="p0x0" fmla="*/ 3963 w 4191"/>
                <a:gd name="p0y0" fmla="*/ 184 h 184"/>
                <a:gd name="p0x1" fmla="*/ 228 w 4191"/>
                <a:gd name="p0y1" fmla="*/ 184 h 184"/>
                <a:gd name="p0x2" fmla="*/ 121 w 4191"/>
                <a:gd name="p0y2" fmla="*/ 184 h 184"/>
                <a:gd name="p0x3" fmla="*/ 31 w 4191"/>
                <a:gd name="p0y3" fmla="*/ 114 h 184"/>
                <a:gd name="p0x4" fmla="*/ 0 w 4191"/>
                <a:gd name="p0y4" fmla="*/ 18 h 184"/>
                <a:gd name="p0x5" fmla="*/ 14 w 4191"/>
                <a:gd name="p0y5" fmla="*/ 0 h 184"/>
                <a:gd name="p0x6" fmla="*/ 14 w 4191"/>
                <a:gd name="p0y6" fmla="*/ 0 h 184"/>
                <a:gd name="p0x7" fmla="*/ 43 w 4191"/>
                <a:gd name="p0y7" fmla="*/ 72 h 184"/>
                <a:gd name="p0x8" fmla="*/ 128 w 4191"/>
                <a:gd name="p0y8" fmla="*/ 124 h 184"/>
                <a:gd name="p0x9" fmla="*/ 228 w 4191"/>
                <a:gd name="p0y9" fmla="*/ 124 h 184"/>
                <a:gd name="p0x10" fmla="*/ 3963 w 4191"/>
                <a:gd name="p0y10" fmla="*/ 124 h 184"/>
                <a:gd name="p0x11" fmla="*/ 4063 w 4191"/>
                <a:gd name="p0y11" fmla="*/ 124 h 184"/>
                <a:gd name="p0x12" fmla="*/ 4148 w 4191"/>
                <a:gd name="p0y12" fmla="*/ 72 h 184"/>
                <a:gd name="p0x13" fmla="*/ 4177 w 4191"/>
                <a:gd name="p0y13" fmla="*/ 0 h 184"/>
                <a:gd name="p0x14" fmla="*/ 4191 w 4191"/>
                <a:gd name="p0y14" fmla="*/ 18 h 184"/>
                <a:gd name="p0x15" fmla="*/ 4191 w 4191"/>
                <a:gd name="p0y15" fmla="*/ 18 h 184"/>
                <a:gd name="p0x16" fmla="*/ 4160 w 4191"/>
                <a:gd name="p0y16" fmla="*/ 114 h 184"/>
                <a:gd name="p0x17" fmla="*/ 4069 w 4191"/>
                <a:gd name="p0y17" fmla="*/ 184 h 184"/>
                <a:gd name="p0x18" fmla="*/ 3963 w 4191"/>
                <a:gd name="p0y18" fmla="*/ 184 h 184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lnTo>
                    <a:pt x="p0x15" y="p0y15"/>
                  </a:lnTo>
                  <a:cubicBezTo>
                    <a:pt x="p0x16" y="p0y16"/>
                    <a:pt x="p0x17" y="p0y17"/>
                    <a:pt x="p0x18" y="p0y18"/>
                  </a:cubicBezTo>
                  <a:close/>
                </a:path>
              </a:pathLst>
            </a:custGeom>
            <a:solidFill>
              <a:srgbClr val="1E40A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2000"/>
            </a:p>
          </p:txBody>
        </p:sp>
        <p:sp>
          <p:nvSpPr>
            <p:cNvPr id="18" name="任意多边形 17"/>
            <p:cNvSpPr/>
            <p:nvPr>
              <p:custDataLst>
                <p:tags r:id="rId9"/>
              </p:custDataLst>
            </p:nvPr>
          </p:nvSpPr>
          <p:spPr>
            <a:xfrm>
              <a:off x="720" y="1900"/>
              <a:ext cx="80" cy="8014"/>
            </a:xfrm>
            <a:custGeom>
              <a:avLst/>
              <a:gdLst>
                <a:gd name="sw" fmla="*/ 1 w 80"/>
                <a:gd name="sh" fmla="*/ 1 h 8013"/>
                <a:gd name="mins" fmla="min sw sh"/>
                <a:gd name="dsw" fmla="+- 0 sw mins"/>
                <a:gd name="dsh" fmla="+- 0 sh mins"/>
                <a:gd name="p0x0" fmla="*/ 0 w 80"/>
                <a:gd name="p0y0" fmla="*/ 7939 h 8013"/>
                <a:gd name="p0x1" fmla="*/ 0 w 80"/>
                <a:gd name="p0y1" fmla="*/ 169 h 8013"/>
                <a:gd name="p0x2" fmla="*/ 0 w 80"/>
                <a:gd name="p0y2" fmla="*/ 103 h 8013"/>
                <a:gd name="p0x3" fmla="*/ 26 w 80"/>
                <a:gd name="p0y3" fmla="*/ 43 h 8013"/>
                <a:gd name="p0x4" fmla="*/ 70 w 80"/>
                <a:gd name="p0y4" fmla="*/ 0 h 8013"/>
                <a:gd name="p0x5" fmla="*/ 80 w 80"/>
                <a:gd name="p0y5" fmla="*/ 10 h 8013"/>
                <a:gd name="p0x6" fmla="*/ 80 w 80"/>
                <a:gd name="p0y6" fmla="*/ 10 h 8013"/>
                <a:gd name="p0x7" fmla="*/ 40 w 80"/>
                <a:gd name="p0y7" fmla="*/ 51 h 8013"/>
                <a:gd name="p0x8" fmla="*/ 15 w 80"/>
                <a:gd name="p0y8" fmla="*/ 107 h 8013"/>
                <a:gd name="p0x9" fmla="*/ 15 w 80"/>
                <a:gd name="p0y9" fmla="*/ 169 h 8013"/>
                <a:gd name="p0x10" fmla="*/ 15 w 80"/>
                <a:gd name="p0y10" fmla="*/ 7939 h 8013"/>
                <a:gd name="p0x11" fmla="*/ 15 w 80"/>
                <a:gd name="p0y11" fmla="*/ 7959 h 8013"/>
                <a:gd name="p0x12" fmla="*/ 18 w 80"/>
                <a:gd name="p0y12" fmla="*/ 7977 h 8013"/>
                <a:gd name="p0x13" fmla="*/ 25 w 80"/>
                <a:gd name="p0y13" fmla="*/ 7995 h 8013"/>
                <a:gd name="p0x14" fmla="*/ 11 w 80"/>
                <a:gd name="p0y14" fmla="*/ 8013 h 8013"/>
                <a:gd name="p0x15" fmla="*/ 11 w 80"/>
                <a:gd name="p0y15" fmla="*/ 8013 h 8013"/>
                <a:gd name="p0x16" fmla="*/ 4 w 80"/>
                <a:gd name="p0y16" fmla="*/ 7990 h 8013"/>
                <a:gd name="p0x17" fmla="*/ 0 w 80"/>
                <a:gd name="p0y17" fmla="*/ 7965 h 8013"/>
                <a:gd name="p0x18" fmla="*/ 0 w 80"/>
                <a:gd name="p0y18" fmla="*/ 7939 h 8013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lnTo>
                    <a:pt x="p0x15" y="p0y15"/>
                  </a:lnTo>
                  <a:cubicBezTo>
                    <a:pt x="p0x16" y="p0y16"/>
                    <a:pt x="p0x17" y="p0y17"/>
                    <a:pt x="p0x18" y="p0y18"/>
                  </a:cubicBezTo>
                  <a:close/>
                </a:path>
              </a:pathLst>
            </a:custGeom>
            <a:solidFill>
              <a:srgbClr val="E2E8F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2000"/>
            </a:p>
          </p:txBody>
        </p:sp>
      </p:grpSp>
      <p:sp>
        <p:nvSpPr>
          <p:cNvPr id="20" name="任意多边形 19"/>
          <p:cNvSpPr/>
          <p:nvPr>
            <p:custDataLst>
              <p:tags r:id="rId10"/>
            </p:custDataLst>
          </p:nvPr>
        </p:nvSpPr>
        <p:spPr>
          <a:xfrm>
            <a:off x="466725" y="1171575"/>
            <a:ext cx="2657475" cy="85725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185" h="1350">
                <a:moveTo>
                  <a:pt x="240" y="0"/>
                </a:moveTo>
                <a:lnTo>
                  <a:pt x="3945" y="0"/>
                </a:lnTo>
                <a:cubicBezTo>
                  <a:pt x="4078" y="0"/>
                  <a:pt x="4185" y="107"/>
                  <a:pt x="4185" y="240"/>
                </a:cubicBezTo>
                <a:lnTo>
                  <a:pt x="4185" y="1350"/>
                </a:lnTo>
                <a:lnTo>
                  <a:pt x="0" y="1350"/>
                </a:lnTo>
                <a:lnTo>
                  <a:pt x="0" y="240"/>
                </a:lnTo>
                <a:cubicBezTo>
                  <a:pt x="0" y="107"/>
                  <a:pt x="107" y="0"/>
                  <a:pt x="240" y="0"/>
                </a:cubicBezTo>
                <a:close/>
              </a:path>
            </a:pathLst>
          </a:custGeom>
          <a:solidFill>
            <a:srgbClr val="1E40A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 sz="2000"/>
          </a:p>
        </p:txBody>
      </p:sp>
      <p:pic>
        <p:nvPicPr>
          <p:cNvPr id="23" name="图片 22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 l="-15333" t="-12995" r="-15333" b="-12995"/>
          <a:stretch>
            <a:fillRect/>
          </a:stretch>
        </p:blipFill>
        <p:spPr>
          <a:xfrm>
            <a:off x="2552065" y="1421765"/>
            <a:ext cx="746760" cy="828040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 t="-4167" b="-4167"/>
          <a:stretch>
            <a:fillRect/>
          </a:stretch>
        </p:blipFill>
        <p:spPr>
          <a:xfrm>
            <a:off x="695325" y="2290445"/>
            <a:ext cx="114300" cy="123825"/>
          </a:xfrm>
          <a:prstGeom prst="rect">
            <a:avLst/>
          </a:prstGeom>
        </p:spPr>
      </p:pic>
      <p:sp>
        <p:nvSpPr>
          <p:cNvPr id="26" name="文本框 25"/>
          <p:cNvSpPr txBox="1"/>
          <p:nvPr>
            <p:custDataLst>
              <p:tags r:id="rId17"/>
            </p:custDataLst>
          </p:nvPr>
        </p:nvSpPr>
        <p:spPr>
          <a:xfrm>
            <a:off x="904875" y="2242185"/>
            <a:ext cx="1990725" cy="63055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lang="zh-CN" altLang="en-US" sz="12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时间复杂度：</a:t>
            </a:r>
            <a:r>
              <a:rPr lang="en-US" altLang="zh-CN" sz="12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O(V+E)</a:t>
            </a:r>
            <a:endParaRPr lang="en-US" altLang="zh-CN" sz="12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0F172A">
                    <a:alpha val="70196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遍历所有顶点与边，线性时间效率。</a:t>
            </a:r>
            <a:endParaRPr sz="1200">
              <a:solidFill>
                <a:srgbClr val="0F172A">
                  <a:alpha val="70196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7" name="图片 26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 t="-4167" b="-4167"/>
          <a:stretch>
            <a:fillRect/>
          </a:stretch>
        </p:blipFill>
        <p:spPr>
          <a:xfrm>
            <a:off x="695325" y="3042920"/>
            <a:ext cx="114300" cy="123825"/>
          </a:xfrm>
          <a:prstGeom prst="rect">
            <a:avLst/>
          </a:prstGeom>
        </p:spPr>
      </p:pic>
      <p:sp>
        <p:nvSpPr>
          <p:cNvPr id="28" name="文本框 27"/>
          <p:cNvSpPr txBox="1"/>
          <p:nvPr>
            <p:custDataLst>
              <p:tags r:id="rId19"/>
            </p:custDataLst>
          </p:nvPr>
        </p:nvSpPr>
        <p:spPr>
          <a:xfrm>
            <a:off x="904875" y="2994660"/>
            <a:ext cx="1990725" cy="63055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lang="zh-CN" altLang="en-US" sz="12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空间复杂度：</a:t>
            </a:r>
            <a:r>
              <a:rPr lang="en-US" altLang="zh-CN" sz="12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O(h)</a:t>
            </a:r>
            <a:endParaRPr lang="en-US" altLang="zh-CN" sz="12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1200">
                <a:solidFill>
                  <a:srgbClr val="0F172A">
                    <a:alpha val="70196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</a:t>
            </a:r>
            <a:r>
              <a:rPr lang="zh-CN" altLang="en-US" sz="1200">
                <a:solidFill>
                  <a:srgbClr val="0F172A">
                    <a:alpha val="70196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为递归深度，仅需栈空间，内存占用最小。</a:t>
            </a:r>
            <a:endParaRPr lang="zh-CN" altLang="en-US" sz="1200">
              <a:solidFill>
                <a:srgbClr val="0F172A">
                  <a:alpha val="70196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9" name="图片 28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 t="-4167" b="-4167"/>
          <a:stretch>
            <a:fillRect/>
          </a:stretch>
        </p:blipFill>
        <p:spPr>
          <a:xfrm>
            <a:off x="695325" y="3795395"/>
            <a:ext cx="114300" cy="123825"/>
          </a:xfrm>
          <a:prstGeom prst="rect">
            <a:avLst/>
          </a:prstGeom>
        </p:spPr>
      </p:pic>
      <p:sp>
        <p:nvSpPr>
          <p:cNvPr id="30" name="文本框 29"/>
          <p:cNvSpPr txBox="1"/>
          <p:nvPr>
            <p:custDataLst>
              <p:tags r:id="rId21"/>
            </p:custDataLst>
          </p:nvPr>
        </p:nvSpPr>
        <p:spPr>
          <a:xfrm>
            <a:off x="904875" y="3747135"/>
            <a:ext cx="1990725" cy="63055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2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实现特点</a:t>
            </a:r>
            <a:endParaRPr sz="12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0F172A">
                    <a:alpha val="70196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栈结构实现，不保证最优路径，适合解的存在性判断。</a:t>
            </a:r>
            <a:endParaRPr sz="1200">
              <a:solidFill>
                <a:srgbClr val="0F172A">
                  <a:alpha val="70196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03" name="组合 102"/>
          <p:cNvGrpSpPr/>
          <p:nvPr/>
        </p:nvGrpSpPr>
        <p:grpSpPr>
          <a:xfrm>
            <a:off x="695325" y="5805170"/>
            <a:ext cx="2199640" cy="328930"/>
            <a:chOff x="1095" y="9142"/>
            <a:chExt cx="3464" cy="518"/>
          </a:xfrm>
        </p:grpSpPr>
        <p:sp>
          <p:nvSpPr>
            <p:cNvPr id="31" name="任意多边形 30"/>
            <p:cNvSpPr/>
            <p:nvPr>
              <p:custDataLst>
                <p:tags r:id="rId22"/>
              </p:custDataLst>
            </p:nvPr>
          </p:nvSpPr>
          <p:spPr>
            <a:xfrm>
              <a:off x="1095" y="9142"/>
              <a:ext cx="3465" cy="518"/>
            </a:xfrm>
            <a:custGeom>
              <a:avLst/>
              <a:gdLst>
                <a:gd name="sw" fmla="*/ 1 w 3465"/>
                <a:gd name="sh" fmla="*/ 1 h 517"/>
                <a:gd name="mins" fmla="min sw sh"/>
                <a:gd name="dsw" fmla="+- 0 sw mins"/>
                <a:gd name="dsh" fmla="+- 0 sh mins"/>
                <a:gd name="p0x0" fmla="*/ 0 w 3465"/>
                <a:gd name="p0y0" fmla="*/ 0 h 517"/>
                <a:gd name="p0x1" fmla="*/ 3465 w 3465"/>
                <a:gd name="p0y1" fmla="*/ 0 h 517"/>
                <a:gd name="p0x2" fmla="*/ 3465 w 3465"/>
                <a:gd name="p0y2" fmla="*/ 517 h 517"/>
                <a:gd name="p0x3" fmla="*/ 0 w 3465"/>
                <a:gd name="p0y3" fmla="*/ 517 h 517"/>
                <a:gd name="p0x4" fmla="*/ 0 w 3465"/>
                <a:gd name="p0y4" fmla="*/ 0 h 517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2000"/>
            </a:p>
          </p:txBody>
        </p:sp>
        <p:sp>
          <p:nvSpPr>
            <p:cNvPr id="32" name="任意多边形 31"/>
            <p:cNvSpPr/>
            <p:nvPr>
              <p:custDataLst>
                <p:tags r:id="rId23"/>
              </p:custDataLst>
            </p:nvPr>
          </p:nvSpPr>
          <p:spPr>
            <a:xfrm>
              <a:off x="1102" y="9142"/>
              <a:ext cx="3450" cy="15"/>
            </a:xfrm>
            <a:custGeom>
              <a:avLst/>
              <a:gdLst>
                <a:gd name="sw" fmla="*/ 1 w 3450"/>
                <a:gd name="sh" fmla="*/ 1 h 15"/>
                <a:gd name="mins" fmla="min sw sh"/>
                <a:gd name="dsw" fmla="+- 0 sw mins"/>
                <a:gd name="dsh" fmla="+- 0 sh mins"/>
                <a:gd name="p0x0" fmla="*/ 0 w 3450"/>
                <a:gd name="p0y0" fmla="*/ 0 h 15"/>
                <a:gd name="p0x1" fmla="*/ 29 w 3450"/>
                <a:gd name="p0y1" fmla="*/ 0 h 15"/>
                <a:gd name="p0x2" fmla="*/ 30 w 3450"/>
                <a:gd name="p0y2" fmla="*/ 15 h 15"/>
                <a:gd name="p0x3" fmla="*/ 0 w 3450"/>
                <a:gd name="p0y3" fmla="*/ 15 h 15"/>
                <a:gd name="p0x4" fmla="*/ 0 w 3450"/>
                <a:gd name="p0y4" fmla="*/ 0 h 15"/>
                <a:gd name="p0x5" fmla="*/ 45 w 3450"/>
                <a:gd name="p0y5" fmla="*/ 0 h 15"/>
                <a:gd name="p0x6" fmla="*/ 74 w 3450"/>
                <a:gd name="p0y6" fmla="*/ 0 h 15"/>
                <a:gd name="p0x7" fmla="*/ 75 w 3450"/>
                <a:gd name="p0y7" fmla="*/ 15 h 15"/>
                <a:gd name="p0x8" fmla="*/ 45 w 3450"/>
                <a:gd name="p0y8" fmla="*/ 15 h 15"/>
                <a:gd name="p0x9" fmla="*/ 45 w 3450"/>
                <a:gd name="p0y9" fmla="*/ 0 h 15"/>
                <a:gd name="p0x10" fmla="*/ 90 w 3450"/>
                <a:gd name="p0y10" fmla="*/ 0 h 15"/>
                <a:gd name="p0x11" fmla="*/ 119 w 3450"/>
                <a:gd name="p0y11" fmla="*/ 0 h 15"/>
                <a:gd name="p0x12" fmla="*/ 120 w 3450"/>
                <a:gd name="p0y12" fmla="*/ 15 h 15"/>
                <a:gd name="p0x13" fmla="*/ 90 w 3450"/>
                <a:gd name="p0y13" fmla="*/ 15 h 15"/>
                <a:gd name="p0x14" fmla="*/ 90 w 3450"/>
                <a:gd name="p0y14" fmla="*/ 0 h 15"/>
                <a:gd name="p0x15" fmla="*/ 135 w 3450"/>
                <a:gd name="p0y15" fmla="*/ 0 h 15"/>
                <a:gd name="p0x16" fmla="*/ 165 w 3450"/>
                <a:gd name="p0y16" fmla="*/ 0 h 15"/>
                <a:gd name="p0x17" fmla="*/ 165 w 3450"/>
                <a:gd name="p0y17" fmla="*/ 15 h 15"/>
                <a:gd name="p0x18" fmla="*/ 135 w 3450"/>
                <a:gd name="p0y18" fmla="*/ 15 h 15"/>
                <a:gd name="p0x19" fmla="*/ 135 w 3450"/>
                <a:gd name="p0y19" fmla="*/ 0 h 15"/>
                <a:gd name="p0x20" fmla="*/ 180 w 3450"/>
                <a:gd name="p0y20" fmla="*/ 0 h 15"/>
                <a:gd name="p0x21" fmla="*/ 210 w 3450"/>
                <a:gd name="p0y21" fmla="*/ 0 h 15"/>
                <a:gd name="p0x22" fmla="*/ 209 w 3450"/>
                <a:gd name="p0y22" fmla="*/ 15 h 15"/>
                <a:gd name="p0x23" fmla="*/ 180 w 3450"/>
                <a:gd name="p0y23" fmla="*/ 15 h 15"/>
                <a:gd name="p0x24" fmla="*/ 180 w 3450"/>
                <a:gd name="p0y24" fmla="*/ 0 h 15"/>
                <a:gd name="p0x25" fmla="*/ 225 w 3450"/>
                <a:gd name="p0y25" fmla="*/ 0 h 15"/>
                <a:gd name="p0x26" fmla="*/ 254 w 3450"/>
                <a:gd name="p0y26" fmla="*/ 0 h 15"/>
                <a:gd name="p0x27" fmla="*/ 255 w 3450"/>
                <a:gd name="p0y27" fmla="*/ 15 h 15"/>
                <a:gd name="p0x28" fmla="*/ 225 w 3450"/>
                <a:gd name="p0y28" fmla="*/ 15 h 15"/>
                <a:gd name="p0x29" fmla="*/ 225 w 3450"/>
                <a:gd name="p0y29" fmla="*/ 0 h 15"/>
                <a:gd name="p0x30" fmla="*/ 270 w 3450"/>
                <a:gd name="p0y30" fmla="*/ 0 h 15"/>
                <a:gd name="p0x31" fmla="*/ 300 w 3450"/>
                <a:gd name="p0y31" fmla="*/ 0 h 15"/>
                <a:gd name="p0x32" fmla="*/ 300 w 3450"/>
                <a:gd name="p0y32" fmla="*/ 15 h 15"/>
                <a:gd name="p0x33" fmla="*/ 270 w 3450"/>
                <a:gd name="p0y33" fmla="*/ 15 h 15"/>
                <a:gd name="p0x34" fmla="*/ 270 w 3450"/>
                <a:gd name="p0y34" fmla="*/ 0 h 15"/>
                <a:gd name="p0x35" fmla="*/ 315 w 3450"/>
                <a:gd name="p0y35" fmla="*/ 0 h 15"/>
                <a:gd name="p0x36" fmla="*/ 345 w 3450"/>
                <a:gd name="p0y36" fmla="*/ 0 h 15"/>
                <a:gd name="p0x37" fmla="*/ 345 w 3450"/>
                <a:gd name="p0y37" fmla="*/ 15 h 15"/>
                <a:gd name="p0x38" fmla="*/ 315 w 3450"/>
                <a:gd name="p0y38" fmla="*/ 15 h 15"/>
                <a:gd name="p0x39" fmla="*/ 315 w 3450"/>
                <a:gd name="p0y39" fmla="*/ 0 h 15"/>
                <a:gd name="p0x40" fmla="*/ 360 w 3450"/>
                <a:gd name="p0y40" fmla="*/ 0 h 15"/>
                <a:gd name="p0x41" fmla="*/ 390 w 3450"/>
                <a:gd name="p0y41" fmla="*/ 0 h 15"/>
                <a:gd name="p0x42" fmla="*/ 390 w 3450"/>
                <a:gd name="p0y42" fmla="*/ 15 h 15"/>
                <a:gd name="p0x43" fmla="*/ 360 w 3450"/>
                <a:gd name="p0y43" fmla="*/ 15 h 15"/>
                <a:gd name="p0x44" fmla="*/ 360 w 3450"/>
                <a:gd name="p0y44" fmla="*/ 0 h 15"/>
                <a:gd name="p0x45" fmla="*/ 405 w 3450"/>
                <a:gd name="p0y45" fmla="*/ 0 h 15"/>
                <a:gd name="p0x46" fmla="*/ 435 w 3450"/>
                <a:gd name="p0y46" fmla="*/ 0 h 15"/>
                <a:gd name="p0x47" fmla="*/ 435 w 3450"/>
                <a:gd name="p0y47" fmla="*/ 15 h 15"/>
                <a:gd name="p0x48" fmla="*/ 405 w 3450"/>
                <a:gd name="p0y48" fmla="*/ 15 h 15"/>
                <a:gd name="p0x49" fmla="*/ 405 w 3450"/>
                <a:gd name="p0y49" fmla="*/ 0 h 15"/>
                <a:gd name="p0x50" fmla="*/ 449 w 3450"/>
                <a:gd name="p0y50" fmla="*/ 0 h 15"/>
                <a:gd name="p0x51" fmla="*/ 479 w 3450"/>
                <a:gd name="p0y51" fmla="*/ 0 h 15"/>
                <a:gd name="p0x52" fmla="*/ 480 w 3450"/>
                <a:gd name="p0y52" fmla="*/ 15 h 15"/>
                <a:gd name="p0x53" fmla="*/ 450 w 3450"/>
                <a:gd name="p0y53" fmla="*/ 15 h 15"/>
                <a:gd name="p0x54" fmla="*/ 449 w 3450"/>
                <a:gd name="p0y54" fmla="*/ 0 h 15"/>
                <a:gd name="p0x55" fmla="*/ 495 w 3450"/>
                <a:gd name="p0y55" fmla="*/ 0 h 15"/>
                <a:gd name="p0x56" fmla="*/ 525 w 3450"/>
                <a:gd name="p0y56" fmla="*/ 0 h 15"/>
                <a:gd name="p0x57" fmla="*/ 525 w 3450"/>
                <a:gd name="p0y57" fmla="*/ 15 h 15"/>
                <a:gd name="p0x58" fmla="*/ 495 w 3450"/>
                <a:gd name="p0y58" fmla="*/ 15 h 15"/>
                <a:gd name="p0x59" fmla="*/ 495 w 3450"/>
                <a:gd name="p0y59" fmla="*/ 0 h 15"/>
                <a:gd name="p0x60" fmla="*/ 540 w 3450"/>
                <a:gd name="p0y60" fmla="*/ 0 h 15"/>
                <a:gd name="p0x61" fmla="*/ 570 w 3450"/>
                <a:gd name="p0y61" fmla="*/ 0 h 15"/>
                <a:gd name="p0x62" fmla="*/ 570 w 3450"/>
                <a:gd name="p0y62" fmla="*/ 15 h 15"/>
                <a:gd name="p0x63" fmla="*/ 540 w 3450"/>
                <a:gd name="p0y63" fmla="*/ 15 h 15"/>
                <a:gd name="p0x64" fmla="*/ 540 w 3450"/>
                <a:gd name="p0y64" fmla="*/ 0 h 15"/>
                <a:gd name="p0x65" fmla="*/ 585 w 3450"/>
                <a:gd name="p0y65" fmla="*/ 0 h 15"/>
                <a:gd name="p0x66" fmla="*/ 615 w 3450"/>
                <a:gd name="p0y66" fmla="*/ 0 h 15"/>
                <a:gd name="p0x67" fmla="*/ 615 w 3450"/>
                <a:gd name="p0y67" fmla="*/ 15 h 15"/>
                <a:gd name="p0x68" fmla="*/ 585 w 3450"/>
                <a:gd name="p0y68" fmla="*/ 15 h 15"/>
                <a:gd name="p0x69" fmla="*/ 585 w 3450"/>
                <a:gd name="p0y69" fmla="*/ 0 h 15"/>
                <a:gd name="p0x70" fmla="*/ 630 w 3450"/>
                <a:gd name="p0y70" fmla="*/ 0 h 15"/>
                <a:gd name="p0x71" fmla="*/ 660 w 3450"/>
                <a:gd name="p0y71" fmla="*/ 0 h 15"/>
                <a:gd name="p0x72" fmla="*/ 660 w 3450"/>
                <a:gd name="p0y72" fmla="*/ 15 h 15"/>
                <a:gd name="p0x73" fmla="*/ 630 w 3450"/>
                <a:gd name="p0y73" fmla="*/ 15 h 15"/>
                <a:gd name="p0x74" fmla="*/ 630 w 3450"/>
                <a:gd name="p0y74" fmla="*/ 0 h 15"/>
                <a:gd name="p0x75" fmla="*/ 674 w 3450"/>
                <a:gd name="p0y75" fmla="*/ 0 h 15"/>
                <a:gd name="p0x76" fmla="*/ 705 w 3450"/>
                <a:gd name="p0y76" fmla="*/ 0 h 15"/>
                <a:gd name="p0x77" fmla="*/ 705 w 3450"/>
                <a:gd name="p0y77" fmla="*/ 15 h 15"/>
                <a:gd name="p0x78" fmla="*/ 675 w 3450"/>
                <a:gd name="p0y78" fmla="*/ 15 h 15"/>
                <a:gd name="p0x79" fmla="*/ 674 w 3450"/>
                <a:gd name="p0y79" fmla="*/ 0 h 15"/>
                <a:gd name="p0x80" fmla="*/ 720 w 3450"/>
                <a:gd name="p0y80" fmla="*/ 0 h 15"/>
                <a:gd name="p0x81" fmla="*/ 750 w 3450"/>
                <a:gd name="p0y81" fmla="*/ 0 h 15"/>
                <a:gd name="p0x82" fmla="*/ 750 w 3450"/>
                <a:gd name="p0y82" fmla="*/ 15 h 15"/>
                <a:gd name="p0x83" fmla="*/ 720 w 3450"/>
                <a:gd name="p0y83" fmla="*/ 15 h 15"/>
                <a:gd name="p0x84" fmla="*/ 720 w 3450"/>
                <a:gd name="p0y84" fmla="*/ 0 h 15"/>
                <a:gd name="p0x85" fmla="*/ 765 w 3450"/>
                <a:gd name="p0y85" fmla="*/ 0 h 15"/>
                <a:gd name="p0x86" fmla="*/ 795 w 3450"/>
                <a:gd name="p0y86" fmla="*/ 0 h 15"/>
                <a:gd name="p0x87" fmla="*/ 795 w 3450"/>
                <a:gd name="p0y87" fmla="*/ 15 h 15"/>
                <a:gd name="p0x88" fmla="*/ 765 w 3450"/>
                <a:gd name="p0y88" fmla="*/ 15 h 15"/>
                <a:gd name="p0x89" fmla="*/ 765 w 3450"/>
                <a:gd name="p0y89" fmla="*/ 0 h 15"/>
                <a:gd name="p0x90" fmla="*/ 810 w 3450"/>
                <a:gd name="p0y90" fmla="*/ 0 h 15"/>
                <a:gd name="p0x91" fmla="*/ 840 w 3450"/>
                <a:gd name="p0y91" fmla="*/ 0 h 15"/>
                <a:gd name="p0x92" fmla="*/ 840 w 3450"/>
                <a:gd name="p0y92" fmla="*/ 15 h 15"/>
                <a:gd name="p0x93" fmla="*/ 810 w 3450"/>
                <a:gd name="p0y93" fmla="*/ 15 h 15"/>
                <a:gd name="p0x94" fmla="*/ 810 w 3450"/>
                <a:gd name="p0y94" fmla="*/ 0 h 15"/>
                <a:gd name="p0x95" fmla="*/ 854 w 3450"/>
                <a:gd name="p0y95" fmla="*/ 0 h 15"/>
                <a:gd name="p0x96" fmla="*/ 885 w 3450"/>
                <a:gd name="p0y96" fmla="*/ 0 h 15"/>
                <a:gd name="p0x97" fmla="*/ 885 w 3450"/>
                <a:gd name="p0y97" fmla="*/ 15 h 15"/>
                <a:gd name="p0x98" fmla="*/ 855 w 3450"/>
                <a:gd name="p0y98" fmla="*/ 15 h 15"/>
                <a:gd name="p0x99" fmla="*/ 854 w 3450"/>
                <a:gd name="p0y99" fmla="*/ 0 h 15"/>
                <a:gd name="p0x100" fmla="*/ 900 w 3450"/>
                <a:gd name="p0y100" fmla="*/ 0 h 15"/>
                <a:gd name="p0x101" fmla="*/ 930 w 3450"/>
                <a:gd name="p0y101" fmla="*/ 0 h 15"/>
                <a:gd name="p0x102" fmla="*/ 930 w 3450"/>
                <a:gd name="p0y102" fmla="*/ 15 h 15"/>
                <a:gd name="p0x103" fmla="*/ 900 w 3450"/>
                <a:gd name="p0y103" fmla="*/ 15 h 15"/>
                <a:gd name="p0x104" fmla="*/ 900 w 3450"/>
                <a:gd name="p0y104" fmla="*/ 0 h 15"/>
                <a:gd name="p0x105" fmla="*/ 945 w 3450"/>
                <a:gd name="p0y105" fmla="*/ 0 h 15"/>
                <a:gd name="p0x106" fmla="*/ 975 w 3450"/>
                <a:gd name="p0y106" fmla="*/ 0 h 15"/>
                <a:gd name="p0x107" fmla="*/ 975 w 3450"/>
                <a:gd name="p0y107" fmla="*/ 15 h 15"/>
                <a:gd name="p0x108" fmla="*/ 945 w 3450"/>
                <a:gd name="p0y108" fmla="*/ 15 h 15"/>
                <a:gd name="p0x109" fmla="*/ 945 w 3450"/>
                <a:gd name="p0y109" fmla="*/ 0 h 15"/>
                <a:gd name="p0x110" fmla="*/ 990 w 3450"/>
                <a:gd name="p0y110" fmla="*/ 0 h 15"/>
                <a:gd name="p0x111" fmla="*/ 1020 w 3450"/>
                <a:gd name="p0y111" fmla="*/ 0 h 15"/>
                <a:gd name="p0x112" fmla="*/ 1020 w 3450"/>
                <a:gd name="p0y112" fmla="*/ 15 h 15"/>
                <a:gd name="p0x113" fmla="*/ 990 w 3450"/>
                <a:gd name="p0y113" fmla="*/ 15 h 15"/>
                <a:gd name="p0x114" fmla="*/ 990 w 3450"/>
                <a:gd name="p0y114" fmla="*/ 0 h 15"/>
                <a:gd name="p0x115" fmla="*/ 1035 w 3450"/>
                <a:gd name="p0y115" fmla="*/ 0 h 15"/>
                <a:gd name="p0x116" fmla="*/ 1065 w 3450"/>
                <a:gd name="p0y116" fmla="*/ 0 h 15"/>
                <a:gd name="p0x117" fmla="*/ 1065 w 3450"/>
                <a:gd name="p0y117" fmla="*/ 15 h 15"/>
                <a:gd name="p0x118" fmla="*/ 1035 w 3450"/>
                <a:gd name="p0y118" fmla="*/ 15 h 15"/>
                <a:gd name="p0x119" fmla="*/ 1035 w 3450"/>
                <a:gd name="p0y119" fmla="*/ 0 h 15"/>
                <a:gd name="p0x120" fmla="*/ 1080 w 3450"/>
                <a:gd name="p0y120" fmla="*/ 0 h 15"/>
                <a:gd name="p0x121" fmla="*/ 1110 w 3450"/>
                <a:gd name="p0y121" fmla="*/ 0 h 15"/>
                <a:gd name="p0x122" fmla="*/ 1110 w 3450"/>
                <a:gd name="p0y122" fmla="*/ 15 h 15"/>
                <a:gd name="p0x123" fmla="*/ 1080 w 3450"/>
                <a:gd name="p0y123" fmla="*/ 15 h 15"/>
                <a:gd name="p0x124" fmla="*/ 1080 w 3450"/>
                <a:gd name="p0y124" fmla="*/ 0 h 15"/>
                <a:gd name="p0x125" fmla="*/ 1125 w 3450"/>
                <a:gd name="p0y125" fmla="*/ 0 h 15"/>
                <a:gd name="p0x126" fmla="*/ 1155 w 3450"/>
                <a:gd name="p0y126" fmla="*/ 0 h 15"/>
                <a:gd name="p0x127" fmla="*/ 1155 w 3450"/>
                <a:gd name="p0y127" fmla="*/ 15 h 15"/>
                <a:gd name="p0x128" fmla="*/ 1125 w 3450"/>
                <a:gd name="p0y128" fmla="*/ 15 h 15"/>
                <a:gd name="p0x129" fmla="*/ 1125 w 3450"/>
                <a:gd name="p0y129" fmla="*/ 0 h 15"/>
                <a:gd name="p0x130" fmla="*/ 1170 w 3450"/>
                <a:gd name="p0y130" fmla="*/ 0 h 15"/>
                <a:gd name="p0x131" fmla="*/ 1200 w 3450"/>
                <a:gd name="p0y131" fmla="*/ 0 h 15"/>
                <a:gd name="p0x132" fmla="*/ 1200 w 3450"/>
                <a:gd name="p0y132" fmla="*/ 15 h 15"/>
                <a:gd name="p0x133" fmla="*/ 1170 w 3450"/>
                <a:gd name="p0y133" fmla="*/ 15 h 15"/>
                <a:gd name="p0x134" fmla="*/ 1170 w 3450"/>
                <a:gd name="p0y134" fmla="*/ 0 h 15"/>
                <a:gd name="p0x135" fmla="*/ 1215 w 3450"/>
                <a:gd name="p0y135" fmla="*/ 0 h 15"/>
                <a:gd name="p0x136" fmla="*/ 1244 w 3450"/>
                <a:gd name="p0y136" fmla="*/ 0 h 15"/>
                <a:gd name="p0x137" fmla="*/ 1244 w 3450"/>
                <a:gd name="p0y137" fmla="*/ 15 h 15"/>
                <a:gd name="p0x138" fmla="*/ 1215 w 3450"/>
                <a:gd name="p0y138" fmla="*/ 15 h 15"/>
                <a:gd name="p0x139" fmla="*/ 1215 w 3450"/>
                <a:gd name="p0y139" fmla="*/ 0 h 15"/>
                <a:gd name="p0x140" fmla="*/ 1260 w 3450"/>
                <a:gd name="p0y140" fmla="*/ 0 h 15"/>
                <a:gd name="p0x141" fmla="*/ 1290 w 3450"/>
                <a:gd name="p0y141" fmla="*/ 0 h 15"/>
                <a:gd name="p0x142" fmla="*/ 1290 w 3450"/>
                <a:gd name="p0y142" fmla="*/ 15 h 15"/>
                <a:gd name="p0x143" fmla="*/ 1260 w 3450"/>
                <a:gd name="p0y143" fmla="*/ 15 h 15"/>
                <a:gd name="p0x144" fmla="*/ 1260 w 3450"/>
                <a:gd name="p0y144" fmla="*/ 0 h 15"/>
                <a:gd name="p0x145" fmla="*/ 1305 w 3450"/>
                <a:gd name="p0y145" fmla="*/ 0 h 15"/>
                <a:gd name="p0x146" fmla="*/ 1335 w 3450"/>
                <a:gd name="p0y146" fmla="*/ 0 h 15"/>
                <a:gd name="p0x147" fmla="*/ 1335 w 3450"/>
                <a:gd name="p0y147" fmla="*/ 15 h 15"/>
                <a:gd name="p0x148" fmla="*/ 1305 w 3450"/>
                <a:gd name="p0y148" fmla="*/ 15 h 15"/>
                <a:gd name="p0x149" fmla="*/ 1305 w 3450"/>
                <a:gd name="p0y149" fmla="*/ 0 h 15"/>
                <a:gd name="p0x150" fmla="*/ 1350 w 3450"/>
                <a:gd name="p0y150" fmla="*/ 0 h 15"/>
                <a:gd name="p0x151" fmla="*/ 1380 w 3450"/>
                <a:gd name="p0y151" fmla="*/ 0 h 15"/>
                <a:gd name="p0x152" fmla="*/ 1380 w 3450"/>
                <a:gd name="p0y152" fmla="*/ 15 h 15"/>
                <a:gd name="p0x153" fmla="*/ 1350 w 3450"/>
                <a:gd name="p0y153" fmla="*/ 15 h 15"/>
                <a:gd name="p0x154" fmla="*/ 1350 w 3450"/>
                <a:gd name="p0y154" fmla="*/ 0 h 15"/>
                <a:gd name="p0x155" fmla="*/ 1395 w 3450"/>
                <a:gd name="p0y155" fmla="*/ 0 h 15"/>
                <a:gd name="p0x156" fmla="*/ 1425 w 3450"/>
                <a:gd name="p0y156" fmla="*/ 0 h 15"/>
                <a:gd name="p0x157" fmla="*/ 1425 w 3450"/>
                <a:gd name="p0y157" fmla="*/ 15 h 15"/>
                <a:gd name="p0x158" fmla="*/ 1395 w 3450"/>
                <a:gd name="p0y158" fmla="*/ 15 h 15"/>
                <a:gd name="p0x159" fmla="*/ 1395 w 3450"/>
                <a:gd name="p0y159" fmla="*/ 0 h 15"/>
                <a:gd name="p0x160" fmla="*/ 1440 w 3450"/>
                <a:gd name="p0y160" fmla="*/ 0 h 15"/>
                <a:gd name="p0x161" fmla="*/ 1470 w 3450"/>
                <a:gd name="p0y161" fmla="*/ 0 h 15"/>
                <a:gd name="p0x162" fmla="*/ 1470 w 3450"/>
                <a:gd name="p0y162" fmla="*/ 15 h 15"/>
                <a:gd name="p0x163" fmla="*/ 1440 w 3450"/>
                <a:gd name="p0y163" fmla="*/ 15 h 15"/>
                <a:gd name="p0x164" fmla="*/ 1440 w 3450"/>
                <a:gd name="p0y164" fmla="*/ 0 h 15"/>
                <a:gd name="p0x165" fmla="*/ 1485 w 3450"/>
                <a:gd name="p0y165" fmla="*/ 0 h 15"/>
                <a:gd name="p0x166" fmla="*/ 1515 w 3450"/>
                <a:gd name="p0y166" fmla="*/ 0 h 15"/>
                <a:gd name="p0x167" fmla="*/ 1515 w 3450"/>
                <a:gd name="p0y167" fmla="*/ 15 h 15"/>
                <a:gd name="p0x168" fmla="*/ 1485 w 3450"/>
                <a:gd name="p0y168" fmla="*/ 15 h 15"/>
                <a:gd name="p0x169" fmla="*/ 1485 w 3450"/>
                <a:gd name="p0y169" fmla="*/ 0 h 15"/>
                <a:gd name="p0x170" fmla="*/ 1530 w 3450"/>
                <a:gd name="p0y170" fmla="*/ 0 h 15"/>
                <a:gd name="p0x171" fmla="*/ 1560 w 3450"/>
                <a:gd name="p0y171" fmla="*/ 0 h 15"/>
                <a:gd name="p0x172" fmla="*/ 1560 w 3450"/>
                <a:gd name="p0y172" fmla="*/ 15 h 15"/>
                <a:gd name="p0x173" fmla="*/ 1530 w 3450"/>
                <a:gd name="p0y173" fmla="*/ 15 h 15"/>
                <a:gd name="p0x174" fmla="*/ 1530 w 3450"/>
                <a:gd name="p0y174" fmla="*/ 0 h 15"/>
                <a:gd name="p0x175" fmla="*/ 1575 w 3450"/>
                <a:gd name="p0y175" fmla="*/ 0 h 15"/>
                <a:gd name="p0x176" fmla="*/ 1605 w 3450"/>
                <a:gd name="p0y176" fmla="*/ 0 h 15"/>
                <a:gd name="p0x177" fmla="*/ 1605 w 3450"/>
                <a:gd name="p0y177" fmla="*/ 15 h 15"/>
                <a:gd name="p0x178" fmla="*/ 1575 w 3450"/>
                <a:gd name="p0y178" fmla="*/ 15 h 15"/>
                <a:gd name="p0x179" fmla="*/ 1575 w 3450"/>
                <a:gd name="p0y179" fmla="*/ 0 h 15"/>
                <a:gd name="p0x180" fmla="*/ 1620 w 3450"/>
                <a:gd name="p0y180" fmla="*/ 0 h 15"/>
                <a:gd name="p0x181" fmla="*/ 1650 w 3450"/>
                <a:gd name="p0y181" fmla="*/ 0 h 15"/>
                <a:gd name="p0x182" fmla="*/ 1650 w 3450"/>
                <a:gd name="p0y182" fmla="*/ 15 h 15"/>
                <a:gd name="p0x183" fmla="*/ 1620 w 3450"/>
                <a:gd name="p0y183" fmla="*/ 15 h 15"/>
                <a:gd name="p0x184" fmla="*/ 1620 w 3450"/>
                <a:gd name="p0y184" fmla="*/ 0 h 15"/>
                <a:gd name="p0x185" fmla="*/ 1665 w 3450"/>
                <a:gd name="p0y185" fmla="*/ 0 h 15"/>
                <a:gd name="p0x186" fmla="*/ 1695 w 3450"/>
                <a:gd name="p0y186" fmla="*/ 0 h 15"/>
                <a:gd name="p0x187" fmla="*/ 1695 w 3450"/>
                <a:gd name="p0y187" fmla="*/ 15 h 15"/>
                <a:gd name="p0x188" fmla="*/ 1665 w 3450"/>
                <a:gd name="p0y188" fmla="*/ 15 h 15"/>
                <a:gd name="p0x189" fmla="*/ 1665 w 3450"/>
                <a:gd name="p0y189" fmla="*/ 0 h 15"/>
                <a:gd name="p0x190" fmla="*/ 1710 w 3450"/>
                <a:gd name="p0y190" fmla="*/ 0 h 15"/>
                <a:gd name="p0x191" fmla="*/ 1740 w 3450"/>
                <a:gd name="p0y191" fmla="*/ 0 h 15"/>
                <a:gd name="p0x192" fmla="*/ 1740 w 3450"/>
                <a:gd name="p0y192" fmla="*/ 15 h 15"/>
                <a:gd name="p0x193" fmla="*/ 1710 w 3450"/>
                <a:gd name="p0y193" fmla="*/ 15 h 15"/>
                <a:gd name="p0x194" fmla="*/ 1710 w 3450"/>
                <a:gd name="p0y194" fmla="*/ 0 h 15"/>
                <a:gd name="p0x195" fmla="*/ 1755 w 3450"/>
                <a:gd name="p0y195" fmla="*/ 0 h 15"/>
                <a:gd name="p0x196" fmla="*/ 1785 w 3450"/>
                <a:gd name="p0y196" fmla="*/ 0 h 15"/>
                <a:gd name="p0x197" fmla="*/ 1785 w 3450"/>
                <a:gd name="p0y197" fmla="*/ 15 h 15"/>
                <a:gd name="p0x198" fmla="*/ 1755 w 3450"/>
                <a:gd name="p0y198" fmla="*/ 15 h 15"/>
                <a:gd name="p0x199" fmla="*/ 1755 w 3450"/>
                <a:gd name="p0y199" fmla="*/ 0 h 15"/>
                <a:gd name="p0x200" fmla="*/ 1800 w 3450"/>
                <a:gd name="p0y200" fmla="*/ 0 h 15"/>
                <a:gd name="p0x201" fmla="*/ 1830 w 3450"/>
                <a:gd name="p0y201" fmla="*/ 0 h 15"/>
                <a:gd name="p0x202" fmla="*/ 1830 w 3450"/>
                <a:gd name="p0y202" fmla="*/ 15 h 15"/>
                <a:gd name="p0x203" fmla="*/ 1800 w 3450"/>
                <a:gd name="p0y203" fmla="*/ 15 h 15"/>
                <a:gd name="p0x204" fmla="*/ 1800 w 3450"/>
                <a:gd name="p0y204" fmla="*/ 0 h 15"/>
                <a:gd name="p0x205" fmla="*/ 1845 w 3450"/>
                <a:gd name="p0y205" fmla="*/ 0 h 15"/>
                <a:gd name="p0x206" fmla="*/ 1875 w 3450"/>
                <a:gd name="p0y206" fmla="*/ 0 h 15"/>
                <a:gd name="p0x207" fmla="*/ 1875 w 3450"/>
                <a:gd name="p0y207" fmla="*/ 15 h 15"/>
                <a:gd name="p0x208" fmla="*/ 1845 w 3450"/>
                <a:gd name="p0y208" fmla="*/ 15 h 15"/>
                <a:gd name="p0x209" fmla="*/ 1845 w 3450"/>
                <a:gd name="p0y209" fmla="*/ 0 h 15"/>
                <a:gd name="p0x210" fmla="*/ 1890 w 3450"/>
                <a:gd name="p0y210" fmla="*/ 0 h 15"/>
                <a:gd name="p0x211" fmla="*/ 1920 w 3450"/>
                <a:gd name="p0y211" fmla="*/ 0 h 15"/>
                <a:gd name="p0x212" fmla="*/ 1920 w 3450"/>
                <a:gd name="p0y212" fmla="*/ 15 h 15"/>
                <a:gd name="p0x213" fmla="*/ 1890 w 3450"/>
                <a:gd name="p0y213" fmla="*/ 15 h 15"/>
                <a:gd name="p0x214" fmla="*/ 1890 w 3450"/>
                <a:gd name="p0y214" fmla="*/ 0 h 15"/>
                <a:gd name="p0x215" fmla="*/ 1935 w 3450"/>
                <a:gd name="p0y215" fmla="*/ 0 h 15"/>
                <a:gd name="p0x216" fmla="*/ 1965 w 3450"/>
                <a:gd name="p0y216" fmla="*/ 0 h 15"/>
                <a:gd name="p0x217" fmla="*/ 1965 w 3450"/>
                <a:gd name="p0y217" fmla="*/ 15 h 15"/>
                <a:gd name="p0x218" fmla="*/ 1935 w 3450"/>
                <a:gd name="p0y218" fmla="*/ 15 h 15"/>
                <a:gd name="p0x219" fmla="*/ 1935 w 3450"/>
                <a:gd name="p0y219" fmla="*/ 0 h 15"/>
                <a:gd name="p0x220" fmla="*/ 1980 w 3450"/>
                <a:gd name="p0y220" fmla="*/ 0 h 15"/>
                <a:gd name="p0x221" fmla="*/ 2010 w 3450"/>
                <a:gd name="p0y221" fmla="*/ 0 h 15"/>
                <a:gd name="p0x222" fmla="*/ 2010 w 3450"/>
                <a:gd name="p0y222" fmla="*/ 15 h 15"/>
                <a:gd name="p0x223" fmla="*/ 1980 w 3450"/>
                <a:gd name="p0y223" fmla="*/ 15 h 15"/>
                <a:gd name="p0x224" fmla="*/ 1980 w 3450"/>
                <a:gd name="p0y224" fmla="*/ 0 h 15"/>
                <a:gd name="p0x225" fmla="*/ 2025 w 3450"/>
                <a:gd name="p0y225" fmla="*/ 0 h 15"/>
                <a:gd name="p0x226" fmla="*/ 2055 w 3450"/>
                <a:gd name="p0y226" fmla="*/ 0 h 15"/>
                <a:gd name="p0x227" fmla="*/ 2055 w 3450"/>
                <a:gd name="p0y227" fmla="*/ 15 h 15"/>
                <a:gd name="p0x228" fmla="*/ 2025 w 3450"/>
                <a:gd name="p0y228" fmla="*/ 15 h 15"/>
                <a:gd name="p0x229" fmla="*/ 2025 w 3450"/>
                <a:gd name="p0y229" fmla="*/ 0 h 15"/>
                <a:gd name="p0x230" fmla="*/ 2070 w 3450"/>
                <a:gd name="p0y230" fmla="*/ 0 h 15"/>
                <a:gd name="p0x231" fmla="*/ 2100 w 3450"/>
                <a:gd name="p0y231" fmla="*/ 0 h 15"/>
                <a:gd name="p0x232" fmla="*/ 2100 w 3450"/>
                <a:gd name="p0y232" fmla="*/ 15 h 15"/>
                <a:gd name="p0x233" fmla="*/ 2070 w 3450"/>
                <a:gd name="p0y233" fmla="*/ 15 h 15"/>
                <a:gd name="p0x234" fmla="*/ 2070 w 3450"/>
                <a:gd name="p0y234" fmla="*/ 0 h 15"/>
                <a:gd name="p0x235" fmla="*/ 2115 w 3450"/>
                <a:gd name="p0y235" fmla="*/ 0 h 15"/>
                <a:gd name="p0x236" fmla="*/ 2145 w 3450"/>
                <a:gd name="p0y236" fmla="*/ 0 h 15"/>
                <a:gd name="p0x237" fmla="*/ 2145 w 3450"/>
                <a:gd name="p0y237" fmla="*/ 15 h 15"/>
                <a:gd name="p0x238" fmla="*/ 2115 w 3450"/>
                <a:gd name="p0y238" fmla="*/ 15 h 15"/>
                <a:gd name="p0x239" fmla="*/ 2115 w 3450"/>
                <a:gd name="p0y239" fmla="*/ 0 h 15"/>
                <a:gd name="p0x240" fmla="*/ 2160 w 3450"/>
                <a:gd name="p0y240" fmla="*/ 0 h 15"/>
                <a:gd name="p0x241" fmla="*/ 2190 w 3450"/>
                <a:gd name="p0y241" fmla="*/ 0 h 15"/>
                <a:gd name="p0x242" fmla="*/ 2190 w 3450"/>
                <a:gd name="p0y242" fmla="*/ 15 h 15"/>
                <a:gd name="p0x243" fmla="*/ 2160 w 3450"/>
                <a:gd name="p0y243" fmla="*/ 15 h 15"/>
                <a:gd name="p0x244" fmla="*/ 2160 w 3450"/>
                <a:gd name="p0y244" fmla="*/ 0 h 15"/>
                <a:gd name="p0x245" fmla="*/ 2205 w 3450"/>
                <a:gd name="p0y245" fmla="*/ 0 h 15"/>
                <a:gd name="p0x246" fmla="*/ 2235 w 3450"/>
                <a:gd name="p0y246" fmla="*/ 0 h 15"/>
                <a:gd name="p0x247" fmla="*/ 2235 w 3450"/>
                <a:gd name="p0y247" fmla="*/ 15 h 15"/>
                <a:gd name="p0x248" fmla="*/ 2205 w 3450"/>
                <a:gd name="p0y248" fmla="*/ 15 h 15"/>
                <a:gd name="p0x249" fmla="*/ 2205 w 3450"/>
                <a:gd name="p0y249" fmla="*/ 0 h 15"/>
                <a:gd name="p0x250" fmla="*/ 2250 w 3450"/>
                <a:gd name="p0y250" fmla="*/ 0 h 15"/>
                <a:gd name="p0x251" fmla="*/ 2280 w 3450"/>
                <a:gd name="p0y251" fmla="*/ 0 h 15"/>
                <a:gd name="p0x252" fmla="*/ 2280 w 3450"/>
                <a:gd name="p0y252" fmla="*/ 15 h 15"/>
                <a:gd name="p0x253" fmla="*/ 2250 w 3450"/>
                <a:gd name="p0y253" fmla="*/ 15 h 15"/>
                <a:gd name="p0x254" fmla="*/ 2250 w 3450"/>
                <a:gd name="p0y254" fmla="*/ 0 h 15"/>
                <a:gd name="p0x255" fmla="*/ 2295 w 3450"/>
                <a:gd name="p0y255" fmla="*/ 0 h 15"/>
                <a:gd name="p0x256" fmla="*/ 2325 w 3450"/>
                <a:gd name="p0y256" fmla="*/ 0 h 15"/>
                <a:gd name="p0x257" fmla="*/ 2325 w 3450"/>
                <a:gd name="p0y257" fmla="*/ 15 h 15"/>
                <a:gd name="p0x258" fmla="*/ 2295 w 3450"/>
                <a:gd name="p0y258" fmla="*/ 15 h 15"/>
                <a:gd name="p0x259" fmla="*/ 2295 w 3450"/>
                <a:gd name="p0y259" fmla="*/ 0 h 15"/>
                <a:gd name="p0x260" fmla="*/ 2340 w 3450"/>
                <a:gd name="p0y260" fmla="*/ 0 h 15"/>
                <a:gd name="p0x261" fmla="*/ 2370 w 3450"/>
                <a:gd name="p0y261" fmla="*/ 0 h 15"/>
                <a:gd name="p0x262" fmla="*/ 2370 w 3450"/>
                <a:gd name="p0y262" fmla="*/ 15 h 15"/>
                <a:gd name="p0x263" fmla="*/ 2340 w 3450"/>
                <a:gd name="p0y263" fmla="*/ 15 h 15"/>
                <a:gd name="p0x264" fmla="*/ 2340 w 3450"/>
                <a:gd name="p0y264" fmla="*/ 0 h 15"/>
                <a:gd name="p0x265" fmla="*/ 2385 w 3450"/>
                <a:gd name="p0y265" fmla="*/ 0 h 15"/>
                <a:gd name="p0x266" fmla="*/ 2415 w 3450"/>
                <a:gd name="p0y266" fmla="*/ 0 h 15"/>
                <a:gd name="p0x267" fmla="*/ 2415 w 3450"/>
                <a:gd name="p0y267" fmla="*/ 15 h 15"/>
                <a:gd name="p0x268" fmla="*/ 2385 w 3450"/>
                <a:gd name="p0y268" fmla="*/ 15 h 15"/>
                <a:gd name="p0x269" fmla="*/ 2385 w 3450"/>
                <a:gd name="p0y269" fmla="*/ 0 h 15"/>
                <a:gd name="p0x270" fmla="*/ 2430 w 3450"/>
                <a:gd name="p0y270" fmla="*/ 0 h 15"/>
                <a:gd name="p0x271" fmla="*/ 2460 w 3450"/>
                <a:gd name="p0y271" fmla="*/ 0 h 15"/>
                <a:gd name="p0x272" fmla="*/ 2460 w 3450"/>
                <a:gd name="p0y272" fmla="*/ 15 h 15"/>
                <a:gd name="p0x273" fmla="*/ 2430 w 3450"/>
                <a:gd name="p0y273" fmla="*/ 15 h 15"/>
                <a:gd name="p0x274" fmla="*/ 2430 w 3450"/>
                <a:gd name="p0y274" fmla="*/ 0 h 15"/>
                <a:gd name="p0x275" fmla="*/ 2475 w 3450"/>
                <a:gd name="p0y275" fmla="*/ 0 h 15"/>
                <a:gd name="p0x276" fmla="*/ 2505 w 3450"/>
                <a:gd name="p0y276" fmla="*/ 0 h 15"/>
                <a:gd name="p0x277" fmla="*/ 2505 w 3450"/>
                <a:gd name="p0y277" fmla="*/ 15 h 15"/>
                <a:gd name="p0x278" fmla="*/ 2475 w 3450"/>
                <a:gd name="p0y278" fmla="*/ 15 h 15"/>
                <a:gd name="p0x279" fmla="*/ 2475 w 3450"/>
                <a:gd name="p0y279" fmla="*/ 0 h 15"/>
                <a:gd name="p0x280" fmla="*/ 2520 w 3450"/>
                <a:gd name="p0y280" fmla="*/ 0 h 15"/>
                <a:gd name="p0x281" fmla="*/ 2550 w 3450"/>
                <a:gd name="p0y281" fmla="*/ 0 h 15"/>
                <a:gd name="p0x282" fmla="*/ 2550 w 3450"/>
                <a:gd name="p0y282" fmla="*/ 15 h 15"/>
                <a:gd name="p0x283" fmla="*/ 2520 w 3450"/>
                <a:gd name="p0y283" fmla="*/ 15 h 15"/>
                <a:gd name="p0x284" fmla="*/ 2520 w 3450"/>
                <a:gd name="p0y284" fmla="*/ 0 h 15"/>
                <a:gd name="p0x285" fmla="*/ 2565 w 3450"/>
                <a:gd name="p0y285" fmla="*/ 0 h 15"/>
                <a:gd name="p0x286" fmla="*/ 2595 w 3450"/>
                <a:gd name="p0y286" fmla="*/ 0 h 15"/>
                <a:gd name="p0x287" fmla="*/ 2595 w 3450"/>
                <a:gd name="p0y287" fmla="*/ 15 h 15"/>
                <a:gd name="p0x288" fmla="*/ 2565 w 3450"/>
                <a:gd name="p0y288" fmla="*/ 15 h 15"/>
                <a:gd name="p0x289" fmla="*/ 2565 w 3450"/>
                <a:gd name="p0y289" fmla="*/ 0 h 15"/>
                <a:gd name="p0x290" fmla="*/ 2610 w 3450"/>
                <a:gd name="p0y290" fmla="*/ 0 h 15"/>
                <a:gd name="p0x291" fmla="*/ 2640 w 3450"/>
                <a:gd name="p0y291" fmla="*/ 0 h 15"/>
                <a:gd name="p0x292" fmla="*/ 2640 w 3450"/>
                <a:gd name="p0y292" fmla="*/ 15 h 15"/>
                <a:gd name="p0x293" fmla="*/ 2610 w 3450"/>
                <a:gd name="p0y293" fmla="*/ 15 h 15"/>
                <a:gd name="p0x294" fmla="*/ 2610 w 3450"/>
                <a:gd name="p0y294" fmla="*/ 0 h 15"/>
                <a:gd name="p0x295" fmla="*/ 2655 w 3450"/>
                <a:gd name="p0y295" fmla="*/ 0 h 15"/>
                <a:gd name="p0x296" fmla="*/ 2685 w 3450"/>
                <a:gd name="p0y296" fmla="*/ 0 h 15"/>
                <a:gd name="p0x297" fmla="*/ 2685 w 3450"/>
                <a:gd name="p0y297" fmla="*/ 15 h 15"/>
                <a:gd name="p0x298" fmla="*/ 2655 w 3450"/>
                <a:gd name="p0y298" fmla="*/ 15 h 15"/>
                <a:gd name="p0x299" fmla="*/ 2655 w 3450"/>
                <a:gd name="p0y299" fmla="*/ 0 h 15"/>
                <a:gd name="p0x300" fmla="*/ 2700 w 3450"/>
                <a:gd name="p0y300" fmla="*/ 0 h 15"/>
                <a:gd name="p0x301" fmla="*/ 2730 w 3450"/>
                <a:gd name="p0y301" fmla="*/ 0 h 15"/>
                <a:gd name="p0x302" fmla="*/ 2730 w 3450"/>
                <a:gd name="p0y302" fmla="*/ 15 h 15"/>
                <a:gd name="p0x303" fmla="*/ 2700 w 3450"/>
                <a:gd name="p0y303" fmla="*/ 15 h 15"/>
                <a:gd name="p0x304" fmla="*/ 2700 w 3450"/>
                <a:gd name="p0y304" fmla="*/ 0 h 15"/>
                <a:gd name="p0x305" fmla="*/ 2745 w 3450"/>
                <a:gd name="p0y305" fmla="*/ 0 h 15"/>
                <a:gd name="p0x306" fmla="*/ 2775 w 3450"/>
                <a:gd name="p0y306" fmla="*/ 0 h 15"/>
                <a:gd name="p0x307" fmla="*/ 2775 w 3450"/>
                <a:gd name="p0y307" fmla="*/ 15 h 15"/>
                <a:gd name="p0x308" fmla="*/ 2745 w 3450"/>
                <a:gd name="p0y308" fmla="*/ 15 h 15"/>
                <a:gd name="p0x309" fmla="*/ 2745 w 3450"/>
                <a:gd name="p0y309" fmla="*/ 0 h 15"/>
                <a:gd name="p0x310" fmla="*/ 2790 w 3450"/>
                <a:gd name="p0y310" fmla="*/ 0 h 15"/>
                <a:gd name="p0x311" fmla="*/ 2820 w 3450"/>
                <a:gd name="p0y311" fmla="*/ 0 h 15"/>
                <a:gd name="p0x312" fmla="*/ 2820 w 3450"/>
                <a:gd name="p0y312" fmla="*/ 15 h 15"/>
                <a:gd name="p0x313" fmla="*/ 2790 w 3450"/>
                <a:gd name="p0y313" fmla="*/ 15 h 15"/>
                <a:gd name="p0x314" fmla="*/ 2790 w 3450"/>
                <a:gd name="p0y314" fmla="*/ 0 h 15"/>
                <a:gd name="p0x315" fmla="*/ 2835 w 3450"/>
                <a:gd name="p0y315" fmla="*/ 0 h 15"/>
                <a:gd name="p0x316" fmla="*/ 2865 w 3450"/>
                <a:gd name="p0y316" fmla="*/ 0 h 15"/>
                <a:gd name="p0x317" fmla="*/ 2865 w 3450"/>
                <a:gd name="p0y317" fmla="*/ 15 h 15"/>
                <a:gd name="p0x318" fmla="*/ 2835 w 3450"/>
                <a:gd name="p0y318" fmla="*/ 15 h 15"/>
                <a:gd name="p0x319" fmla="*/ 2835 w 3450"/>
                <a:gd name="p0y319" fmla="*/ 0 h 15"/>
                <a:gd name="p0x320" fmla="*/ 2880 w 3450"/>
                <a:gd name="p0y320" fmla="*/ 0 h 15"/>
                <a:gd name="p0x321" fmla="*/ 2910 w 3450"/>
                <a:gd name="p0y321" fmla="*/ 0 h 15"/>
                <a:gd name="p0x322" fmla="*/ 2910 w 3450"/>
                <a:gd name="p0y322" fmla="*/ 15 h 15"/>
                <a:gd name="p0x323" fmla="*/ 2880 w 3450"/>
                <a:gd name="p0y323" fmla="*/ 15 h 15"/>
                <a:gd name="p0x324" fmla="*/ 2880 w 3450"/>
                <a:gd name="p0y324" fmla="*/ 0 h 15"/>
                <a:gd name="p0x325" fmla="*/ 2925 w 3450"/>
                <a:gd name="p0y325" fmla="*/ 0 h 15"/>
                <a:gd name="p0x326" fmla="*/ 2955 w 3450"/>
                <a:gd name="p0y326" fmla="*/ 0 h 15"/>
                <a:gd name="p0x327" fmla="*/ 2955 w 3450"/>
                <a:gd name="p0y327" fmla="*/ 15 h 15"/>
                <a:gd name="p0x328" fmla="*/ 2925 w 3450"/>
                <a:gd name="p0y328" fmla="*/ 15 h 15"/>
                <a:gd name="p0x329" fmla="*/ 2925 w 3450"/>
                <a:gd name="p0y329" fmla="*/ 0 h 15"/>
                <a:gd name="p0x330" fmla="*/ 2970 w 3450"/>
                <a:gd name="p0y330" fmla="*/ 0 h 15"/>
                <a:gd name="p0x331" fmla="*/ 3000 w 3450"/>
                <a:gd name="p0y331" fmla="*/ 0 h 15"/>
                <a:gd name="p0x332" fmla="*/ 3000 w 3450"/>
                <a:gd name="p0y332" fmla="*/ 15 h 15"/>
                <a:gd name="p0x333" fmla="*/ 2970 w 3450"/>
                <a:gd name="p0y333" fmla="*/ 15 h 15"/>
                <a:gd name="p0x334" fmla="*/ 2970 w 3450"/>
                <a:gd name="p0y334" fmla="*/ 0 h 15"/>
                <a:gd name="p0x335" fmla="*/ 3015 w 3450"/>
                <a:gd name="p0y335" fmla="*/ 0 h 15"/>
                <a:gd name="p0x336" fmla="*/ 3045 w 3450"/>
                <a:gd name="p0y336" fmla="*/ 0 h 15"/>
                <a:gd name="p0x337" fmla="*/ 3045 w 3450"/>
                <a:gd name="p0y337" fmla="*/ 15 h 15"/>
                <a:gd name="p0x338" fmla="*/ 3015 w 3450"/>
                <a:gd name="p0y338" fmla="*/ 15 h 15"/>
                <a:gd name="p0x339" fmla="*/ 3015 w 3450"/>
                <a:gd name="p0y339" fmla="*/ 0 h 15"/>
                <a:gd name="p0x340" fmla="*/ 3060 w 3450"/>
                <a:gd name="p0y340" fmla="*/ 0 h 15"/>
                <a:gd name="p0x341" fmla="*/ 3090 w 3450"/>
                <a:gd name="p0y341" fmla="*/ 0 h 15"/>
                <a:gd name="p0x342" fmla="*/ 3090 w 3450"/>
                <a:gd name="p0y342" fmla="*/ 15 h 15"/>
                <a:gd name="p0x343" fmla="*/ 3060 w 3450"/>
                <a:gd name="p0y343" fmla="*/ 15 h 15"/>
                <a:gd name="p0x344" fmla="*/ 3060 w 3450"/>
                <a:gd name="p0y344" fmla="*/ 0 h 15"/>
                <a:gd name="p0x345" fmla="*/ 3105 w 3450"/>
                <a:gd name="p0y345" fmla="*/ 0 h 15"/>
                <a:gd name="p0x346" fmla="*/ 3135 w 3450"/>
                <a:gd name="p0y346" fmla="*/ 0 h 15"/>
                <a:gd name="p0x347" fmla="*/ 3135 w 3450"/>
                <a:gd name="p0y347" fmla="*/ 15 h 15"/>
                <a:gd name="p0x348" fmla="*/ 3105 w 3450"/>
                <a:gd name="p0y348" fmla="*/ 15 h 15"/>
                <a:gd name="p0x349" fmla="*/ 3105 w 3450"/>
                <a:gd name="p0y349" fmla="*/ 0 h 15"/>
                <a:gd name="p0x350" fmla="*/ 3150 w 3450"/>
                <a:gd name="p0y350" fmla="*/ 0 h 15"/>
                <a:gd name="p0x351" fmla="*/ 3180 w 3450"/>
                <a:gd name="p0y351" fmla="*/ 0 h 15"/>
                <a:gd name="p0x352" fmla="*/ 3180 w 3450"/>
                <a:gd name="p0y352" fmla="*/ 15 h 15"/>
                <a:gd name="p0x353" fmla="*/ 3150 w 3450"/>
                <a:gd name="p0y353" fmla="*/ 15 h 15"/>
                <a:gd name="p0x354" fmla="*/ 3150 w 3450"/>
                <a:gd name="p0y354" fmla="*/ 0 h 15"/>
                <a:gd name="p0x355" fmla="*/ 3195 w 3450"/>
                <a:gd name="p0y355" fmla="*/ 0 h 15"/>
                <a:gd name="p0x356" fmla="*/ 3225 w 3450"/>
                <a:gd name="p0y356" fmla="*/ 0 h 15"/>
                <a:gd name="p0x357" fmla="*/ 3225 w 3450"/>
                <a:gd name="p0y357" fmla="*/ 15 h 15"/>
                <a:gd name="p0x358" fmla="*/ 3195 w 3450"/>
                <a:gd name="p0y358" fmla="*/ 15 h 15"/>
                <a:gd name="p0x359" fmla="*/ 3195 w 3450"/>
                <a:gd name="p0y359" fmla="*/ 0 h 15"/>
                <a:gd name="p0x360" fmla="*/ 3240 w 3450"/>
                <a:gd name="p0y360" fmla="*/ 0 h 15"/>
                <a:gd name="p0x361" fmla="*/ 3270 w 3450"/>
                <a:gd name="p0y361" fmla="*/ 0 h 15"/>
                <a:gd name="p0x362" fmla="*/ 3270 w 3450"/>
                <a:gd name="p0y362" fmla="*/ 15 h 15"/>
                <a:gd name="p0x363" fmla="*/ 3240 w 3450"/>
                <a:gd name="p0y363" fmla="*/ 15 h 15"/>
                <a:gd name="p0x364" fmla="*/ 3240 w 3450"/>
                <a:gd name="p0y364" fmla="*/ 0 h 15"/>
                <a:gd name="p0x365" fmla="*/ 3285 w 3450"/>
                <a:gd name="p0y365" fmla="*/ 0 h 15"/>
                <a:gd name="p0x366" fmla="*/ 3315 w 3450"/>
                <a:gd name="p0y366" fmla="*/ 0 h 15"/>
                <a:gd name="p0x367" fmla="*/ 3315 w 3450"/>
                <a:gd name="p0y367" fmla="*/ 15 h 15"/>
                <a:gd name="p0x368" fmla="*/ 3285 w 3450"/>
                <a:gd name="p0y368" fmla="*/ 15 h 15"/>
                <a:gd name="p0x369" fmla="*/ 3285 w 3450"/>
                <a:gd name="p0y369" fmla="*/ 0 h 15"/>
                <a:gd name="p0x370" fmla="*/ 3330 w 3450"/>
                <a:gd name="p0y370" fmla="*/ 0 h 15"/>
                <a:gd name="p0x371" fmla="*/ 3360 w 3450"/>
                <a:gd name="p0y371" fmla="*/ 0 h 15"/>
                <a:gd name="p0x372" fmla="*/ 3360 w 3450"/>
                <a:gd name="p0y372" fmla="*/ 15 h 15"/>
                <a:gd name="p0x373" fmla="*/ 3330 w 3450"/>
                <a:gd name="p0y373" fmla="*/ 15 h 15"/>
                <a:gd name="p0x374" fmla="*/ 3330 w 3450"/>
                <a:gd name="p0y374" fmla="*/ 0 h 15"/>
                <a:gd name="p0x375" fmla="*/ 3375 w 3450"/>
                <a:gd name="p0y375" fmla="*/ 0 h 15"/>
                <a:gd name="p0x376" fmla="*/ 3405 w 3450"/>
                <a:gd name="p0y376" fmla="*/ 0 h 15"/>
                <a:gd name="p0x377" fmla="*/ 3405 w 3450"/>
                <a:gd name="p0y377" fmla="*/ 15 h 15"/>
                <a:gd name="p0x378" fmla="*/ 3375 w 3450"/>
                <a:gd name="p0y378" fmla="*/ 15 h 15"/>
                <a:gd name="p0x379" fmla="*/ 3375 w 3450"/>
                <a:gd name="p0y379" fmla="*/ 0 h 15"/>
                <a:gd name="p0x380" fmla="*/ 3420 w 3450"/>
                <a:gd name="p0y380" fmla="*/ 0 h 15"/>
                <a:gd name="p0x381" fmla="*/ 3450 w 3450"/>
                <a:gd name="p0y381" fmla="*/ 0 h 15"/>
                <a:gd name="p0x382" fmla="*/ 3450 w 3450"/>
                <a:gd name="p0y382" fmla="*/ 15 h 15"/>
                <a:gd name="p0x383" fmla="*/ 3420 w 3450"/>
                <a:gd name="p0y383" fmla="*/ 15 h 15"/>
                <a:gd name="p0x384" fmla="*/ 3420 w 3450"/>
                <a:gd name="p0y384" fmla="*/ 0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moveTo>
                    <a:pt x="p0x5" y="p0y5"/>
                  </a:moveTo>
                  <a:lnTo>
                    <a:pt x="p0x6" y="p0y6"/>
                  </a:lnTo>
                  <a:lnTo>
                    <a:pt x="p0x7" y="p0y7"/>
                  </a:lnTo>
                  <a:lnTo>
                    <a:pt x="p0x8" y="p0y8"/>
                  </a:lnTo>
                  <a:lnTo>
                    <a:pt x="p0x9" y="p0y9"/>
                  </a:lnTo>
                  <a:moveTo>
                    <a:pt x="p0x10" y="p0y10"/>
                  </a:moveTo>
                  <a:lnTo>
                    <a:pt x="p0x11" y="p0y11"/>
                  </a:lnTo>
                  <a:lnTo>
                    <a:pt x="p0x12" y="p0y12"/>
                  </a:lnTo>
                  <a:lnTo>
                    <a:pt x="p0x13" y="p0y13"/>
                  </a:lnTo>
                  <a:lnTo>
                    <a:pt x="p0x14" y="p0y14"/>
                  </a:lnTo>
                  <a:moveTo>
                    <a:pt x="p0x15" y="p0y15"/>
                  </a:moveTo>
                  <a:lnTo>
                    <a:pt x="p0x16" y="p0y16"/>
                  </a:lnTo>
                  <a:lnTo>
                    <a:pt x="p0x17" y="p0y17"/>
                  </a:lnTo>
                  <a:lnTo>
                    <a:pt x="p0x18" y="p0y18"/>
                  </a:lnTo>
                  <a:lnTo>
                    <a:pt x="p0x19" y="p0y19"/>
                  </a:lnTo>
                  <a:moveTo>
                    <a:pt x="p0x20" y="p0y20"/>
                  </a:moveTo>
                  <a:lnTo>
                    <a:pt x="p0x21" y="p0y21"/>
                  </a:lnTo>
                  <a:lnTo>
                    <a:pt x="p0x22" y="p0y22"/>
                  </a:lnTo>
                  <a:lnTo>
                    <a:pt x="p0x23" y="p0y23"/>
                  </a:lnTo>
                  <a:lnTo>
                    <a:pt x="p0x24" y="p0y24"/>
                  </a:lnTo>
                  <a:moveTo>
                    <a:pt x="p0x25" y="p0y25"/>
                  </a:moveTo>
                  <a:lnTo>
                    <a:pt x="p0x26" y="p0y26"/>
                  </a:lnTo>
                  <a:lnTo>
                    <a:pt x="p0x27" y="p0y27"/>
                  </a:lnTo>
                  <a:lnTo>
                    <a:pt x="p0x28" y="p0y28"/>
                  </a:lnTo>
                  <a:lnTo>
                    <a:pt x="p0x29" y="p0y29"/>
                  </a:lnTo>
                  <a:moveTo>
                    <a:pt x="p0x30" y="p0y30"/>
                  </a:moveTo>
                  <a:lnTo>
                    <a:pt x="p0x31" y="p0y31"/>
                  </a:lnTo>
                  <a:lnTo>
                    <a:pt x="p0x32" y="p0y32"/>
                  </a:lnTo>
                  <a:lnTo>
                    <a:pt x="p0x33" y="p0y33"/>
                  </a:lnTo>
                  <a:lnTo>
                    <a:pt x="p0x34" y="p0y34"/>
                  </a:lnTo>
                  <a:moveTo>
                    <a:pt x="p0x35" y="p0y35"/>
                  </a:moveTo>
                  <a:lnTo>
                    <a:pt x="p0x36" y="p0y36"/>
                  </a:lnTo>
                  <a:lnTo>
                    <a:pt x="p0x37" y="p0y37"/>
                  </a:lnTo>
                  <a:lnTo>
                    <a:pt x="p0x38" y="p0y38"/>
                  </a:lnTo>
                  <a:lnTo>
                    <a:pt x="p0x39" y="p0y39"/>
                  </a:lnTo>
                  <a:moveTo>
                    <a:pt x="p0x40" y="p0y40"/>
                  </a:moveTo>
                  <a:lnTo>
                    <a:pt x="p0x41" y="p0y41"/>
                  </a:lnTo>
                  <a:lnTo>
                    <a:pt x="p0x42" y="p0y42"/>
                  </a:lnTo>
                  <a:lnTo>
                    <a:pt x="p0x43" y="p0y43"/>
                  </a:lnTo>
                  <a:lnTo>
                    <a:pt x="p0x44" y="p0y44"/>
                  </a:lnTo>
                  <a:moveTo>
                    <a:pt x="p0x45" y="p0y45"/>
                  </a:moveTo>
                  <a:lnTo>
                    <a:pt x="p0x46" y="p0y46"/>
                  </a:lnTo>
                  <a:lnTo>
                    <a:pt x="p0x47" y="p0y47"/>
                  </a:lnTo>
                  <a:lnTo>
                    <a:pt x="p0x48" y="p0y48"/>
                  </a:lnTo>
                  <a:lnTo>
                    <a:pt x="p0x49" y="p0y49"/>
                  </a:lnTo>
                  <a:moveTo>
                    <a:pt x="p0x50" y="p0y50"/>
                  </a:moveTo>
                  <a:lnTo>
                    <a:pt x="p0x51" y="p0y51"/>
                  </a:lnTo>
                  <a:lnTo>
                    <a:pt x="p0x52" y="p0y52"/>
                  </a:lnTo>
                  <a:lnTo>
                    <a:pt x="p0x53" y="p0y53"/>
                  </a:lnTo>
                  <a:lnTo>
                    <a:pt x="p0x54" y="p0y54"/>
                  </a:lnTo>
                  <a:moveTo>
                    <a:pt x="p0x55" y="p0y55"/>
                  </a:moveTo>
                  <a:lnTo>
                    <a:pt x="p0x56" y="p0y56"/>
                  </a:lnTo>
                  <a:lnTo>
                    <a:pt x="p0x57" y="p0y57"/>
                  </a:lnTo>
                  <a:lnTo>
                    <a:pt x="p0x58" y="p0y58"/>
                  </a:lnTo>
                  <a:lnTo>
                    <a:pt x="p0x59" y="p0y59"/>
                  </a:lnTo>
                  <a:moveTo>
                    <a:pt x="p0x60" y="p0y60"/>
                  </a:moveTo>
                  <a:lnTo>
                    <a:pt x="p0x61" y="p0y61"/>
                  </a:lnTo>
                  <a:lnTo>
                    <a:pt x="p0x62" y="p0y62"/>
                  </a:lnTo>
                  <a:lnTo>
                    <a:pt x="p0x63" y="p0y63"/>
                  </a:lnTo>
                  <a:lnTo>
                    <a:pt x="p0x64" y="p0y64"/>
                  </a:lnTo>
                  <a:moveTo>
                    <a:pt x="p0x65" y="p0y65"/>
                  </a:moveTo>
                  <a:lnTo>
                    <a:pt x="p0x66" y="p0y66"/>
                  </a:lnTo>
                  <a:lnTo>
                    <a:pt x="p0x67" y="p0y67"/>
                  </a:lnTo>
                  <a:lnTo>
                    <a:pt x="p0x68" y="p0y68"/>
                  </a:lnTo>
                  <a:lnTo>
                    <a:pt x="p0x69" y="p0y69"/>
                  </a:lnTo>
                  <a:moveTo>
                    <a:pt x="p0x70" y="p0y70"/>
                  </a:moveTo>
                  <a:lnTo>
                    <a:pt x="p0x71" y="p0y71"/>
                  </a:lnTo>
                  <a:lnTo>
                    <a:pt x="p0x72" y="p0y72"/>
                  </a:lnTo>
                  <a:lnTo>
                    <a:pt x="p0x73" y="p0y73"/>
                  </a:lnTo>
                  <a:lnTo>
                    <a:pt x="p0x74" y="p0y74"/>
                  </a:lnTo>
                  <a:moveTo>
                    <a:pt x="p0x75" y="p0y75"/>
                  </a:moveTo>
                  <a:lnTo>
                    <a:pt x="p0x76" y="p0y76"/>
                  </a:lnTo>
                  <a:lnTo>
                    <a:pt x="p0x77" y="p0y77"/>
                  </a:lnTo>
                  <a:lnTo>
                    <a:pt x="p0x78" y="p0y78"/>
                  </a:lnTo>
                  <a:lnTo>
                    <a:pt x="p0x79" y="p0y79"/>
                  </a:lnTo>
                  <a:moveTo>
                    <a:pt x="p0x80" y="p0y80"/>
                  </a:moveTo>
                  <a:lnTo>
                    <a:pt x="p0x81" y="p0y81"/>
                  </a:lnTo>
                  <a:lnTo>
                    <a:pt x="p0x82" y="p0y82"/>
                  </a:lnTo>
                  <a:lnTo>
                    <a:pt x="p0x83" y="p0y83"/>
                  </a:lnTo>
                  <a:lnTo>
                    <a:pt x="p0x84" y="p0y84"/>
                  </a:lnTo>
                  <a:moveTo>
                    <a:pt x="p0x85" y="p0y85"/>
                  </a:moveTo>
                  <a:lnTo>
                    <a:pt x="p0x86" y="p0y86"/>
                  </a:lnTo>
                  <a:lnTo>
                    <a:pt x="p0x87" y="p0y87"/>
                  </a:lnTo>
                  <a:lnTo>
                    <a:pt x="p0x88" y="p0y88"/>
                  </a:lnTo>
                  <a:lnTo>
                    <a:pt x="p0x89" y="p0y89"/>
                  </a:lnTo>
                  <a:moveTo>
                    <a:pt x="p0x90" y="p0y90"/>
                  </a:moveTo>
                  <a:lnTo>
                    <a:pt x="p0x91" y="p0y91"/>
                  </a:lnTo>
                  <a:lnTo>
                    <a:pt x="p0x92" y="p0y92"/>
                  </a:lnTo>
                  <a:lnTo>
                    <a:pt x="p0x93" y="p0y93"/>
                  </a:lnTo>
                  <a:lnTo>
                    <a:pt x="p0x94" y="p0y94"/>
                  </a:lnTo>
                  <a:moveTo>
                    <a:pt x="p0x95" y="p0y95"/>
                  </a:moveTo>
                  <a:lnTo>
                    <a:pt x="p0x96" y="p0y96"/>
                  </a:lnTo>
                  <a:lnTo>
                    <a:pt x="p0x97" y="p0y97"/>
                  </a:lnTo>
                  <a:lnTo>
                    <a:pt x="p0x98" y="p0y98"/>
                  </a:lnTo>
                  <a:lnTo>
                    <a:pt x="p0x99" y="p0y99"/>
                  </a:lnTo>
                  <a:moveTo>
                    <a:pt x="p0x100" y="p0y100"/>
                  </a:moveTo>
                  <a:lnTo>
                    <a:pt x="p0x101" y="p0y101"/>
                  </a:lnTo>
                  <a:lnTo>
                    <a:pt x="p0x102" y="p0y102"/>
                  </a:lnTo>
                  <a:lnTo>
                    <a:pt x="p0x103" y="p0y103"/>
                  </a:lnTo>
                  <a:lnTo>
                    <a:pt x="p0x104" y="p0y104"/>
                  </a:lnTo>
                  <a:moveTo>
                    <a:pt x="p0x105" y="p0y105"/>
                  </a:moveTo>
                  <a:lnTo>
                    <a:pt x="p0x106" y="p0y106"/>
                  </a:lnTo>
                  <a:lnTo>
                    <a:pt x="p0x107" y="p0y107"/>
                  </a:lnTo>
                  <a:lnTo>
                    <a:pt x="p0x108" y="p0y108"/>
                  </a:lnTo>
                  <a:lnTo>
                    <a:pt x="p0x109" y="p0y109"/>
                  </a:lnTo>
                  <a:moveTo>
                    <a:pt x="p0x110" y="p0y110"/>
                  </a:moveTo>
                  <a:lnTo>
                    <a:pt x="p0x111" y="p0y111"/>
                  </a:lnTo>
                  <a:lnTo>
                    <a:pt x="p0x112" y="p0y112"/>
                  </a:lnTo>
                  <a:lnTo>
                    <a:pt x="p0x113" y="p0y113"/>
                  </a:lnTo>
                  <a:lnTo>
                    <a:pt x="p0x114" y="p0y114"/>
                  </a:lnTo>
                  <a:moveTo>
                    <a:pt x="p0x115" y="p0y115"/>
                  </a:moveTo>
                  <a:lnTo>
                    <a:pt x="p0x116" y="p0y116"/>
                  </a:lnTo>
                  <a:lnTo>
                    <a:pt x="p0x117" y="p0y117"/>
                  </a:lnTo>
                  <a:lnTo>
                    <a:pt x="p0x118" y="p0y118"/>
                  </a:lnTo>
                  <a:lnTo>
                    <a:pt x="p0x119" y="p0y119"/>
                  </a:lnTo>
                  <a:moveTo>
                    <a:pt x="p0x120" y="p0y120"/>
                  </a:moveTo>
                  <a:lnTo>
                    <a:pt x="p0x121" y="p0y121"/>
                  </a:lnTo>
                  <a:lnTo>
                    <a:pt x="p0x122" y="p0y122"/>
                  </a:lnTo>
                  <a:lnTo>
                    <a:pt x="p0x123" y="p0y123"/>
                  </a:lnTo>
                  <a:lnTo>
                    <a:pt x="p0x124" y="p0y124"/>
                  </a:lnTo>
                  <a:moveTo>
                    <a:pt x="p0x125" y="p0y125"/>
                  </a:moveTo>
                  <a:lnTo>
                    <a:pt x="p0x126" y="p0y126"/>
                  </a:lnTo>
                  <a:lnTo>
                    <a:pt x="p0x127" y="p0y127"/>
                  </a:lnTo>
                  <a:lnTo>
                    <a:pt x="p0x128" y="p0y128"/>
                  </a:lnTo>
                  <a:lnTo>
                    <a:pt x="p0x129" y="p0y129"/>
                  </a:lnTo>
                  <a:moveTo>
                    <a:pt x="p0x130" y="p0y130"/>
                  </a:moveTo>
                  <a:lnTo>
                    <a:pt x="p0x131" y="p0y131"/>
                  </a:lnTo>
                  <a:lnTo>
                    <a:pt x="p0x132" y="p0y132"/>
                  </a:lnTo>
                  <a:lnTo>
                    <a:pt x="p0x133" y="p0y133"/>
                  </a:lnTo>
                  <a:lnTo>
                    <a:pt x="p0x134" y="p0y134"/>
                  </a:lnTo>
                  <a:moveTo>
                    <a:pt x="p0x135" y="p0y135"/>
                  </a:moveTo>
                  <a:lnTo>
                    <a:pt x="p0x136" y="p0y136"/>
                  </a:lnTo>
                  <a:lnTo>
                    <a:pt x="p0x137" y="p0y137"/>
                  </a:lnTo>
                  <a:lnTo>
                    <a:pt x="p0x138" y="p0y138"/>
                  </a:lnTo>
                  <a:lnTo>
                    <a:pt x="p0x139" y="p0y139"/>
                  </a:lnTo>
                  <a:moveTo>
                    <a:pt x="p0x140" y="p0y140"/>
                  </a:moveTo>
                  <a:lnTo>
                    <a:pt x="p0x141" y="p0y141"/>
                  </a:lnTo>
                  <a:lnTo>
                    <a:pt x="p0x142" y="p0y142"/>
                  </a:lnTo>
                  <a:lnTo>
                    <a:pt x="p0x143" y="p0y143"/>
                  </a:lnTo>
                  <a:lnTo>
                    <a:pt x="p0x144" y="p0y144"/>
                  </a:lnTo>
                  <a:moveTo>
                    <a:pt x="p0x145" y="p0y145"/>
                  </a:moveTo>
                  <a:lnTo>
                    <a:pt x="p0x146" y="p0y146"/>
                  </a:lnTo>
                  <a:lnTo>
                    <a:pt x="p0x147" y="p0y147"/>
                  </a:lnTo>
                  <a:lnTo>
                    <a:pt x="p0x148" y="p0y148"/>
                  </a:lnTo>
                  <a:lnTo>
                    <a:pt x="p0x149" y="p0y149"/>
                  </a:lnTo>
                  <a:moveTo>
                    <a:pt x="p0x150" y="p0y150"/>
                  </a:moveTo>
                  <a:lnTo>
                    <a:pt x="p0x151" y="p0y151"/>
                  </a:lnTo>
                  <a:lnTo>
                    <a:pt x="p0x152" y="p0y152"/>
                  </a:lnTo>
                  <a:lnTo>
                    <a:pt x="p0x153" y="p0y153"/>
                  </a:lnTo>
                  <a:lnTo>
                    <a:pt x="p0x154" y="p0y154"/>
                  </a:lnTo>
                  <a:moveTo>
                    <a:pt x="p0x155" y="p0y155"/>
                  </a:moveTo>
                  <a:lnTo>
                    <a:pt x="p0x156" y="p0y156"/>
                  </a:lnTo>
                  <a:lnTo>
                    <a:pt x="p0x157" y="p0y157"/>
                  </a:lnTo>
                  <a:lnTo>
                    <a:pt x="p0x158" y="p0y158"/>
                  </a:lnTo>
                  <a:lnTo>
                    <a:pt x="p0x159" y="p0y159"/>
                  </a:lnTo>
                  <a:moveTo>
                    <a:pt x="p0x160" y="p0y160"/>
                  </a:moveTo>
                  <a:lnTo>
                    <a:pt x="p0x161" y="p0y161"/>
                  </a:lnTo>
                  <a:lnTo>
                    <a:pt x="p0x162" y="p0y162"/>
                  </a:lnTo>
                  <a:lnTo>
                    <a:pt x="p0x163" y="p0y163"/>
                  </a:lnTo>
                  <a:lnTo>
                    <a:pt x="p0x164" y="p0y164"/>
                  </a:lnTo>
                  <a:moveTo>
                    <a:pt x="p0x165" y="p0y165"/>
                  </a:moveTo>
                  <a:lnTo>
                    <a:pt x="p0x166" y="p0y166"/>
                  </a:lnTo>
                  <a:lnTo>
                    <a:pt x="p0x167" y="p0y167"/>
                  </a:lnTo>
                  <a:lnTo>
                    <a:pt x="p0x168" y="p0y168"/>
                  </a:lnTo>
                  <a:lnTo>
                    <a:pt x="p0x169" y="p0y169"/>
                  </a:lnTo>
                  <a:moveTo>
                    <a:pt x="p0x170" y="p0y170"/>
                  </a:moveTo>
                  <a:lnTo>
                    <a:pt x="p0x171" y="p0y171"/>
                  </a:lnTo>
                  <a:lnTo>
                    <a:pt x="p0x172" y="p0y172"/>
                  </a:lnTo>
                  <a:lnTo>
                    <a:pt x="p0x173" y="p0y173"/>
                  </a:lnTo>
                  <a:lnTo>
                    <a:pt x="p0x174" y="p0y174"/>
                  </a:lnTo>
                  <a:moveTo>
                    <a:pt x="p0x175" y="p0y175"/>
                  </a:moveTo>
                  <a:lnTo>
                    <a:pt x="p0x176" y="p0y176"/>
                  </a:lnTo>
                  <a:lnTo>
                    <a:pt x="p0x177" y="p0y177"/>
                  </a:lnTo>
                  <a:lnTo>
                    <a:pt x="p0x178" y="p0y178"/>
                  </a:lnTo>
                  <a:lnTo>
                    <a:pt x="p0x179" y="p0y179"/>
                  </a:lnTo>
                  <a:moveTo>
                    <a:pt x="p0x180" y="p0y180"/>
                  </a:moveTo>
                  <a:lnTo>
                    <a:pt x="p0x181" y="p0y181"/>
                  </a:lnTo>
                  <a:lnTo>
                    <a:pt x="p0x182" y="p0y182"/>
                  </a:lnTo>
                  <a:lnTo>
                    <a:pt x="p0x183" y="p0y183"/>
                  </a:lnTo>
                  <a:lnTo>
                    <a:pt x="p0x184" y="p0y184"/>
                  </a:lnTo>
                  <a:moveTo>
                    <a:pt x="p0x185" y="p0y185"/>
                  </a:moveTo>
                  <a:lnTo>
                    <a:pt x="p0x186" y="p0y186"/>
                  </a:lnTo>
                  <a:lnTo>
                    <a:pt x="p0x187" y="p0y187"/>
                  </a:lnTo>
                  <a:lnTo>
                    <a:pt x="p0x188" y="p0y188"/>
                  </a:lnTo>
                  <a:lnTo>
                    <a:pt x="p0x189" y="p0y189"/>
                  </a:lnTo>
                  <a:moveTo>
                    <a:pt x="p0x190" y="p0y190"/>
                  </a:moveTo>
                  <a:lnTo>
                    <a:pt x="p0x191" y="p0y191"/>
                  </a:lnTo>
                  <a:lnTo>
                    <a:pt x="p0x192" y="p0y192"/>
                  </a:lnTo>
                  <a:lnTo>
                    <a:pt x="p0x193" y="p0y193"/>
                  </a:lnTo>
                  <a:lnTo>
                    <a:pt x="p0x194" y="p0y194"/>
                  </a:lnTo>
                  <a:moveTo>
                    <a:pt x="p0x195" y="p0y195"/>
                  </a:moveTo>
                  <a:lnTo>
                    <a:pt x="p0x196" y="p0y196"/>
                  </a:lnTo>
                  <a:lnTo>
                    <a:pt x="p0x197" y="p0y197"/>
                  </a:lnTo>
                  <a:lnTo>
                    <a:pt x="p0x198" y="p0y198"/>
                  </a:lnTo>
                  <a:lnTo>
                    <a:pt x="p0x199" y="p0y199"/>
                  </a:lnTo>
                  <a:moveTo>
                    <a:pt x="p0x200" y="p0y200"/>
                  </a:moveTo>
                  <a:lnTo>
                    <a:pt x="p0x201" y="p0y201"/>
                  </a:lnTo>
                  <a:lnTo>
                    <a:pt x="p0x202" y="p0y202"/>
                  </a:lnTo>
                  <a:lnTo>
                    <a:pt x="p0x203" y="p0y203"/>
                  </a:lnTo>
                  <a:lnTo>
                    <a:pt x="p0x204" y="p0y204"/>
                  </a:lnTo>
                  <a:moveTo>
                    <a:pt x="p0x205" y="p0y205"/>
                  </a:moveTo>
                  <a:lnTo>
                    <a:pt x="p0x206" y="p0y206"/>
                  </a:lnTo>
                  <a:lnTo>
                    <a:pt x="p0x207" y="p0y207"/>
                  </a:lnTo>
                  <a:lnTo>
                    <a:pt x="p0x208" y="p0y208"/>
                  </a:lnTo>
                  <a:lnTo>
                    <a:pt x="p0x209" y="p0y209"/>
                  </a:lnTo>
                  <a:moveTo>
                    <a:pt x="p0x210" y="p0y210"/>
                  </a:moveTo>
                  <a:lnTo>
                    <a:pt x="p0x211" y="p0y211"/>
                  </a:lnTo>
                  <a:lnTo>
                    <a:pt x="p0x212" y="p0y212"/>
                  </a:lnTo>
                  <a:lnTo>
                    <a:pt x="p0x213" y="p0y213"/>
                  </a:lnTo>
                  <a:lnTo>
                    <a:pt x="p0x214" y="p0y214"/>
                  </a:lnTo>
                  <a:moveTo>
                    <a:pt x="p0x215" y="p0y215"/>
                  </a:moveTo>
                  <a:lnTo>
                    <a:pt x="p0x216" y="p0y216"/>
                  </a:lnTo>
                  <a:lnTo>
                    <a:pt x="p0x217" y="p0y217"/>
                  </a:lnTo>
                  <a:lnTo>
                    <a:pt x="p0x218" y="p0y218"/>
                  </a:lnTo>
                  <a:lnTo>
                    <a:pt x="p0x219" y="p0y219"/>
                  </a:lnTo>
                  <a:moveTo>
                    <a:pt x="p0x220" y="p0y220"/>
                  </a:moveTo>
                  <a:lnTo>
                    <a:pt x="p0x221" y="p0y221"/>
                  </a:lnTo>
                  <a:lnTo>
                    <a:pt x="p0x222" y="p0y222"/>
                  </a:lnTo>
                  <a:lnTo>
                    <a:pt x="p0x223" y="p0y223"/>
                  </a:lnTo>
                  <a:lnTo>
                    <a:pt x="p0x224" y="p0y224"/>
                  </a:lnTo>
                  <a:moveTo>
                    <a:pt x="p0x225" y="p0y225"/>
                  </a:moveTo>
                  <a:lnTo>
                    <a:pt x="p0x226" y="p0y226"/>
                  </a:lnTo>
                  <a:lnTo>
                    <a:pt x="p0x227" y="p0y227"/>
                  </a:lnTo>
                  <a:lnTo>
                    <a:pt x="p0x228" y="p0y228"/>
                  </a:lnTo>
                  <a:lnTo>
                    <a:pt x="p0x229" y="p0y229"/>
                  </a:lnTo>
                  <a:moveTo>
                    <a:pt x="p0x230" y="p0y230"/>
                  </a:moveTo>
                  <a:lnTo>
                    <a:pt x="p0x231" y="p0y231"/>
                  </a:lnTo>
                  <a:lnTo>
                    <a:pt x="p0x232" y="p0y232"/>
                  </a:lnTo>
                  <a:lnTo>
                    <a:pt x="p0x233" y="p0y233"/>
                  </a:lnTo>
                  <a:lnTo>
                    <a:pt x="p0x234" y="p0y234"/>
                  </a:lnTo>
                  <a:moveTo>
                    <a:pt x="p0x235" y="p0y235"/>
                  </a:moveTo>
                  <a:lnTo>
                    <a:pt x="p0x236" y="p0y236"/>
                  </a:lnTo>
                  <a:lnTo>
                    <a:pt x="p0x237" y="p0y237"/>
                  </a:lnTo>
                  <a:lnTo>
                    <a:pt x="p0x238" y="p0y238"/>
                  </a:lnTo>
                  <a:lnTo>
                    <a:pt x="p0x239" y="p0y239"/>
                  </a:lnTo>
                  <a:moveTo>
                    <a:pt x="p0x240" y="p0y240"/>
                  </a:moveTo>
                  <a:lnTo>
                    <a:pt x="p0x241" y="p0y241"/>
                  </a:lnTo>
                  <a:lnTo>
                    <a:pt x="p0x242" y="p0y242"/>
                  </a:lnTo>
                  <a:lnTo>
                    <a:pt x="p0x243" y="p0y243"/>
                  </a:lnTo>
                  <a:lnTo>
                    <a:pt x="p0x244" y="p0y244"/>
                  </a:lnTo>
                  <a:moveTo>
                    <a:pt x="p0x245" y="p0y245"/>
                  </a:moveTo>
                  <a:lnTo>
                    <a:pt x="p0x246" y="p0y246"/>
                  </a:lnTo>
                  <a:lnTo>
                    <a:pt x="p0x247" y="p0y247"/>
                  </a:lnTo>
                  <a:lnTo>
                    <a:pt x="p0x248" y="p0y248"/>
                  </a:lnTo>
                  <a:lnTo>
                    <a:pt x="p0x249" y="p0y249"/>
                  </a:lnTo>
                  <a:moveTo>
                    <a:pt x="p0x250" y="p0y250"/>
                  </a:moveTo>
                  <a:lnTo>
                    <a:pt x="p0x251" y="p0y251"/>
                  </a:lnTo>
                  <a:lnTo>
                    <a:pt x="p0x252" y="p0y252"/>
                  </a:lnTo>
                  <a:lnTo>
                    <a:pt x="p0x253" y="p0y253"/>
                  </a:lnTo>
                  <a:lnTo>
                    <a:pt x="p0x254" y="p0y254"/>
                  </a:lnTo>
                  <a:moveTo>
                    <a:pt x="p0x255" y="p0y255"/>
                  </a:moveTo>
                  <a:lnTo>
                    <a:pt x="p0x256" y="p0y256"/>
                  </a:lnTo>
                  <a:lnTo>
                    <a:pt x="p0x257" y="p0y257"/>
                  </a:lnTo>
                  <a:lnTo>
                    <a:pt x="p0x258" y="p0y258"/>
                  </a:lnTo>
                  <a:lnTo>
                    <a:pt x="p0x259" y="p0y259"/>
                  </a:lnTo>
                  <a:moveTo>
                    <a:pt x="p0x260" y="p0y260"/>
                  </a:moveTo>
                  <a:lnTo>
                    <a:pt x="p0x261" y="p0y261"/>
                  </a:lnTo>
                  <a:lnTo>
                    <a:pt x="p0x262" y="p0y262"/>
                  </a:lnTo>
                  <a:lnTo>
                    <a:pt x="p0x263" y="p0y263"/>
                  </a:lnTo>
                  <a:lnTo>
                    <a:pt x="p0x264" y="p0y264"/>
                  </a:lnTo>
                  <a:moveTo>
                    <a:pt x="p0x265" y="p0y265"/>
                  </a:moveTo>
                  <a:lnTo>
                    <a:pt x="p0x266" y="p0y266"/>
                  </a:lnTo>
                  <a:lnTo>
                    <a:pt x="p0x267" y="p0y267"/>
                  </a:lnTo>
                  <a:lnTo>
                    <a:pt x="p0x268" y="p0y268"/>
                  </a:lnTo>
                  <a:lnTo>
                    <a:pt x="p0x269" y="p0y269"/>
                  </a:lnTo>
                  <a:moveTo>
                    <a:pt x="p0x270" y="p0y270"/>
                  </a:moveTo>
                  <a:lnTo>
                    <a:pt x="p0x271" y="p0y271"/>
                  </a:lnTo>
                  <a:lnTo>
                    <a:pt x="p0x272" y="p0y272"/>
                  </a:lnTo>
                  <a:lnTo>
                    <a:pt x="p0x273" y="p0y273"/>
                  </a:lnTo>
                  <a:lnTo>
                    <a:pt x="p0x274" y="p0y274"/>
                  </a:lnTo>
                  <a:moveTo>
                    <a:pt x="p0x275" y="p0y275"/>
                  </a:moveTo>
                  <a:lnTo>
                    <a:pt x="p0x276" y="p0y276"/>
                  </a:lnTo>
                  <a:lnTo>
                    <a:pt x="p0x277" y="p0y277"/>
                  </a:lnTo>
                  <a:lnTo>
                    <a:pt x="p0x278" y="p0y278"/>
                  </a:lnTo>
                  <a:lnTo>
                    <a:pt x="p0x279" y="p0y279"/>
                  </a:lnTo>
                  <a:moveTo>
                    <a:pt x="p0x280" y="p0y280"/>
                  </a:moveTo>
                  <a:lnTo>
                    <a:pt x="p0x281" y="p0y281"/>
                  </a:lnTo>
                  <a:lnTo>
                    <a:pt x="p0x282" y="p0y282"/>
                  </a:lnTo>
                  <a:lnTo>
                    <a:pt x="p0x283" y="p0y283"/>
                  </a:lnTo>
                  <a:lnTo>
                    <a:pt x="p0x284" y="p0y284"/>
                  </a:lnTo>
                  <a:moveTo>
                    <a:pt x="p0x285" y="p0y285"/>
                  </a:moveTo>
                  <a:lnTo>
                    <a:pt x="p0x286" y="p0y286"/>
                  </a:lnTo>
                  <a:lnTo>
                    <a:pt x="p0x287" y="p0y287"/>
                  </a:lnTo>
                  <a:lnTo>
                    <a:pt x="p0x288" y="p0y288"/>
                  </a:lnTo>
                  <a:lnTo>
                    <a:pt x="p0x289" y="p0y289"/>
                  </a:lnTo>
                  <a:moveTo>
                    <a:pt x="p0x290" y="p0y290"/>
                  </a:moveTo>
                  <a:lnTo>
                    <a:pt x="p0x291" y="p0y291"/>
                  </a:lnTo>
                  <a:lnTo>
                    <a:pt x="p0x292" y="p0y292"/>
                  </a:lnTo>
                  <a:lnTo>
                    <a:pt x="p0x293" y="p0y293"/>
                  </a:lnTo>
                  <a:lnTo>
                    <a:pt x="p0x294" y="p0y294"/>
                  </a:lnTo>
                  <a:moveTo>
                    <a:pt x="p0x295" y="p0y295"/>
                  </a:moveTo>
                  <a:lnTo>
                    <a:pt x="p0x296" y="p0y296"/>
                  </a:lnTo>
                  <a:lnTo>
                    <a:pt x="p0x297" y="p0y297"/>
                  </a:lnTo>
                  <a:lnTo>
                    <a:pt x="p0x298" y="p0y298"/>
                  </a:lnTo>
                  <a:lnTo>
                    <a:pt x="p0x299" y="p0y299"/>
                  </a:lnTo>
                  <a:moveTo>
                    <a:pt x="p0x300" y="p0y300"/>
                  </a:moveTo>
                  <a:lnTo>
                    <a:pt x="p0x301" y="p0y301"/>
                  </a:lnTo>
                  <a:lnTo>
                    <a:pt x="p0x302" y="p0y302"/>
                  </a:lnTo>
                  <a:lnTo>
                    <a:pt x="p0x303" y="p0y303"/>
                  </a:lnTo>
                  <a:lnTo>
                    <a:pt x="p0x304" y="p0y304"/>
                  </a:lnTo>
                  <a:moveTo>
                    <a:pt x="p0x305" y="p0y305"/>
                  </a:moveTo>
                  <a:lnTo>
                    <a:pt x="p0x306" y="p0y306"/>
                  </a:lnTo>
                  <a:lnTo>
                    <a:pt x="p0x307" y="p0y307"/>
                  </a:lnTo>
                  <a:lnTo>
                    <a:pt x="p0x308" y="p0y308"/>
                  </a:lnTo>
                  <a:lnTo>
                    <a:pt x="p0x309" y="p0y309"/>
                  </a:lnTo>
                  <a:moveTo>
                    <a:pt x="p0x310" y="p0y310"/>
                  </a:moveTo>
                  <a:lnTo>
                    <a:pt x="p0x311" y="p0y311"/>
                  </a:lnTo>
                  <a:lnTo>
                    <a:pt x="p0x312" y="p0y312"/>
                  </a:lnTo>
                  <a:lnTo>
                    <a:pt x="p0x313" y="p0y313"/>
                  </a:lnTo>
                  <a:lnTo>
                    <a:pt x="p0x314" y="p0y314"/>
                  </a:lnTo>
                  <a:moveTo>
                    <a:pt x="p0x315" y="p0y315"/>
                  </a:moveTo>
                  <a:lnTo>
                    <a:pt x="p0x316" y="p0y316"/>
                  </a:lnTo>
                  <a:lnTo>
                    <a:pt x="p0x317" y="p0y317"/>
                  </a:lnTo>
                  <a:lnTo>
                    <a:pt x="p0x318" y="p0y318"/>
                  </a:lnTo>
                  <a:lnTo>
                    <a:pt x="p0x319" y="p0y319"/>
                  </a:lnTo>
                  <a:moveTo>
                    <a:pt x="p0x320" y="p0y320"/>
                  </a:moveTo>
                  <a:lnTo>
                    <a:pt x="p0x321" y="p0y321"/>
                  </a:lnTo>
                  <a:lnTo>
                    <a:pt x="p0x322" y="p0y322"/>
                  </a:lnTo>
                  <a:lnTo>
                    <a:pt x="p0x323" y="p0y323"/>
                  </a:lnTo>
                  <a:lnTo>
                    <a:pt x="p0x324" y="p0y324"/>
                  </a:lnTo>
                  <a:moveTo>
                    <a:pt x="p0x325" y="p0y325"/>
                  </a:moveTo>
                  <a:lnTo>
                    <a:pt x="p0x326" y="p0y326"/>
                  </a:lnTo>
                  <a:lnTo>
                    <a:pt x="p0x327" y="p0y327"/>
                  </a:lnTo>
                  <a:lnTo>
                    <a:pt x="p0x328" y="p0y328"/>
                  </a:lnTo>
                  <a:lnTo>
                    <a:pt x="p0x329" y="p0y329"/>
                  </a:lnTo>
                  <a:moveTo>
                    <a:pt x="p0x330" y="p0y330"/>
                  </a:moveTo>
                  <a:lnTo>
                    <a:pt x="p0x331" y="p0y331"/>
                  </a:lnTo>
                  <a:lnTo>
                    <a:pt x="p0x332" y="p0y332"/>
                  </a:lnTo>
                  <a:lnTo>
                    <a:pt x="p0x333" y="p0y333"/>
                  </a:lnTo>
                  <a:lnTo>
                    <a:pt x="p0x334" y="p0y334"/>
                  </a:lnTo>
                  <a:moveTo>
                    <a:pt x="p0x335" y="p0y335"/>
                  </a:moveTo>
                  <a:lnTo>
                    <a:pt x="p0x336" y="p0y336"/>
                  </a:lnTo>
                  <a:lnTo>
                    <a:pt x="p0x337" y="p0y337"/>
                  </a:lnTo>
                  <a:lnTo>
                    <a:pt x="p0x338" y="p0y338"/>
                  </a:lnTo>
                  <a:lnTo>
                    <a:pt x="p0x339" y="p0y339"/>
                  </a:lnTo>
                  <a:moveTo>
                    <a:pt x="p0x340" y="p0y340"/>
                  </a:moveTo>
                  <a:lnTo>
                    <a:pt x="p0x341" y="p0y341"/>
                  </a:lnTo>
                  <a:lnTo>
                    <a:pt x="p0x342" y="p0y342"/>
                  </a:lnTo>
                  <a:lnTo>
                    <a:pt x="p0x343" y="p0y343"/>
                  </a:lnTo>
                  <a:lnTo>
                    <a:pt x="p0x344" y="p0y344"/>
                  </a:lnTo>
                  <a:moveTo>
                    <a:pt x="p0x345" y="p0y345"/>
                  </a:moveTo>
                  <a:lnTo>
                    <a:pt x="p0x346" y="p0y346"/>
                  </a:lnTo>
                  <a:lnTo>
                    <a:pt x="p0x347" y="p0y347"/>
                  </a:lnTo>
                  <a:lnTo>
                    <a:pt x="p0x348" y="p0y348"/>
                  </a:lnTo>
                  <a:lnTo>
                    <a:pt x="p0x349" y="p0y349"/>
                  </a:lnTo>
                  <a:moveTo>
                    <a:pt x="p0x350" y="p0y350"/>
                  </a:moveTo>
                  <a:lnTo>
                    <a:pt x="p0x351" y="p0y351"/>
                  </a:lnTo>
                  <a:lnTo>
                    <a:pt x="p0x352" y="p0y352"/>
                  </a:lnTo>
                  <a:lnTo>
                    <a:pt x="p0x353" y="p0y353"/>
                  </a:lnTo>
                  <a:lnTo>
                    <a:pt x="p0x354" y="p0y354"/>
                  </a:lnTo>
                  <a:moveTo>
                    <a:pt x="p0x355" y="p0y355"/>
                  </a:moveTo>
                  <a:lnTo>
                    <a:pt x="p0x356" y="p0y356"/>
                  </a:lnTo>
                  <a:lnTo>
                    <a:pt x="p0x357" y="p0y357"/>
                  </a:lnTo>
                  <a:lnTo>
                    <a:pt x="p0x358" y="p0y358"/>
                  </a:lnTo>
                  <a:lnTo>
                    <a:pt x="p0x359" y="p0y359"/>
                  </a:lnTo>
                  <a:moveTo>
                    <a:pt x="p0x360" y="p0y360"/>
                  </a:moveTo>
                  <a:lnTo>
                    <a:pt x="p0x361" y="p0y361"/>
                  </a:lnTo>
                  <a:lnTo>
                    <a:pt x="p0x362" y="p0y362"/>
                  </a:lnTo>
                  <a:lnTo>
                    <a:pt x="p0x363" y="p0y363"/>
                  </a:lnTo>
                  <a:lnTo>
                    <a:pt x="p0x364" y="p0y364"/>
                  </a:lnTo>
                  <a:moveTo>
                    <a:pt x="p0x365" y="p0y365"/>
                  </a:moveTo>
                  <a:lnTo>
                    <a:pt x="p0x366" y="p0y366"/>
                  </a:lnTo>
                  <a:lnTo>
                    <a:pt x="p0x367" y="p0y367"/>
                  </a:lnTo>
                  <a:lnTo>
                    <a:pt x="p0x368" y="p0y368"/>
                  </a:lnTo>
                  <a:lnTo>
                    <a:pt x="p0x369" y="p0y369"/>
                  </a:lnTo>
                  <a:moveTo>
                    <a:pt x="p0x370" y="p0y370"/>
                  </a:moveTo>
                  <a:lnTo>
                    <a:pt x="p0x371" y="p0y371"/>
                  </a:lnTo>
                  <a:lnTo>
                    <a:pt x="p0x372" y="p0y372"/>
                  </a:lnTo>
                  <a:lnTo>
                    <a:pt x="p0x373" y="p0y373"/>
                  </a:lnTo>
                  <a:lnTo>
                    <a:pt x="p0x374" y="p0y374"/>
                  </a:lnTo>
                  <a:moveTo>
                    <a:pt x="p0x375" y="p0y375"/>
                  </a:moveTo>
                  <a:lnTo>
                    <a:pt x="p0x376" y="p0y376"/>
                  </a:lnTo>
                  <a:lnTo>
                    <a:pt x="p0x377" y="p0y377"/>
                  </a:lnTo>
                  <a:lnTo>
                    <a:pt x="p0x378" y="p0y378"/>
                  </a:lnTo>
                  <a:lnTo>
                    <a:pt x="p0x379" y="p0y379"/>
                  </a:lnTo>
                  <a:moveTo>
                    <a:pt x="p0x380" y="p0y380"/>
                  </a:moveTo>
                  <a:lnTo>
                    <a:pt x="p0x381" y="p0y381"/>
                  </a:lnTo>
                  <a:lnTo>
                    <a:pt x="p0x382" y="p0y382"/>
                  </a:lnTo>
                  <a:lnTo>
                    <a:pt x="p0x383" y="p0y383"/>
                  </a:lnTo>
                  <a:lnTo>
                    <a:pt x="p0x384" y="p0y384"/>
                  </a:lnTo>
                </a:path>
              </a:pathLst>
            </a:custGeom>
            <a:solidFill>
              <a:srgbClr val="E2E8F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2000"/>
            </a:p>
          </p:txBody>
        </p:sp>
      </p:grpSp>
      <p:sp>
        <p:nvSpPr>
          <p:cNvPr id="34" name="文本框 33"/>
          <p:cNvSpPr txBox="1"/>
          <p:nvPr>
            <p:custDataLst>
              <p:tags r:id="rId24"/>
            </p:custDataLst>
          </p:nvPr>
        </p:nvSpPr>
        <p:spPr>
          <a:xfrm>
            <a:off x="1112044" y="5957888"/>
            <a:ext cx="1366838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lang="zh-CN" altLang="en-US" sz="1000">
                <a:solidFill>
                  <a:srgbClr val="0F172A">
                    <a:alpha val="70196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栈实现</a:t>
            </a:r>
            <a:r>
              <a:rPr lang="en-US" altLang="zh-CN" sz="1000">
                <a:solidFill>
                  <a:srgbClr val="0F172A">
                    <a:alpha val="70196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| </a:t>
            </a:r>
            <a:r>
              <a:rPr lang="zh-CN" altLang="en-US" sz="1000">
                <a:solidFill>
                  <a:srgbClr val="0F172A">
                    <a:alpha val="70196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空间最优</a:t>
            </a:r>
            <a:r>
              <a:rPr lang="en-US" altLang="zh-CN" sz="1000">
                <a:solidFill>
                  <a:srgbClr val="0F172A">
                    <a:alpha val="70196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O(h)</a:t>
            </a:r>
            <a:endParaRPr lang="en-US" altLang="zh-CN" sz="1000">
              <a:solidFill>
                <a:srgbClr val="0F172A">
                  <a:alpha val="70196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文本框 20"/>
          <p:cNvSpPr txBox="1"/>
          <p:nvPr>
            <p:custDataLst>
              <p:tags r:id="rId25"/>
            </p:custDataLst>
          </p:nvPr>
        </p:nvSpPr>
        <p:spPr>
          <a:xfrm>
            <a:off x="1461135" y="1381125"/>
            <a:ext cx="783590" cy="4381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2800" b="1">
                <a:solidFill>
                  <a:srgbClr val="FFFFFF"/>
                </a:solidFill>
                <a:effectLst>
                  <a:outerShdw blurRad="57150" dist="19050" dir="5399999" algn="ctr" rotWithShape="0">
                    <a:srgbClr val="000000">
                      <a:alpha val="10196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DFS</a:t>
            </a:r>
            <a:endParaRPr sz="2800" b="1">
              <a:solidFill>
                <a:srgbClr val="FFFFFF"/>
              </a:solidFill>
              <a:effectLst>
                <a:outerShdw blurRad="57150" dist="19050" dir="5399999" algn="ctr" rotWithShape="0">
                  <a:srgbClr val="000000">
                    <a:alpha val="10196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>
            <p:custDataLst>
              <p:tags r:id="rId26"/>
            </p:custDataLst>
          </p:nvPr>
        </p:nvSpPr>
        <p:spPr>
          <a:xfrm>
            <a:off x="1290638" y="1785938"/>
            <a:ext cx="1123950" cy="16668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000">
                <a:solidFill>
                  <a:srgbClr val="FFFFFF">
                    <a:alpha val="90196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Depth First Search</a:t>
            </a:r>
            <a:endParaRPr sz="1000">
              <a:solidFill>
                <a:srgbClr val="FFFFFF">
                  <a:alpha val="90196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04" name="组合 103"/>
          <p:cNvGrpSpPr/>
          <p:nvPr/>
        </p:nvGrpSpPr>
        <p:grpSpPr>
          <a:xfrm>
            <a:off x="3324225" y="1162050"/>
            <a:ext cx="2675890" cy="5238750"/>
            <a:chOff x="5235" y="1830"/>
            <a:chExt cx="4214" cy="8250"/>
          </a:xfrm>
          <a:effectLst>
            <a:outerShdw blurRad="428625" dist="95250" dir="5399999" algn="ctr" rotWithShape="0">
              <a:srgbClr val="000000">
                <a:alpha val="5882"/>
              </a:srgbClr>
            </a:outerShdw>
          </a:effectLst>
        </p:grpSpPr>
        <p:sp>
          <p:nvSpPr>
            <p:cNvPr id="36" name="任意多边形 35"/>
            <p:cNvSpPr/>
            <p:nvPr>
              <p:custDataLst>
                <p:tags r:id="rId27"/>
              </p:custDataLst>
            </p:nvPr>
          </p:nvSpPr>
          <p:spPr>
            <a:xfrm>
              <a:off x="5235" y="1830"/>
              <a:ext cx="4215" cy="8250"/>
            </a:xfrm>
            <a:custGeom>
              <a:avLst/>
              <a:gdLst>
                <a:gd name="sw" fmla="*/ 1 w 4215"/>
                <a:gd name="sh" fmla="*/ 1 h 8250"/>
                <a:gd name="mins" fmla="min sw sh"/>
                <a:gd name="dsw" fmla="+- 0 sw mins"/>
                <a:gd name="dsh" fmla="+- 0 sh mins"/>
                <a:gd name="p0x0" fmla="*/ 240 w 4215"/>
                <a:gd name="p0y0" fmla="*/ 0 h 8250"/>
                <a:gd name="p0x1" fmla="*/ 3975 w 4215"/>
                <a:gd name="p0y1" fmla="*/ 0 h 8250"/>
                <a:gd name="p0x2" fmla="*/ 4107 w 4215"/>
                <a:gd name="p0y2" fmla="*/ 0 h 8250"/>
                <a:gd name="p0x3" fmla="*/ 4215 w 4215"/>
                <a:gd name="p0y3" fmla="*/ 107 h 8250"/>
                <a:gd name="p0x4" fmla="*/ 4215 w 4215"/>
                <a:gd name="p0y4" fmla="*/ 240 h 8250"/>
                <a:gd name="p0x5" fmla="*/ 4215 w 4215"/>
                <a:gd name="p0y5" fmla="*/ 8010 h 8250"/>
                <a:gd name="p0x6" fmla="*/ 4215 w 4215"/>
                <a:gd name="p0y6" fmla="*/ 8142 h 8250"/>
                <a:gd name="p0x7" fmla="*/ 4107 w 4215"/>
                <a:gd name="p0y7" fmla="*/ 8250 h 8250"/>
                <a:gd name="p0x8" fmla="*/ 3975 w 4215"/>
                <a:gd name="p0y8" fmla="*/ 8250 h 8250"/>
                <a:gd name="p0x9" fmla="*/ 240 w 4215"/>
                <a:gd name="p0y9" fmla="*/ 8250 h 8250"/>
                <a:gd name="p0x10" fmla="*/ 107 w 4215"/>
                <a:gd name="p0y10" fmla="*/ 8250 h 8250"/>
                <a:gd name="p0x11" fmla="*/ 0 w 4215"/>
                <a:gd name="p0y11" fmla="*/ 8142 h 8250"/>
                <a:gd name="p0x12" fmla="*/ 0 w 4215"/>
                <a:gd name="p0y12" fmla="*/ 8010 h 8250"/>
                <a:gd name="p0x13" fmla="*/ 0 w 4215"/>
                <a:gd name="p0y13" fmla="*/ 240 h 8250"/>
                <a:gd name="p0x14" fmla="*/ 0 w 4215"/>
                <a:gd name="p0y14" fmla="*/ 107 h 8250"/>
                <a:gd name="p0x15" fmla="*/ 107 w 4215"/>
                <a:gd name="p0y15" fmla="*/ 0 h 8250"/>
                <a:gd name="p0x16" fmla="*/ 240 w 4215"/>
                <a:gd name="p0y16" fmla="*/ 0 h 825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1F5F9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2000"/>
            </a:p>
          </p:txBody>
        </p:sp>
        <p:sp>
          <p:nvSpPr>
            <p:cNvPr id="37" name="任意多边形 36"/>
            <p:cNvSpPr/>
            <p:nvPr>
              <p:custDataLst>
                <p:tags r:id="rId28"/>
              </p:custDataLst>
            </p:nvPr>
          </p:nvSpPr>
          <p:spPr>
            <a:xfrm>
              <a:off x="5305" y="1830"/>
              <a:ext cx="4074" cy="80"/>
            </a:xfrm>
            <a:custGeom>
              <a:avLst/>
              <a:gdLst>
                <a:gd name="sw" fmla="*/ 1 w 4074"/>
                <a:gd name="sh" fmla="*/ 1 h 80"/>
                <a:gd name="mins" fmla="min sw sh"/>
                <a:gd name="dsw" fmla="+- 0 sw mins"/>
                <a:gd name="dsh" fmla="+- 0 sh mins"/>
                <a:gd name="p0x0" fmla="*/ 169 w 4074"/>
                <a:gd name="p0y0" fmla="*/ 0 h 80"/>
                <a:gd name="p0x1" fmla="*/ 3904 w 4074"/>
                <a:gd name="p0y1" fmla="*/ 0 h 80"/>
                <a:gd name="p0x2" fmla="*/ 3970 w 4074"/>
                <a:gd name="p0y2" fmla="*/ 0 h 80"/>
                <a:gd name="p0x3" fmla="*/ 4030 w 4074"/>
                <a:gd name="p0y3" fmla="*/ 26 h 80"/>
                <a:gd name="p0x4" fmla="*/ 4074 w 4074"/>
                <a:gd name="p0y4" fmla="*/ 70 h 80"/>
                <a:gd name="p0x5" fmla="*/ 4063 w 4074"/>
                <a:gd name="p0y5" fmla="*/ 80 h 80"/>
                <a:gd name="p0x6" fmla="*/ 4063 w 4074"/>
                <a:gd name="p0y6" fmla="*/ 80 h 80"/>
                <a:gd name="p0x7" fmla="*/ 4023 w 4074"/>
                <a:gd name="p0y7" fmla="*/ 40 h 80"/>
                <a:gd name="p0x8" fmla="*/ 3966 w 4074"/>
                <a:gd name="p0y8" fmla="*/ 15 h 80"/>
                <a:gd name="p0x9" fmla="*/ 3904 w 4074"/>
                <a:gd name="p0y9" fmla="*/ 15 h 80"/>
                <a:gd name="p0x10" fmla="*/ 169 w 4074"/>
                <a:gd name="p0y10" fmla="*/ 15 h 80"/>
                <a:gd name="p0x11" fmla="*/ 107 w 4074"/>
                <a:gd name="p0y11" fmla="*/ 15 h 80"/>
                <a:gd name="p0x12" fmla="*/ 51 w 4074"/>
                <a:gd name="p0y12" fmla="*/ 40 h 80"/>
                <a:gd name="p0x13" fmla="*/ 10 w 4074"/>
                <a:gd name="p0y13" fmla="*/ 80 h 80"/>
                <a:gd name="p0x14" fmla="*/ 0 w 4074"/>
                <a:gd name="p0y14" fmla="*/ 70 h 80"/>
                <a:gd name="p0x15" fmla="*/ 0 w 4074"/>
                <a:gd name="p0y15" fmla="*/ 70 h 80"/>
                <a:gd name="p0x16" fmla="*/ 43 w 4074"/>
                <a:gd name="p0y16" fmla="*/ 26 h 80"/>
                <a:gd name="p0x17" fmla="*/ 103 w 4074"/>
                <a:gd name="p0y17" fmla="*/ 0 h 80"/>
                <a:gd name="p0x18" fmla="*/ 169 w 4074"/>
                <a:gd name="p0y18" fmla="*/ 0 h 8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lnTo>
                    <a:pt x="p0x15" y="p0y15"/>
                  </a:lnTo>
                  <a:cubicBezTo>
                    <a:pt x="p0x16" y="p0y16"/>
                    <a:pt x="p0x17" y="p0y17"/>
                    <a:pt x="p0x18" y="p0y18"/>
                  </a:cubicBezTo>
                  <a:close/>
                </a:path>
              </a:pathLst>
            </a:custGeom>
            <a:solidFill>
              <a:srgbClr val="E2E8F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2000"/>
            </a:p>
          </p:txBody>
        </p:sp>
        <p:sp>
          <p:nvSpPr>
            <p:cNvPr id="38" name="任意多边形 37"/>
            <p:cNvSpPr/>
            <p:nvPr>
              <p:custDataLst>
                <p:tags r:id="rId29"/>
              </p:custDataLst>
            </p:nvPr>
          </p:nvSpPr>
          <p:spPr>
            <a:xfrm>
              <a:off x="9369" y="1900"/>
              <a:ext cx="81" cy="8014"/>
            </a:xfrm>
            <a:custGeom>
              <a:avLst/>
              <a:gdLst>
                <a:gd name="sw" fmla="*/ 1 w 80"/>
                <a:gd name="sh" fmla="*/ 1 h 8013"/>
                <a:gd name="mins" fmla="min sw sh"/>
                <a:gd name="dsw" fmla="+- 0 sw mins"/>
                <a:gd name="dsh" fmla="+- 0 sh mins"/>
                <a:gd name="p0x0" fmla="*/ 80 w 80"/>
                <a:gd name="p0y0" fmla="*/ 169 h 8013"/>
                <a:gd name="p0x1" fmla="*/ 80 w 80"/>
                <a:gd name="p0y1" fmla="*/ 7939 h 8013"/>
                <a:gd name="p0x2" fmla="*/ 80 w 80"/>
                <a:gd name="p0y2" fmla="*/ 7965 h 8013"/>
                <a:gd name="p0x3" fmla="*/ 76 w 80"/>
                <a:gd name="p0y3" fmla="*/ 7990 h 8013"/>
                <a:gd name="p0x4" fmla="*/ 69 w 80"/>
                <a:gd name="p0y4" fmla="*/ 8013 h 8013"/>
                <a:gd name="p0x5" fmla="*/ 54 w 80"/>
                <a:gd name="p0y5" fmla="*/ 7995 h 8013"/>
                <a:gd name="p0x6" fmla="*/ 54 w 80"/>
                <a:gd name="p0y6" fmla="*/ 7995 h 8013"/>
                <a:gd name="p0x7" fmla="*/ 62 w 80"/>
                <a:gd name="p0y7" fmla="*/ 7977 h 8013"/>
                <a:gd name="p0x8" fmla="*/ 65 w 80"/>
                <a:gd name="p0y8" fmla="*/ 7959 h 8013"/>
                <a:gd name="p0x9" fmla="*/ 65 w 80"/>
                <a:gd name="p0y9" fmla="*/ 7939 h 8013"/>
                <a:gd name="p0x10" fmla="*/ 65 w 80"/>
                <a:gd name="p0y10" fmla="*/ 169 h 8013"/>
                <a:gd name="p0x11" fmla="*/ 65 w 80"/>
                <a:gd name="p0y11" fmla="*/ 107 h 8013"/>
                <a:gd name="p0x12" fmla="*/ 40 w 80"/>
                <a:gd name="p0y12" fmla="*/ 51 h 8013"/>
                <a:gd name="p0x13" fmla="*/ 0 w 80"/>
                <a:gd name="p0y13" fmla="*/ 10 h 8013"/>
                <a:gd name="p0x14" fmla="*/ 10 w 80"/>
                <a:gd name="p0y14" fmla="*/ 0 h 8013"/>
                <a:gd name="p0x15" fmla="*/ 10 w 80"/>
                <a:gd name="p0y15" fmla="*/ 0 h 8013"/>
                <a:gd name="p0x16" fmla="*/ 54 w 80"/>
                <a:gd name="p0y16" fmla="*/ 43 h 8013"/>
                <a:gd name="p0x17" fmla="*/ 80 w 80"/>
                <a:gd name="p0y17" fmla="*/ 103 h 8013"/>
                <a:gd name="p0x18" fmla="*/ 80 w 80"/>
                <a:gd name="p0y18" fmla="*/ 169 h 8013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lnTo>
                    <a:pt x="p0x15" y="p0y15"/>
                  </a:lnTo>
                  <a:cubicBezTo>
                    <a:pt x="p0x16" y="p0y16"/>
                    <a:pt x="p0x17" y="p0y17"/>
                    <a:pt x="p0x18" y="p0y18"/>
                  </a:cubicBezTo>
                  <a:close/>
                </a:path>
              </a:pathLst>
            </a:custGeom>
            <a:solidFill>
              <a:srgbClr val="E2E8F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2000"/>
            </a:p>
          </p:txBody>
        </p:sp>
        <p:sp>
          <p:nvSpPr>
            <p:cNvPr id="39" name="任意多边形 38"/>
            <p:cNvSpPr/>
            <p:nvPr>
              <p:custDataLst>
                <p:tags r:id="rId30"/>
              </p:custDataLst>
            </p:nvPr>
          </p:nvSpPr>
          <p:spPr>
            <a:xfrm>
              <a:off x="5246" y="9895"/>
              <a:ext cx="4192" cy="185"/>
            </a:xfrm>
            <a:custGeom>
              <a:avLst/>
              <a:gdLst>
                <a:gd name="sw" fmla="*/ 1 w 4191"/>
                <a:gd name="sh" fmla="*/ 1 h 184"/>
                <a:gd name="mins" fmla="min sw sh"/>
                <a:gd name="dsw" fmla="+- 0 sw mins"/>
                <a:gd name="dsh" fmla="+- 0 sh mins"/>
                <a:gd name="p0x0" fmla="*/ 3963 w 4191"/>
                <a:gd name="p0y0" fmla="*/ 184 h 184"/>
                <a:gd name="p0x1" fmla="*/ 228 w 4191"/>
                <a:gd name="p0y1" fmla="*/ 184 h 184"/>
                <a:gd name="p0x2" fmla="*/ 121 w 4191"/>
                <a:gd name="p0y2" fmla="*/ 184 h 184"/>
                <a:gd name="p0x3" fmla="*/ 31 w 4191"/>
                <a:gd name="p0y3" fmla="*/ 114 h 184"/>
                <a:gd name="p0x4" fmla="*/ 0 w 4191"/>
                <a:gd name="p0y4" fmla="*/ 18 h 184"/>
                <a:gd name="p0x5" fmla="*/ 14 w 4191"/>
                <a:gd name="p0y5" fmla="*/ 0 h 184"/>
                <a:gd name="p0x6" fmla="*/ 14 w 4191"/>
                <a:gd name="p0y6" fmla="*/ 0 h 184"/>
                <a:gd name="p0x7" fmla="*/ 43 w 4191"/>
                <a:gd name="p0y7" fmla="*/ 72 h 184"/>
                <a:gd name="p0x8" fmla="*/ 128 w 4191"/>
                <a:gd name="p0y8" fmla="*/ 124 h 184"/>
                <a:gd name="p0x9" fmla="*/ 228 w 4191"/>
                <a:gd name="p0y9" fmla="*/ 124 h 184"/>
                <a:gd name="p0x10" fmla="*/ 3963 w 4191"/>
                <a:gd name="p0y10" fmla="*/ 124 h 184"/>
                <a:gd name="p0x11" fmla="*/ 4063 w 4191"/>
                <a:gd name="p0y11" fmla="*/ 124 h 184"/>
                <a:gd name="p0x12" fmla="*/ 4148 w 4191"/>
                <a:gd name="p0y12" fmla="*/ 72 h 184"/>
                <a:gd name="p0x13" fmla="*/ 4177 w 4191"/>
                <a:gd name="p0y13" fmla="*/ 0 h 184"/>
                <a:gd name="p0x14" fmla="*/ 4191 w 4191"/>
                <a:gd name="p0y14" fmla="*/ 18 h 184"/>
                <a:gd name="p0x15" fmla="*/ 4191 w 4191"/>
                <a:gd name="p0y15" fmla="*/ 18 h 184"/>
                <a:gd name="p0x16" fmla="*/ 4160 w 4191"/>
                <a:gd name="p0y16" fmla="*/ 114 h 184"/>
                <a:gd name="p0x17" fmla="*/ 4069 w 4191"/>
                <a:gd name="p0y17" fmla="*/ 184 h 184"/>
                <a:gd name="p0x18" fmla="*/ 3963 w 4191"/>
                <a:gd name="p0y18" fmla="*/ 184 h 184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lnTo>
                    <a:pt x="p0x15" y="p0y15"/>
                  </a:lnTo>
                  <a:cubicBezTo>
                    <a:pt x="p0x16" y="p0y16"/>
                    <a:pt x="p0x17" y="p0y17"/>
                    <a:pt x="p0x18" y="p0y18"/>
                  </a:cubicBezTo>
                  <a:close/>
                </a:path>
              </a:pathLst>
            </a:custGeom>
            <a:solidFill>
              <a:srgbClr val="3B82F6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2000"/>
            </a:p>
          </p:txBody>
        </p:sp>
        <p:sp>
          <p:nvSpPr>
            <p:cNvPr id="40" name="任意多边形 39"/>
            <p:cNvSpPr/>
            <p:nvPr>
              <p:custDataLst>
                <p:tags r:id="rId31"/>
              </p:custDataLst>
            </p:nvPr>
          </p:nvSpPr>
          <p:spPr>
            <a:xfrm>
              <a:off x="5235" y="1900"/>
              <a:ext cx="80" cy="8014"/>
            </a:xfrm>
            <a:custGeom>
              <a:avLst/>
              <a:gdLst>
                <a:gd name="sw" fmla="*/ 1 w 80"/>
                <a:gd name="sh" fmla="*/ 1 h 8013"/>
                <a:gd name="mins" fmla="min sw sh"/>
                <a:gd name="dsw" fmla="+- 0 sw mins"/>
                <a:gd name="dsh" fmla="+- 0 sh mins"/>
                <a:gd name="p0x0" fmla="*/ 0 w 80"/>
                <a:gd name="p0y0" fmla="*/ 7939 h 8013"/>
                <a:gd name="p0x1" fmla="*/ 0 w 80"/>
                <a:gd name="p0y1" fmla="*/ 169 h 8013"/>
                <a:gd name="p0x2" fmla="*/ 0 w 80"/>
                <a:gd name="p0y2" fmla="*/ 103 h 8013"/>
                <a:gd name="p0x3" fmla="*/ 26 w 80"/>
                <a:gd name="p0y3" fmla="*/ 43 h 8013"/>
                <a:gd name="p0x4" fmla="*/ 70 w 80"/>
                <a:gd name="p0y4" fmla="*/ 0 h 8013"/>
                <a:gd name="p0x5" fmla="*/ 80 w 80"/>
                <a:gd name="p0y5" fmla="*/ 10 h 8013"/>
                <a:gd name="p0x6" fmla="*/ 80 w 80"/>
                <a:gd name="p0y6" fmla="*/ 10 h 8013"/>
                <a:gd name="p0x7" fmla="*/ 40 w 80"/>
                <a:gd name="p0y7" fmla="*/ 51 h 8013"/>
                <a:gd name="p0x8" fmla="*/ 15 w 80"/>
                <a:gd name="p0y8" fmla="*/ 107 h 8013"/>
                <a:gd name="p0x9" fmla="*/ 15 w 80"/>
                <a:gd name="p0y9" fmla="*/ 169 h 8013"/>
                <a:gd name="p0x10" fmla="*/ 15 w 80"/>
                <a:gd name="p0y10" fmla="*/ 7939 h 8013"/>
                <a:gd name="p0x11" fmla="*/ 15 w 80"/>
                <a:gd name="p0y11" fmla="*/ 7959 h 8013"/>
                <a:gd name="p0x12" fmla="*/ 18 w 80"/>
                <a:gd name="p0y12" fmla="*/ 7977 h 8013"/>
                <a:gd name="p0x13" fmla="*/ 25 w 80"/>
                <a:gd name="p0y13" fmla="*/ 7995 h 8013"/>
                <a:gd name="p0x14" fmla="*/ 11 w 80"/>
                <a:gd name="p0y14" fmla="*/ 8013 h 8013"/>
                <a:gd name="p0x15" fmla="*/ 11 w 80"/>
                <a:gd name="p0y15" fmla="*/ 8013 h 8013"/>
                <a:gd name="p0x16" fmla="*/ 4 w 80"/>
                <a:gd name="p0y16" fmla="*/ 7990 h 8013"/>
                <a:gd name="p0x17" fmla="*/ 0 w 80"/>
                <a:gd name="p0y17" fmla="*/ 7965 h 8013"/>
                <a:gd name="p0x18" fmla="*/ 0 w 80"/>
                <a:gd name="p0y18" fmla="*/ 7939 h 8013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lnTo>
                    <a:pt x="p0x15" y="p0y15"/>
                  </a:lnTo>
                  <a:cubicBezTo>
                    <a:pt x="p0x16" y="p0y16"/>
                    <a:pt x="p0x17" y="p0y17"/>
                    <a:pt x="p0x18" y="p0y18"/>
                  </a:cubicBezTo>
                  <a:close/>
                </a:path>
              </a:pathLst>
            </a:custGeom>
            <a:solidFill>
              <a:srgbClr val="E2E8F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2000"/>
            </a:p>
          </p:txBody>
        </p:sp>
      </p:grpSp>
      <p:sp>
        <p:nvSpPr>
          <p:cNvPr id="42" name="任意多边形 41"/>
          <p:cNvSpPr/>
          <p:nvPr>
            <p:custDataLst>
              <p:tags r:id="rId32"/>
            </p:custDataLst>
          </p:nvPr>
        </p:nvSpPr>
        <p:spPr>
          <a:xfrm>
            <a:off x="3333750" y="1171575"/>
            <a:ext cx="2657475" cy="85725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185" h="1350">
                <a:moveTo>
                  <a:pt x="240" y="0"/>
                </a:moveTo>
                <a:lnTo>
                  <a:pt x="3945" y="0"/>
                </a:lnTo>
                <a:cubicBezTo>
                  <a:pt x="4078" y="0"/>
                  <a:pt x="4185" y="107"/>
                  <a:pt x="4185" y="240"/>
                </a:cubicBezTo>
                <a:lnTo>
                  <a:pt x="4185" y="1350"/>
                </a:lnTo>
                <a:lnTo>
                  <a:pt x="0" y="1350"/>
                </a:lnTo>
                <a:lnTo>
                  <a:pt x="0" y="240"/>
                </a:lnTo>
                <a:cubicBezTo>
                  <a:pt x="0" y="107"/>
                  <a:pt x="107" y="0"/>
                  <a:pt x="240" y="0"/>
                </a:cubicBezTo>
                <a:close/>
              </a:path>
            </a:pathLst>
          </a:custGeom>
          <a:solidFill>
            <a:srgbClr val="3B82F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 sz="2000"/>
          </a:p>
        </p:txBody>
      </p:sp>
      <p:pic>
        <p:nvPicPr>
          <p:cNvPr id="45" name="图片 44"/>
          <p:cNvPicPr>
            <a:picLocks noChangeAspect="1"/>
          </p:cNvPicPr>
          <p:nvPr>
            <p:custDataLst>
              <p:tags r:id="rId33"/>
            </p:custDataLst>
          </p:nvPr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rcRect l="-19082" t="-16280" r="-19082" b="-16280"/>
          <a:stretch>
            <a:fillRect/>
          </a:stretch>
        </p:blipFill>
        <p:spPr>
          <a:xfrm>
            <a:off x="5255260" y="1400175"/>
            <a:ext cx="908050" cy="871220"/>
          </a:xfrm>
          <a:prstGeom prst="rect">
            <a:avLst/>
          </a:prstGeom>
        </p:spPr>
      </p:pic>
      <p:pic>
        <p:nvPicPr>
          <p:cNvPr id="47" name="图片 46"/>
          <p:cNvPicPr>
            <a:picLocks noChangeAspect="1"/>
          </p:cNvPicPr>
          <p:nvPr>
            <p:custDataLst>
              <p:tags r:id="rId36"/>
            </p:custDataLst>
          </p:nvPr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rcRect t="-4167" b="-4167"/>
          <a:stretch>
            <a:fillRect/>
          </a:stretch>
        </p:blipFill>
        <p:spPr>
          <a:xfrm>
            <a:off x="3562350" y="2290445"/>
            <a:ext cx="114300" cy="123825"/>
          </a:xfrm>
          <a:prstGeom prst="rect">
            <a:avLst/>
          </a:prstGeom>
        </p:spPr>
      </p:pic>
      <p:sp>
        <p:nvSpPr>
          <p:cNvPr id="48" name="文本框 47"/>
          <p:cNvSpPr txBox="1"/>
          <p:nvPr>
            <p:custDataLst>
              <p:tags r:id="rId39"/>
            </p:custDataLst>
          </p:nvPr>
        </p:nvSpPr>
        <p:spPr>
          <a:xfrm>
            <a:off x="3771900" y="2242185"/>
            <a:ext cx="1990725" cy="63055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lang="zh-CN" altLang="en-US" sz="12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时间复杂度：</a:t>
            </a:r>
            <a:r>
              <a:rPr lang="en-US" altLang="zh-CN" sz="12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O(V+E)</a:t>
            </a:r>
            <a:r>
              <a:rPr sz="1200">
                <a:solidFill>
                  <a:srgbClr val="0F172A">
                    <a:alpha val="70196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sz="1200">
              <a:solidFill>
                <a:srgbClr val="0F172A">
                  <a:alpha val="70196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9" name="图片 48"/>
          <p:cNvPicPr>
            <a:picLocks noChangeAspect="1"/>
          </p:cNvPicPr>
          <p:nvPr>
            <p:custDataLst>
              <p:tags r:id="rId40"/>
            </p:custDataLst>
          </p:nvPr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rcRect t="-4167" b="-4167"/>
          <a:stretch>
            <a:fillRect/>
          </a:stretch>
        </p:blipFill>
        <p:spPr>
          <a:xfrm>
            <a:off x="3562350" y="3042920"/>
            <a:ext cx="114300" cy="123825"/>
          </a:xfrm>
          <a:prstGeom prst="rect">
            <a:avLst/>
          </a:prstGeom>
        </p:spPr>
      </p:pic>
      <p:sp>
        <p:nvSpPr>
          <p:cNvPr id="50" name="文本框 49"/>
          <p:cNvSpPr txBox="1"/>
          <p:nvPr>
            <p:custDataLst>
              <p:tags r:id="rId41"/>
            </p:custDataLst>
          </p:nvPr>
        </p:nvSpPr>
        <p:spPr>
          <a:xfrm>
            <a:off x="3771900" y="2994660"/>
            <a:ext cx="1990725" cy="63055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lang="zh-CN" altLang="en-US" sz="12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空间复杂度：</a:t>
            </a:r>
            <a:r>
              <a:rPr lang="en-US" altLang="zh-CN" sz="12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O(V)</a:t>
            </a:r>
            <a:endParaRPr lang="en-US" altLang="zh-CN" sz="12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0F172A">
                    <a:alpha val="70196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需队列存储全量节点及访问标记数组。</a:t>
            </a:r>
            <a:endParaRPr sz="1200">
              <a:solidFill>
                <a:srgbClr val="0F172A">
                  <a:alpha val="70196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1" name="图片 50"/>
          <p:cNvPicPr>
            <a:picLocks noChangeAspect="1"/>
          </p:cNvPicPr>
          <p:nvPr>
            <p:custDataLst>
              <p:tags r:id="rId42"/>
            </p:custDataLst>
          </p:nvPr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rcRect t="-4167" b="-4167"/>
          <a:stretch>
            <a:fillRect/>
          </a:stretch>
        </p:blipFill>
        <p:spPr>
          <a:xfrm>
            <a:off x="3562350" y="3795395"/>
            <a:ext cx="114300" cy="123825"/>
          </a:xfrm>
          <a:prstGeom prst="rect">
            <a:avLst/>
          </a:prstGeom>
        </p:spPr>
      </p:pic>
      <p:sp>
        <p:nvSpPr>
          <p:cNvPr id="52" name="文本框 51"/>
          <p:cNvSpPr txBox="1"/>
          <p:nvPr>
            <p:custDataLst>
              <p:tags r:id="rId43"/>
            </p:custDataLst>
          </p:nvPr>
        </p:nvSpPr>
        <p:spPr>
          <a:xfrm>
            <a:off x="3771900" y="3747135"/>
            <a:ext cx="1990725" cy="63055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2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最优性保证</a:t>
            </a:r>
            <a:endParaRPr sz="12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0F172A">
                    <a:alpha val="70196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无权图中保证找到最短路径，层序扩展特性。</a:t>
            </a:r>
            <a:endParaRPr sz="1200">
              <a:solidFill>
                <a:srgbClr val="0F172A">
                  <a:alpha val="70196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05" name="组合 104"/>
          <p:cNvGrpSpPr/>
          <p:nvPr/>
        </p:nvGrpSpPr>
        <p:grpSpPr>
          <a:xfrm>
            <a:off x="3562350" y="5805170"/>
            <a:ext cx="2199640" cy="328930"/>
            <a:chOff x="5610" y="9142"/>
            <a:chExt cx="3464" cy="518"/>
          </a:xfrm>
        </p:grpSpPr>
        <p:sp>
          <p:nvSpPr>
            <p:cNvPr id="53" name="任意多边形 52"/>
            <p:cNvSpPr/>
            <p:nvPr>
              <p:custDataLst>
                <p:tags r:id="rId44"/>
              </p:custDataLst>
            </p:nvPr>
          </p:nvSpPr>
          <p:spPr>
            <a:xfrm>
              <a:off x="5610" y="9142"/>
              <a:ext cx="3465" cy="518"/>
            </a:xfrm>
            <a:custGeom>
              <a:avLst/>
              <a:gdLst>
                <a:gd name="sw" fmla="*/ 1 w 3465"/>
                <a:gd name="sh" fmla="*/ 1 h 517"/>
                <a:gd name="mins" fmla="min sw sh"/>
                <a:gd name="dsw" fmla="+- 0 sw mins"/>
                <a:gd name="dsh" fmla="+- 0 sh mins"/>
                <a:gd name="p0x0" fmla="*/ 0 w 3465"/>
                <a:gd name="p0y0" fmla="*/ 0 h 517"/>
                <a:gd name="p0x1" fmla="*/ 3465 w 3465"/>
                <a:gd name="p0y1" fmla="*/ 0 h 517"/>
                <a:gd name="p0x2" fmla="*/ 3465 w 3465"/>
                <a:gd name="p0y2" fmla="*/ 517 h 517"/>
                <a:gd name="p0x3" fmla="*/ 0 w 3465"/>
                <a:gd name="p0y3" fmla="*/ 517 h 517"/>
                <a:gd name="p0x4" fmla="*/ 0 w 3465"/>
                <a:gd name="p0y4" fmla="*/ 0 h 517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2000"/>
            </a:p>
          </p:txBody>
        </p:sp>
        <p:sp>
          <p:nvSpPr>
            <p:cNvPr id="54" name="任意多边形 53"/>
            <p:cNvSpPr/>
            <p:nvPr>
              <p:custDataLst>
                <p:tags r:id="rId45"/>
              </p:custDataLst>
            </p:nvPr>
          </p:nvSpPr>
          <p:spPr>
            <a:xfrm>
              <a:off x="5617" y="9142"/>
              <a:ext cx="3450" cy="15"/>
            </a:xfrm>
            <a:custGeom>
              <a:avLst/>
              <a:gdLst>
                <a:gd name="sw" fmla="*/ 1 w 3450"/>
                <a:gd name="sh" fmla="*/ 1 h 15"/>
                <a:gd name="mins" fmla="min sw sh"/>
                <a:gd name="dsw" fmla="+- 0 sw mins"/>
                <a:gd name="dsh" fmla="+- 0 sh mins"/>
                <a:gd name="p0x0" fmla="*/ 0 w 3450"/>
                <a:gd name="p0y0" fmla="*/ 0 h 15"/>
                <a:gd name="p0x1" fmla="*/ 29 w 3450"/>
                <a:gd name="p0y1" fmla="*/ 0 h 15"/>
                <a:gd name="p0x2" fmla="*/ 29 w 3450"/>
                <a:gd name="p0y2" fmla="*/ 15 h 15"/>
                <a:gd name="p0x3" fmla="*/ 0 w 3450"/>
                <a:gd name="p0y3" fmla="*/ 15 h 15"/>
                <a:gd name="p0x4" fmla="*/ 0 w 3450"/>
                <a:gd name="p0y4" fmla="*/ 0 h 15"/>
                <a:gd name="p0x5" fmla="*/ 45 w 3450"/>
                <a:gd name="p0y5" fmla="*/ 0 h 15"/>
                <a:gd name="p0x6" fmla="*/ 75 w 3450"/>
                <a:gd name="p0y6" fmla="*/ 0 h 15"/>
                <a:gd name="p0x7" fmla="*/ 75 w 3450"/>
                <a:gd name="p0y7" fmla="*/ 15 h 15"/>
                <a:gd name="p0x8" fmla="*/ 45 w 3450"/>
                <a:gd name="p0y8" fmla="*/ 15 h 15"/>
                <a:gd name="p0x9" fmla="*/ 45 w 3450"/>
                <a:gd name="p0y9" fmla="*/ 0 h 15"/>
                <a:gd name="p0x10" fmla="*/ 90 w 3450"/>
                <a:gd name="p0y10" fmla="*/ 0 h 15"/>
                <a:gd name="p0x11" fmla="*/ 120 w 3450"/>
                <a:gd name="p0y11" fmla="*/ 0 h 15"/>
                <a:gd name="p0x12" fmla="*/ 120 w 3450"/>
                <a:gd name="p0y12" fmla="*/ 15 h 15"/>
                <a:gd name="p0x13" fmla="*/ 90 w 3450"/>
                <a:gd name="p0y13" fmla="*/ 15 h 15"/>
                <a:gd name="p0x14" fmla="*/ 90 w 3450"/>
                <a:gd name="p0y14" fmla="*/ 0 h 15"/>
                <a:gd name="p0x15" fmla="*/ 135 w 3450"/>
                <a:gd name="p0y15" fmla="*/ 0 h 15"/>
                <a:gd name="p0x16" fmla="*/ 165 w 3450"/>
                <a:gd name="p0y16" fmla="*/ 0 h 15"/>
                <a:gd name="p0x17" fmla="*/ 165 w 3450"/>
                <a:gd name="p0y17" fmla="*/ 15 h 15"/>
                <a:gd name="p0x18" fmla="*/ 135 w 3450"/>
                <a:gd name="p0y18" fmla="*/ 15 h 15"/>
                <a:gd name="p0x19" fmla="*/ 135 w 3450"/>
                <a:gd name="p0y19" fmla="*/ 0 h 15"/>
                <a:gd name="p0x20" fmla="*/ 180 w 3450"/>
                <a:gd name="p0y20" fmla="*/ 0 h 15"/>
                <a:gd name="p0x21" fmla="*/ 209 w 3450"/>
                <a:gd name="p0y21" fmla="*/ 0 h 15"/>
                <a:gd name="p0x22" fmla="*/ 209 w 3450"/>
                <a:gd name="p0y22" fmla="*/ 15 h 15"/>
                <a:gd name="p0x23" fmla="*/ 180 w 3450"/>
                <a:gd name="p0y23" fmla="*/ 15 h 15"/>
                <a:gd name="p0x24" fmla="*/ 180 w 3450"/>
                <a:gd name="p0y24" fmla="*/ 0 h 15"/>
                <a:gd name="p0x25" fmla="*/ 225 w 3450"/>
                <a:gd name="p0y25" fmla="*/ 0 h 15"/>
                <a:gd name="p0x26" fmla="*/ 255 w 3450"/>
                <a:gd name="p0y26" fmla="*/ 0 h 15"/>
                <a:gd name="p0x27" fmla="*/ 255 w 3450"/>
                <a:gd name="p0y27" fmla="*/ 15 h 15"/>
                <a:gd name="p0x28" fmla="*/ 225 w 3450"/>
                <a:gd name="p0y28" fmla="*/ 15 h 15"/>
                <a:gd name="p0x29" fmla="*/ 225 w 3450"/>
                <a:gd name="p0y29" fmla="*/ 0 h 15"/>
                <a:gd name="p0x30" fmla="*/ 270 w 3450"/>
                <a:gd name="p0y30" fmla="*/ 0 h 15"/>
                <a:gd name="p0x31" fmla="*/ 299 w 3450"/>
                <a:gd name="p0y31" fmla="*/ 0 h 15"/>
                <a:gd name="p0x32" fmla="*/ 299 w 3450"/>
                <a:gd name="p0y32" fmla="*/ 15 h 15"/>
                <a:gd name="p0x33" fmla="*/ 270 w 3450"/>
                <a:gd name="p0y33" fmla="*/ 15 h 15"/>
                <a:gd name="p0x34" fmla="*/ 270 w 3450"/>
                <a:gd name="p0y34" fmla="*/ 0 h 15"/>
                <a:gd name="p0x35" fmla="*/ 315 w 3450"/>
                <a:gd name="p0y35" fmla="*/ 0 h 15"/>
                <a:gd name="p0x36" fmla="*/ 345 w 3450"/>
                <a:gd name="p0y36" fmla="*/ 0 h 15"/>
                <a:gd name="p0x37" fmla="*/ 345 w 3450"/>
                <a:gd name="p0y37" fmla="*/ 15 h 15"/>
                <a:gd name="p0x38" fmla="*/ 315 w 3450"/>
                <a:gd name="p0y38" fmla="*/ 15 h 15"/>
                <a:gd name="p0x39" fmla="*/ 315 w 3450"/>
                <a:gd name="p0y39" fmla="*/ 0 h 15"/>
                <a:gd name="p0x40" fmla="*/ 360 w 3450"/>
                <a:gd name="p0y40" fmla="*/ 0 h 15"/>
                <a:gd name="p0x41" fmla="*/ 389 w 3450"/>
                <a:gd name="p0y41" fmla="*/ 0 h 15"/>
                <a:gd name="p0x42" fmla="*/ 389 w 3450"/>
                <a:gd name="p0y42" fmla="*/ 15 h 15"/>
                <a:gd name="p0x43" fmla="*/ 360 w 3450"/>
                <a:gd name="p0y43" fmla="*/ 15 h 15"/>
                <a:gd name="p0x44" fmla="*/ 360 w 3450"/>
                <a:gd name="p0y44" fmla="*/ 0 h 15"/>
                <a:gd name="p0x45" fmla="*/ 405 w 3450"/>
                <a:gd name="p0y45" fmla="*/ 0 h 15"/>
                <a:gd name="p0x46" fmla="*/ 435 w 3450"/>
                <a:gd name="p0y46" fmla="*/ 0 h 15"/>
                <a:gd name="p0x47" fmla="*/ 435 w 3450"/>
                <a:gd name="p0y47" fmla="*/ 15 h 15"/>
                <a:gd name="p0x48" fmla="*/ 405 w 3450"/>
                <a:gd name="p0y48" fmla="*/ 15 h 15"/>
                <a:gd name="p0x49" fmla="*/ 405 w 3450"/>
                <a:gd name="p0y49" fmla="*/ 0 h 15"/>
                <a:gd name="p0x50" fmla="*/ 449 w 3450"/>
                <a:gd name="p0y50" fmla="*/ 0 h 15"/>
                <a:gd name="p0x51" fmla="*/ 479 w 3450"/>
                <a:gd name="p0y51" fmla="*/ 0 h 15"/>
                <a:gd name="p0x52" fmla="*/ 479 w 3450"/>
                <a:gd name="p0y52" fmla="*/ 15 h 15"/>
                <a:gd name="p0x53" fmla="*/ 449 w 3450"/>
                <a:gd name="p0y53" fmla="*/ 15 h 15"/>
                <a:gd name="p0x54" fmla="*/ 449 w 3450"/>
                <a:gd name="p0y54" fmla="*/ 0 h 15"/>
                <a:gd name="p0x55" fmla="*/ 495 w 3450"/>
                <a:gd name="p0y55" fmla="*/ 0 h 15"/>
                <a:gd name="p0x56" fmla="*/ 525 w 3450"/>
                <a:gd name="p0y56" fmla="*/ 0 h 15"/>
                <a:gd name="p0x57" fmla="*/ 525 w 3450"/>
                <a:gd name="p0y57" fmla="*/ 15 h 15"/>
                <a:gd name="p0x58" fmla="*/ 495 w 3450"/>
                <a:gd name="p0y58" fmla="*/ 15 h 15"/>
                <a:gd name="p0x59" fmla="*/ 495 w 3450"/>
                <a:gd name="p0y59" fmla="*/ 0 h 15"/>
                <a:gd name="p0x60" fmla="*/ 540 w 3450"/>
                <a:gd name="p0y60" fmla="*/ 0 h 15"/>
                <a:gd name="p0x61" fmla="*/ 570 w 3450"/>
                <a:gd name="p0y61" fmla="*/ 0 h 15"/>
                <a:gd name="p0x62" fmla="*/ 570 w 3450"/>
                <a:gd name="p0y62" fmla="*/ 15 h 15"/>
                <a:gd name="p0x63" fmla="*/ 540 w 3450"/>
                <a:gd name="p0y63" fmla="*/ 15 h 15"/>
                <a:gd name="p0x64" fmla="*/ 540 w 3450"/>
                <a:gd name="p0y64" fmla="*/ 0 h 15"/>
                <a:gd name="p0x65" fmla="*/ 585 w 3450"/>
                <a:gd name="p0y65" fmla="*/ 0 h 15"/>
                <a:gd name="p0x66" fmla="*/ 615 w 3450"/>
                <a:gd name="p0y66" fmla="*/ 0 h 15"/>
                <a:gd name="p0x67" fmla="*/ 615 w 3450"/>
                <a:gd name="p0y67" fmla="*/ 15 h 15"/>
                <a:gd name="p0x68" fmla="*/ 585 w 3450"/>
                <a:gd name="p0y68" fmla="*/ 15 h 15"/>
                <a:gd name="p0x69" fmla="*/ 585 w 3450"/>
                <a:gd name="p0y69" fmla="*/ 0 h 15"/>
                <a:gd name="p0x70" fmla="*/ 630 w 3450"/>
                <a:gd name="p0y70" fmla="*/ 0 h 15"/>
                <a:gd name="p0x71" fmla="*/ 660 w 3450"/>
                <a:gd name="p0y71" fmla="*/ 0 h 15"/>
                <a:gd name="p0x72" fmla="*/ 660 w 3450"/>
                <a:gd name="p0y72" fmla="*/ 15 h 15"/>
                <a:gd name="p0x73" fmla="*/ 630 w 3450"/>
                <a:gd name="p0y73" fmla="*/ 15 h 15"/>
                <a:gd name="p0x74" fmla="*/ 630 w 3450"/>
                <a:gd name="p0y74" fmla="*/ 0 h 15"/>
                <a:gd name="p0x75" fmla="*/ 675 w 3450"/>
                <a:gd name="p0y75" fmla="*/ 0 h 15"/>
                <a:gd name="p0x76" fmla="*/ 705 w 3450"/>
                <a:gd name="p0y76" fmla="*/ 0 h 15"/>
                <a:gd name="p0x77" fmla="*/ 705 w 3450"/>
                <a:gd name="p0y77" fmla="*/ 15 h 15"/>
                <a:gd name="p0x78" fmla="*/ 675 w 3450"/>
                <a:gd name="p0y78" fmla="*/ 15 h 15"/>
                <a:gd name="p0x79" fmla="*/ 675 w 3450"/>
                <a:gd name="p0y79" fmla="*/ 0 h 15"/>
                <a:gd name="p0x80" fmla="*/ 720 w 3450"/>
                <a:gd name="p0y80" fmla="*/ 0 h 15"/>
                <a:gd name="p0x81" fmla="*/ 750 w 3450"/>
                <a:gd name="p0y81" fmla="*/ 0 h 15"/>
                <a:gd name="p0x82" fmla="*/ 750 w 3450"/>
                <a:gd name="p0y82" fmla="*/ 15 h 15"/>
                <a:gd name="p0x83" fmla="*/ 720 w 3450"/>
                <a:gd name="p0y83" fmla="*/ 15 h 15"/>
                <a:gd name="p0x84" fmla="*/ 720 w 3450"/>
                <a:gd name="p0y84" fmla="*/ 0 h 15"/>
                <a:gd name="p0x85" fmla="*/ 764 w 3450"/>
                <a:gd name="p0y85" fmla="*/ 0 h 15"/>
                <a:gd name="p0x86" fmla="*/ 795 w 3450"/>
                <a:gd name="p0y86" fmla="*/ 0 h 15"/>
                <a:gd name="p0x87" fmla="*/ 795 w 3450"/>
                <a:gd name="p0y87" fmla="*/ 15 h 15"/>
                <a:gd name="p0x88" fmla="*/ 764 w 3450"/>
                <a:gd name="p0y88" fmla="*/ 15 h 15"/>
                <a:gd name="p0x89" fmla="*/ 764 w 3450"/>
                <a:gd name="p0y89" fmla="*/ 0 h 15"/>
                <a:gd name="p0x90" fmla="*/ 810 w 3450"/>
                <a:gd name="p0y90" fmla="*/ 0 h 15"/>
                <a:gd name="p0x91" fmla="*/ 840 w 3450"/>
                <a:gd name="p0y91" fmla="*/ 0 h 15"/>
                <a:gd name="p0x92" fmla="*/ 840 w 3450"/>
                <a:gd name="p0y92" fmla="*/ 15 h 15"/>
                <a:gd name="p0x93" fmla="*/ 810 w 3450"/>
                <a:gd name="p0y93" fmla="*/ 15 h 15"/>
                <a:gd name="p0x94" fmla="*/ 810 w 3450"/>
                <a:gd name="p0y94" fmla="*/ 0 h 15"/>
                <a:gd name="p0x95" fmla="*/ 854 w 3450"/>
                <a:gd name="p0y95" fmla="*/ 0 h 15"/>
                <a:gd name="p0x96" fmla="*/ 885 w 3450"/>
                <a:gd name="p0y96" fmla="*/ 0 h 15"/>
                <a:gd name="p0x97" fmla="*/ 885 w 3450"/>
                <a:gd name="p0y97" fmla="*/ 15 h 15"/>
                <a:gd name="p0x98" fmla="*/ 854 w 3450"/>
                <a:gd name="p0y98" fmla="*/ 15 h 15"/>
                <a:gd name="p0x99" fmla="*/ 854 w 3450"/>
                <a:gd name="p0y99" fmla="*/ 0 h 15"/>
                <a:gd name="p0x100" fmla="*/ 900 w 3450"/>
                <a:gd name="p0y100" fmla="*/ 0 h 15"/>
                <a:gd name="p0x101" fmla="*/ 930 w 3450"/>
                <a:gd name="p0y101" fmla="*/ 0 h 15"/>
                <a:gd name="p0x102" fmla="*/ 930 w 3450"/>
                <a:gd name="p0y102" fmla="*/ 15 h 15"/>
                <a:gd name="p0x103" fmla="*/ 900 w 3450"/>
                <a:gd name="p0y103" fmla="*/ 15 h 15"/>
                <a:gd name="p0x104" fmla="*/ 900 w 3450"/>
                <a:gd name="p0y104" fmla="*/ 0 h 15"/>
                <a:gd name="p0x105" fmla="*/ 944 w 3450"/>
                <a:gd name="p0y105" fmla="*/ 0 h 15"/>
                <a:gd name="p0x106" fmla="*/ 975 w 3450"/>
                <a:gd name="p0y106" fmla="*/ 0 h 15"/>
                <a:gd name="p0x107" fmla="*/ 975 w 3450"/>
                <a:gd name="p0y107" fmla="*/ 15 h 15"/>
                <a:gd name="p0x108" fmla="*/ 944 w 3450"/>
                <a:gd name="p0y108" fmla="*/ 15 h 15"/>
                <a:gd name="p0x109" fmla="*/ 944 w 3450"/>
                <a:gd name="p0y109" fmla="*/ 0 h 15"/>
                <a:gd name="p0x110" fmla="*/ 990 w 3450"/>
                <a:gd name="p0y110" fmla="*/ 0 h 15"/>
                <a:gd name="p0x111" fmla="*/ 1020 w 3450"/>
                <a:gd name="p0y111" fmla="*/ 0 h 15"/>
                <a:gd name="p0x112" fmla="*/ 1020 w 3450"/>
                <a:gd name="p0y112" fmla="*/ 15 h 15"/>
                <a:gd name="p0x113" fmla="*/ 990 w 3450"/>
                <a:gd name="p0y113" fmla="*/ 15 h 15"/>
                <a:gd name="p0x114" fmla="*/ 990 w 3450"/>
                <a:gd name="p0y114" fmla="*/ 0 h 15"/>
                <a:gd name="p0x115" fmla="*/ 1035 w 3450"/>
                <a:gd name="p0y115" fmla="*/ 0 h 15"/>
                <a:gd name="p0x116" fmla="*/ 1065 w 3450"/>
                <a:gd name="p0y116" fmla="*/ 0 h 15"/>
                <a:gd name="p0x117" fmla="*/ 1065 w 3450"/>
                <a:gd name="p0y117" fmla="*/ 15 h 15"/>
                <a:gd name="p0x118" fmla="*/ 1035 w 3450"/>
                <a:gd name="p0y118" fmla="*/ 15 h 15"/>
                <a:gd name="p0x119" fmla="*/ 1035 w 3450"/>
                <a:gd name="p0y119" fmla="*/ 0 h 15"/>
                <a:gd name="p0x120" fmla="*/ 1080 w 3450"/>
                <a:gd name="p0y120" fmla="*/ 0 h 15"/>
                <a:gd name="p0x121" fmla="*/ 1110 w 3450"/>
                <a:gd name="p0y121" fmla="*/ 0 h 15"/>
                <a:gd name="p0x122" fmla="*/ 1110 w 3450"/>
                <a:gd name="p0y122" fmla="*/ 15 h 15"/>
                <a:gd name="p0x123" fmla="*/ 1080 w 3450"/>
                <a:gd name="p0y123" fmla="*/ 15 h 15"/>
                <a:gd name="p0x124" fmla="*/ 1080 w 3450"/>
                <a:gd name="p0y124" fmla="*/ 0 h 15"/>
                <a:gd name="p0x125" fmla="*/ 1125 w 3450"/>
                <a:gd name="p0y125" fmla="*/ 0 h 15"/>
                <a:gd name="p0x126" fmla="*/ 1155 w 3450"/>
                <a:gd name="p0y126" fmla="*/ 0 h 15"/>
                <a:gd name="p0x127" fmla="*/ 1155 w 3450"/>
                <a:gd name="p0y127" fmla="*/ 15 h 15"/>
                <a:gd name="p0x128" fmla="*/ 1125 w 3450"/>
                <a:gd name="p0y128" fmla="*/ 15 h 15"/>
                <a:gd name="p0x129" fmla="*/ 1125 w 3450"/>
                <a:gd name="p0y129" fmla="*/ 0 h 15"/>
                <a:gd name="p0x130" fmla="*/ 1170 w 3450"/>
                <a:gd name="p0y130" fmla="*/ 0 h 15"/>
                <a:gd name="p0x131" fmla="*/ 1200 w 3450"/>
                <a:gd name="p0y131" fmla="*/ 0 h 15"/>
                <a:gd name="p0x132" fmla="*/ 1200 w 3450"/>
                <a:gd name="p0y132" fmla="*/ 15 h 15"/>
                <a:gd name="p0x133" fmla="*/ 1170 w 3450"/>
                <a:gd name="p0y133" fmla="*/ 15 h 15"/>
                <a:gd name="p0x134" fmla="*/ 1170 w 3450"/>
                <a:gd name="p0y134" fmla="*/ 0 h 15"/>
                <a:gd name="p0x135" fmla="*/ 1215 w 3450"/>
                <a:gd name="p0y135" fmla="*/ 0 h 15"/>
                <a:gd name="p0x136" fmla="*/ 1245 w 3450"/>
                <a:gd name="p0y136" fmla="*/ 0 h 15"/>
                <a:gd name="p0x137" fmla="*/ 1245 w 3450"/>
                <a:gd name="p0y137" fmla="*/ 15 h 15"/>
                <a:gd name="p0x138" fmla="*/ 1215 w 3450"/>
                <a:gd name="p0y138" fmla="*/ 15 h 15"/>
                <a:gd name="p0x139" fmla="*/ 1215 w 3450"/>
                <a:gd name="p0y139" fmla="*/ 0 h 15"/>
                <a:gd name="p0x140" fmla="*/ 1260 w 3450"/>
                <a:gd name="p0y140" fmla="*/ 0 h 15"/>
                <a:gd name="p0x141" fmla="*/ 1290 w 3450"/>
                <a:gd name="p0y141" fmla="*/ 0 h 15"/>
                <a:gd name="p0x142" fmla="*/ 1290 w 3450"/>
                <a:gd name="p0y142" fmla="*/ 15 h 15"/>
                <a:gd name="p0x143" fmla="*/ 1260 w 3450"/>
                <a:gd name="p0y143" fmla="*/ 15 h 15"/>
                <a:gd name="p0x144" fmla="*/ 1260 w 3450"/>
                <a:gd name="p0y144" fmla="*/ 0 h 15"/>
                <a:gd name="p0x145" fmla="*/ 1305 w 3450"/>
                <a:gd name="p0y145" fmla="*/ 0 h 15"/>
                <a:gd name="p0x146" fmla="*/ 1334 w 3450"/>
                <a:gd name="p0y146" fmla="*/ 0 h 15"/>
                <a:gd name="p0x147" fmla="*/ 1334 w 3450"/>
                <a:gd name="p0y147" fmla="*/ 15 h 15"/>
                <a:gd name="p0x148" fmla="*/ 1305 w 3450"/>
                <a:gd name="p0y148" fmla="*/ 15 h 15"/>
                <a:gd name="p0x149" fmla="*/ 1305 w 3450"/>
                <a:gd name="p0y149" fmla="*/ 0 h 15"/>
                <a:gd name="p0x150" fmla="*/ 1350 w 3450"/>
                <a:gd name="p0y150" fmla="*/ 0 h 15"/>
                <a:gd name="p0x151" fmla="*/ 1380 w 3450"/>
                <a:gd name="p0y151" fmla="*/ 0 h 15"/>
                <a:gd name="p0x152" fmla="*/ 1380 w 3450"/>
                <a:gd name="p0y152" fmla="*/ 15 h 15"/>
                <a:gd name="p0x153" fmla="*/ 1350 w 3450"/>
                <a:gd name="p0y153" fmla="*/ 15 h 15"/>
                <a:gd name="p0x154" fmla="*/ 1350 w 3450"/>
                <a:gd name="p0y154" fmla="*/ 0 h 15"/>
                <a:gd name="p0x155" fmla="*/ 1395 w 3450"/>
                <a:gd name="p0y155" fmla="*/ 0 h 15"/>
                <a:gd name="p0x156" fmla="*/ 1425 w 3450"/>
                <a:gd name="p0y156" fmla="*/ 0 h 15"/>
                <a:gd name="p0x157" fmla="*/ 1425 w 3450"/>
                <a:gd name="p0y157" fmla="*/ 15 h 15"/>
                <a:gd name="p0x158" fmla="*/ 1395 w 3450"/>
                <a:gd name="p0y158" fmla="*/ 15 h 15"/>
                <a:gd name="p0x159" fmla="*/ 1395 w 3450"/>
                <a:gd name="p0y159" fmla="*/ 0 h 15"/>
                <a:gd name="p0x160" fmla="*/ 1440 w 3450"/>
                <a:gd name="p0y160" fmla="*/ 0 h 15"/>
                <a:gd name="p0x161" fmla="*/ 1470 w 3450"/>
                <a:gd name="p0y161" fmla="*/ 0 h 15"/>
                <a:gd name="p0x162" fmla="*/ 1470 w 3450"/>
                <a:gd name="p0y162" fmla="*/ 15 h 15"/>
                <a:gd name="p0x163" fmla="*/ 1440 w 3450"/>
                <a:gd name="p0y163" fmla="*/ 15 h 15"/>
                <a:gd name="p0x164" fmla="*/ 1440 w 3450"/>
                <a:gd name="p0y164" fmla="*/ 0 h 15"/>
                <a:gd name="p0x165" fmla="*/ 1485 w 3450"/>
                <a:gd name="p0y165" fmla="*/ 0 h 15"/>
                <a:gd name="p0x166" fmla="*/ 1515 w 3450"/>
                <a:gd name="p0y166" fmla="*/ 0 h 15"/>
                <a:gd name="p0x167" fmla="*/ 1515 w 3450"/>
                <a:gd name="p0y167" fmla="*/ 15 h 15"/>
                <a:gd name="p0x168" fmla="*/ 1485 w 3450"/>
                <a:gd name="p0y168" fmla="*/ 15 h 15"/>
                <a:gd name="p0x169" fmla="*/ 1485 w 3450"/>
                <a:gd name="p0y169" fmla="*/ 0 h 15"/>
                <a:gd name="p0x170" fmla="*/ 1530 w 3450"/>
                <a:gd name="p0y170" fmla="*/ 0 h 15"/>
                <a:gd name="p0x171" fmla="*/ 1560 w 3450"/>
                <a:gd name="p0y171" fmla="*/ 0 h 15"/>
                <a:gd name="p0x172" fmla="*/ 1560 w 3450"/>
                <a:gd name="p0y172" fmla="*/ 15 h 15"/>
                <a:gd name="p0x173" fmla="*/ 1530 w 3450"/>
                <a:gd name="p0y173" fmla="*/ 15 h 15"/>
                <a:gd name="p0x174" fmla="*/ 1530 w 3450"/>
                <a:gd name="p0y174" fmla="*/ 0 h 15"/>
                <a:gd name="p0x175" fmla="*/ 1575 w 3450"/>
                <a:gd name="p0y175" fmla="*/ 0 h 15"/>
                <a:gd name="p0x176" fmla="*/ 1605 w 3450"/>
                <a:gd name="p0y176" fmla="*/ 0 h 15"/>
                <a:gd name="p0x177" fmla="*/ 1605 w 3450"/>
                <a:gd name="p0y177" fmla="*/ 15 h 15"/>
                <a:gd name="p0x178" fmla="*/ 1575 w 3450"/>
                <a:gd name="p0y178" fmla="*/ 15 h 15"/>
                <a:gd name="p0x179" fmla="*/ 1575 w 3450"/>
                <a:gd name="p0y179" fmla="*/ 0 h 15"/>
                <a:gd name="p0x180" fmla="*/ 1620 w 3450"/>
                <a:gd name="p0y180" fmla="*/ 0 h 15"/>
                <a:gd name="p0x181" fmla="*/ 1650 w 3450"/>
                <a:gd name="p0y181" fmla="*/ 0 h 15"/>
                <a:gd name="p0x182" fmla="*/ 1650 w 3450"/>
                <a:gd name="p0y182" fmla="*/ 15 h 15"/>
                <a:gd name="p0x183" fmla="*/ 1620 w 3450"/>
                <a:gd name="p0y183" fmla="*/ 15 h 15"/>
                <a:gd name="p0x184" fmla="*/ 1620 w 3450"/>
                <a:gd name="p0y184" fmla="*/ 0 h 15"/>
                <a:gd name="p0x185" fmla="*/ 1665 w 3450"/>
                <a:gd name="p0y185" fmla="*/ 0 h 15"/>
                <a:gd name="p0x186" fmla="*/ 1695 w 3450"/>
                <a:gd name="p0y186" fmla="*/ 0 h 15"/>
                <a:gd name="p0x187" fmla="*/ 1695 w 3450"/>
                <a:gd name="p0y187" fmla="*/ 15 h 15"/>
                <a:gd name="p0x188" fmla="*/ 1665 w 3450"/>
                <a:gd name="p0y188" fmla="*/ 15 h 15"/>
                <a:gd name="p0x189" fmla="*/ 1665 w 3450"/>
                <a:gd name="p0y189" fmla="*/ 0 h 15"/>
                <a:gd name="p0x190" fmla="*/ 1709 w 3450"/>
                <a:gd name="p0y190" fmla="*/ 0 h 15"/>
                <a:gd name="p0x191" fmla="*/ 1740 w 3450"/>
                <a:gd name="p0y191" fmla="*/ 0 h 15"/>
                <a:gd name="p0x192" fmla="*/ 1740 w 3450"/>
                <a:gd name="p0y192" fmla="*/ 15 h 15"/>
                <a:gd name="p0x193" fmla="*/ 1709 w 3450"/>
                <a:gd name="p0y193" fmla="*/ 15 h 15"/>
                <a:gd name="p0x194" fmla="*/ 1709 w 3450"/>
                <a:gd name="p0y194" fmla="*/ 0 h 15"/>
                <a:gd name="p0x195" fmla="*/ 1755 w 3450"/>
                <a:gd name="p0y195" fmla="*/ 0 h 15"/>
                <a:gd name="p0x196" fmla="*/ 1785 w 3450"/>
                <a:gd name="p0y196" fmla="*/ 0 h 15"/>
                <a:gd name="p0x197" fmla="*/ 1785 w 3450"/>
                <a:gd name="p0y197" fmla="*/ 15 h 15"/>
                <a:gd name="p0x198" fmla="*/ 1755 w 3450"/>
                <a:gd name="p0y198" fmla="*/ 15 h 15"/>
                <a:gd name="p0x199" fmla="*/ 1755 w 3450"/>
                <a:gd name="p0y199" fmla="*/ 0 h 15"/>
                <a:gd name="p0x200" fmla="*/ 1800 w 3450"/>
                <a:gd name="p0y200" fmla="*/ 0 h 15"/>
                <a:gd name="p0x201" fmla="*/ 1830 w 3450"/>
                <a:gd name="p0y201" fmla="*/ 0 h 15"/>
                <a:gd name="p0x202" fmla="*/ 1830 w 3450"/>
                <a:gd name="p0y202" fmla="*/ 15 h 15"/>
                <a:gd name="p0x203" fmla="*/ 1800 w 3450"/>
                <a:gd name="p0y203" fmla="*/ 15 h 15"/>
                <a:gd name="p0x204" fmla="*/ 1800 w 3450"/>
                <a:gd name="p0y204" fmla="*/ 0 h 15"/>
                <a:gd name="p0x205" fmla="*/ 1845 w 3450"/>
                <a:gd name="p0y205" fmla="*/ 0 h 15"/>
                <a:gd name="p0x206" fmla="*/ 1875 w 3450"/>
                <a:gd name="p0y206" fmla="*/ 0 h 15"/>
                <a:gd name="p0x207" fmla="*/ 1875 w 3450"/>
                <a:gd name="p0y207" fmla="*/ 15 h 15"/>
                <a:gd name="p0x208" fmla="*/ 1845 w 3450"/>
                <a:gd name="p0y208" fmla="*/ 15 h 15"/>
                <a:gd name="p0x209" fmla="*/ 1845 w 3450"/>
                <a:gd name="p0y209" fmla="*/ 0 h 15"/>
                <a:gd name="p0x210" fmla="*/ 1890 w 3450"/>
                <a:gd name="p0y210" fmla="*/ 0 h 15"/>
                <a:gd name="p0x211" fmla="*/ 1920 w 3450"/>
                <a:gd name="p0y211" fmla="*/ 0 h 15"/>
                <a:gd name="p0x212" fmla="*/ 1920 w 3450"/>
                <a:gd name="p0y212" fmla="*/ 15 h 15"/>
                <a:gd name="p0x213" fmla="*/ 1890 w 3450"/>
                <a:gd name="p0y213" fmla="*/ 15 h 15"/>
                <a:gd name="p0x214" fmla="*/ 1890 w 3450"/>
                <a:gd name="p0y214" fmla="*/ 0 h 15"/>
                <a:gd name="p0x215" fmla="*/ 1935 w 3450"/>
                <a:gd name="p0y215" fmla="*/ 0 h 15"/>
                <a:gd name="p0x216" fmla="*/ 1965 w 3450"/>
                <a:gd name="p0y216" fmla="*/ 0 h 15"/>
                <a:gd name="p0x217" fmla="*/ 1965 w 3450"/>
                <a:gd name="p0y217" fmla="*/ 15 h 15"/>
                <a:gd name="p0x218" fmla="*/ 1935 w 3450"/>
                <a:gd name="p0y218" fmla="*/ 15 h 15"/>
                <a:gd name="p0x219" fmla="*/ 1935 w 3450"/>
                <a:gd name="p0y219" fmla="*/ 0 h 15"/>
                <a:gd name="p0x220" fmla="*/ 1980 w 3450"/>
                <a:gd name="p0y220" fmla="*/ 0 h 15"/>
                <a:gd name="p0x221" fmla="*/ 2010 w 3450"/>
                <a:gd name="p0y221" fmla="*/ 0 h 15"/>
                <a:gd name="p0x222" fmla="*/ 2010 w 3450"/>
                <a:gd name="p0y222" fmla="*/ 15 h 15"/>
                <a:gd name="p0x223" fmla="*/ 1980 w 3450"/>
                <a:gd name="p0y223" fmla="*/ 15 h 15"/>
                <a:gd name="p0x224" fmla="*/ 1980 w 3450"/>
                <a:gd name="p0y224" fmla="*/ 0 h 15"/>
                <a:gd name="p0x225" fmla="*/ 2025 w 3450"/>
                <a:gd name="p0y225" fmla="*/ 0 h 15"/>
                <a:gd name="p0x226" fmla="*/ 2055 w 3450"/>
                <a:gd name="p0y226" fmla="*/ 0 h 15"/>
                <a:gd name="p0x227" fmla="*/ 2055 w 3450"/>
                <a:gd name="p0y227" fmla="*/ 15 h 15"/>
                <a:gd name="p0x228" fmla="*/ 2025 w 3450"/>
                <a:gd name="p0y228" fmla="*/ 15 h 15"/>
                <a:gd name="p0x229" fmla="*/ 2025 w 3450"/>
                <a:gd name="p0y229" fmla="*/ 0 h 15"/>
                <a:gd name="p0x230" fmla="*/ 2070 w 3450"/>
                <a:gd name="p0y230" fmla="*/ 0 h 15"/>
                <a:gd name="p0x231" fmla="*/ 2100 w 3450"/>
                <a:gd name="p0y231" fmla="*/ 0 h 15"/>
                <a:gd name="p0x232" fmla="*/ 2100 w 3450"/>
                <a:gd name="p0y232" fmla="*/ 15 h 15"/>
                <a:gd name="p0x233" fmla="*/ 2070 w 3450"/>
                <a:gd name="p0y233" fmla="*/ 15 h 15"/>
                <a:gd name="p0x234" fmla="*/ 2070 w 3450"/>
                <a:gd name="p0y234" fmla="*/ 0 h 15"/>
                <a:gd name="p0x235" fmla="*/ 2115 w 3450"/>
                <a:gd name="p0y235" fmla="*/ 0 h 15"/>
                <a:gd name="p0x236" fmla="*/ 2145 w 3450"/>
                <a:gd name="p0y236" fmla="*/ 0 h 15"/>
                <a:gd name="p0x237" fmla="*/ 2145 w 3450"/>
                <a:gd name="p0y237" fmla="*/ 15 h 15"/>
                <a:gd name="p0x238" fmla="*/ 2115 w 3450"/>
                <a:gd name="p0y238" fmla="*/ 15 h 15"/>
                <a:gd name="p0x239" fmla="*/ 2115 w 3450"/>
                <a:gd name="p0y239" fmla="*/ 0 h 15"/>
                <a:gd name="p0x240" fmla="*/ 2160 w 3450"/>
                <a:gd name="p0y240" fmla="*/ 0 h 15"/>
                <a:gd name="p0x241" fmla="*/ 2190 w 3450"/>
                <a:gd name="p0y241" fmla="*/ 0 h 15"/>
                <a:gd name="p0x242" fmla="*/ 2190 w 3450"/>
                <a:gd name="p0y242" fmla="*/ 15 h 15"/>
                <a:gd name="p0x243" fmla="*/ 2160 w 3450"/>
                <a:gd name="p0y243" fmla="*/ 15 h 15"/>
                <a:gd name="p0x244" fmla="*/ 2160 w 3450"/>
                <a:gd name="p0y244" fmla="*/ 0 h 15"/>
                <a:gd name="p0x245" fmla="*/ 2205 w 3450"/>
                <a:gd name="p0y245" fmla="*/ 0 h 15"/>
                <a:gd name="p0x246" fmla="*/ 2235 w 3450"/>
                <a:gd name="p0y246" fmla="*/ 0 h 15"/>
                <a:gd name="p0x247" fmla="*/ 2235 w 3450"/>
                <a:gd name="p0y247" fmla="*/ 15 h 15"/>
                <a:gd name="p0x248" fmla="*/ 2205 w 3450"/>
                <a:gd name="p0y248" fmla="*/ 15 h 15"/>
                <a:gd name="p0x249" fmla="*/ 2205 w 3450"/>
                <a:gd name="p0y249" fmla="*/ 0 h 15"/>
                <a:gd name="p0x250" fmla="*/ 2250 w 3450"/>
                <a:gd name="p0y250" fmla="*/ 0 h 15"/>
                <a:gd name="p0x251" fmla="*/ 2280 w 3450"/>
                <a:gd name="p0y251" fmla="*/ 0 h 15"/>
                <a:gd name="p0x252" fmla="*/ 2280 w 3450"/>
                <a:gd name="p0y252" fmla="*/ 15 h 15"/>
                <a:gd name="p0x253" fmla="*/ 2250 w 3450"/>
                <a:gd name="p0y253" fmla="*/ 15 h 15"/>
                <a:gd name="p0x254" fmla="*/ 2250 w 3450"/>
                <a:gd name="p0y254" fmla="*/ 0 h 15"/>
                <a:gd name="p0x255" fmla="*/ 2295 w 3450"/>
                <a:gd name="p0y255" fmla="*/ 0 h 15"/>
                <a:gd name="p0x256" fmla="*/ 2325 w 3450"/>
                <a:gd name="p0y256" fmla="*/ 0 h 15"/>
                <a:gd name="p0x257" fmla="*/ 2325 w 3450"/>
                <a:gd name="p0y257" fmla="*/ 15 h 15"/>
                <a:gd name="p0x258" fmla="*/ 2295 w 3450"/>
                <a:gd name="p0y258" fmla="*/ 15 h 15"/>
                <a:gd name="p0x259" fmla="*/ 2295 w 3450"/>
                <a:gd name="p0y259" fmla="*/ 0 h 15"/>
                <a:gd name="p0x260" fmla="*/ 2340 w 3450"/>
                <a:gd name="p0y260" fmla="*/ 0 h 15"/>
                <a:gd name="p0x261" fmla="*/ 2370 w 3450"/>
                <a:gd name="p0y261" fmla="*/ 0 h 15"/>
                <a:gd name="p0x262" fmla="*/ 2370 w 3450"/>
                <a:gd name="p0y262" fmla="*/ 15 h 15"/>
                <a:gd name="p0x263" fmla="*/ 2340 w 3450"/>
                <a:gd name="p0y263" fmla="*/ 15 h 15"/>
                <a:gd name="p0x264" fmla="*/ 2340 w 3450"/>
                <a:gd name="p0y264" fmla="*/ 0 h 15"/>
                <a:gd name="p0x265" fmla="*/ 2385 w 3450"/>
                <a:gd name="p0y265" fmla="*/ 0 h 15"/>
                <a:gd name="p0x266" fmla="*/ 2415 w 3450"/>
                <a:gd name="p0y266" fmla="*/ 0 h 15"/>
                <a:gd name="p0x267" fmla="*/ 2415 w 3450"/>
                <a:gd name="p0y267" fmla="*/ 15 h 15"/>
                <a:gd name="p0x268" fmla="*/ 2385 w 3450"/>
                <a:gd name="p0y268" fmla="*/ 15 h 15"/>
                <a:gd name="p0x269" fmla="*/ 2385 w 3450"/>
                <a:gd name="p0y269" fmla="*/ 0 h 15"/>
                <a:gd name="p0x270" fmla="*/ 2430 w 3450"/>
                <a:gd name="p0y270" fmla="*/ 0 h 15"/>
                <a:gd name="p0x271" fmla="*/ 2460 w 3450"/>
                <a:gd name="p0y271" fmla="*/ 0 h 15"/>
                <a:gd name="p0x272" fmla="*/ 2460 w 3450"/>
                <a:gd name="p0y272" fmla="*/ 15 h 15"/>
                <a:gd name="p0x273" fmla="*/ 2430 w 3450"/>
                <a:gd name="p0y273" fmla="*/ 15 h 15"/>
                <a:gd name="p0x274" fmla="*/ 2430 w 3450"/>
                <a:gd name="p0y274" fmla="*/ 0 h 15"/>
                <a:gd name="p0x275" fmla="*/ 2475 w 3450"/>
                <a:gd name="p0y275" fmla="*/ 0 h 15"/>
                <a:gd name="p0x276" fmla="*/ 2505 w 3450"/>
                <a:gd name="p0y276" fmla="*/ 0 h 15"/>
                <a:gd name="p0x277" fmla="*/ 2505 w 3450"/>
                <a:gd name="p0y277" fmla="*/ 15 h 15"/>
                <a:gd name="p0x278" fmla="*/ 2475 w 3450"/>
                <a:gd name="p0y278" fmla="*/ 15 h 15"/>
                <a:gd name="p0x279" fmla="*/ 2475 w 3450"/>
                <a:gd name="p0y279" fmla="*/ 0 h 15"/>
                <a:gd name="p0x280" fmla="*/ 2520 w 3450"/>
                <a:gd name="p0y280" fmla="*/ 0 h 15"/>
                <a:gd name="p0x281" fmla="*/ 2550 w 3450"/>
                <a:gd name="p0y281" fmla="*/ 0 h 15"/>
                <a:gd name="p0x282" fmla="*/ 2550 w 3450"/>
                <a:gd name="p0y282" fmla="*/ 15 h 15"/>
                <a:gd name="p0x283" fmla="*/ 2520 w 3450"/>
                <a:gd name="p0y283" fmla="*/ 15 h 15"/>
                <a:gd name="p0x284" fmla="*/ 2520 w 3450"/>
                <a:gd name="p0y284" fmla="*/ 0 h 15"/>
                <a:gd name="p0x285" fmla="*/ 2565 w 3450"/>
                <a:gd name="p0y285" fmla="*/ 0 h 15"/>
                <a:gd name="p0x286" fmla="*/ 2595 w 3450"/>
                <a:gd name="p0y286" fmla="*/ 0 h 15"/>
                <a:gd name="p0x287" fmla="*/ 2595 w 3450"/>
                <a:gd name="p0y287" fmla="*/ 15 h 15"/>
                <a:gd name="p0x288" fmla="*/ 2565 w 3450"/>
                <a:gd name="p0y288" fmla="*/ 15 h 15"/>
                <a:gd name="p0x289" fmla="*/ 2565 w 3450"/>
                <a:gd name="p0y289" fmla="*/ 0 h 15"/>
                <a:gd name="p0x290" fmla="*/ 2610 w 3450"/>
                <a:gd name="p0y290" fmla="*/ 0 h 15"/>
                <a:gd name="p0x291" fmla="*/ 2640 w 3450"/>
                <a:gd name="p0y291" fmla="*/ 0 h 15"/>
                <a:gd name="p0x292" fmla="*/ 2640 w 3450"/>
                <a:gd name="p0y292" fmla="*/ 15 h 15"/>
                <a:gd name="p0x293" fmla="*/ 2610 w 3450"/>
                <a:gd name="p0y293" fmla="*/ 15 h 15"/>
                <a:gd name="p0x294" fmla="*/ 2610 w 3450"/>
                <a:gd name="p0y294" fmla="*/ 0 h 15"/>
                <a:gd name="p0x295" fmla="*/ 2655 w 3450"/>
                <a:gd name="p0y295" fmla="*/ 0 h 15"/>
                <a:gd name="p0x296" fmla="*/ 2685 w 3450"/>
                <a:gd name="p0y296" fmla="*/ 0 h 15"/>
                <a:gd name="p0x297" fmla="*/ 2685 w 3450"/>
                <a:gd name="p0y297" fmla="*/ 15 h 15"/>
                <a:gd name="p0x298" fmla="*/ 2655 w 3450"/>
                <a:gd name="p0y298" fmla="*/ 15 h 15"/>
                <a:gd name="p0x299" fmla="*/ 2655 w 3450"/>
                <a:gd name="p0y299" fmla="*/ 0 h 15"/>
                <a:gd name="p0x300" fmla="*/ 2700 w 3450"/>
                <a:gd name="p0y300" fmla="*/ 0 h 15"/>
                <a:gd name="p0x301" fmla="*/ 2730 w 3450"/>
                <a:gd name="p0y301" fmla="*/ 0 h 15"/>
                <a:gd name="p0x302" fmla="*/ 2730 w 3450"/>
                <a:gd name="p0y302" fmla="*/ 15 h 15"/>
                <a:gd name="p0x303" fmla="*/ 2700 w 3450"/>
                <a:gd name="p0y303" fmla="*/ 15 h 15"/>
                <a:gd name="p0x304" fmla="*/ 2700 w 3450"/>
                <a:gd name="p0y304" fmla="*/ 0 h 15"/>
                <a:gd name="p0x305" fmla="*/ 2745 w 3450"/>
                <a:gd name="p0y305" fmla="*/ 0 h 15"/>
                <a:gd name="p0x306" fmla="*/ 2775 w 3450"/>
                <a:gd name="p0y306" fmla="*/ 0 h 15"/>
                <a:gd name="p0x307" fmla="*/ 2775 w 3450"/>
                <a:gd name="p0y307" fmla="*/ 15 h 15"/>
                <a:gd name="p0x308" fmla="*/ 2745 w 3450"/>
                <a:gd name="p0y308" fmla="*/ 15 h 15"/>
                <a:gd name="p0x309" fmla="*/ 2745 w 3450"/>
                <a:gd name="p0y309" fmla="*/ 0 h 15"/>
                <a:gd name="p0x310" fmla="*/ 2790 w 3450"/>
                <a:gd name="p0y310" fmla="*/ 0 h 15"/>
                <a:gd name="p0x311" fmla="*/ 2820 w 3450"/>
                <a:gd name="p0y311" fmla="*/ 0 h 15"/>
                <a:gd name="p0x312" fmla="*/ 2820 w 3450"/>
                <a:gd name="p0y312" fmla="*/ 15 h 15"/>
                <a:gd name="p0x313" fmla="*/ 2790 w 3450"/>
                <a:gd name="p0y313" fmla="*/ 15 h 15"/>
                <a:gd name="p0x314" fmla="*/ 2790 w 3450"/>
                <a:gd name="p0y314" fmla="*/ 0 h 15"/>
                <a:gd name="p0x315" fmla="*/ 2835 w 3450"/>
                <a:gd name="p0y315" fmla="*/ 0 h 15"/>
                <a:gd name="p0x316" fmla="*/ 2865 w 3450"/>
                <a:gd name="p0y316" fmla="*/ 0 h 15"/>
                <a:gd name="p0x317" fmla="*/ 2865 w 3450"/>
                <a:gd name="p0y317" fmla="*/ 15 h 15"/>
                <a:gd name="p0x318" fmla="*/ 2835 w 3450"/>
                <a:gd name="p0y318" fmla="*/ 15 h 15"/>
                <a:gd name="p0x319" fmla="*/ 2835 w 3450"/>
                <a:gd name="p0y319" fmla="*/ 0 h 15"/>
                <a:gd name="p0x320" fmla="*/ 2880 w 3450"/>
                <a:gd name="p0y320" fmla="*/ 0 h 15"/>
                <a:gd name="p0x321" fmla="*/ 2910 w 3450"/>
                <a:gd name="p0y321" fmla="*/ 0 h 15"/>
                <a:gd name="p0x322" fmla="*/ 2910 w 3450"/>
                <a:gd name="p0y322" fmla="*/ 15 h 15"/>
                <a:gd name="p0x323" fmla="*/ 2880 w 3450"/>
                <a:gd name="p0y323" fmla="*/ 15 h 15"/>
                <a:gd name="p0x324" fmla="*/ 2880 w 3450"/>
                <a:gd name="p0y324" fmla="*/ 0 h 15"/>
                <a:gd name="p0x325" fmla="*/ 2925 w 3450"/>
                <a:gd name="p0y325" fmla="*/ 0 h 15"/>
                <a:gd name="p0x326" fmla="*/ 2955 w 3450"/>
                <a:gd name="p0y326" fmla="*/ 0 h 15"/>
                <a:gd name="p0x327" fmla="*/ 2955 w 3450"/>
                <a:gd name="p0y327" fmla="*/ 15 h 15"/>
                <a:gd name="p0x328" fmla="*/ 2925 w 3450"/>
                <a:gd name="p0y328" fmla="*/ 15 h 15"/>
                <a:gd name="p0x329" fmla="*/ 2925 w 3450"/>
                <a:gd name="p0y329" fmla="*/ 0 h 15"/>
                <a:gd name="p0x330" fmla="*/ 2970 w 3450"/>
                <a:gd name="p0y330" fmla="*/ 0 h 15"/>
                <a:gd name="p0x331" fmla="*/ 3000 w 3450"/>
                <a:gd name="p0y331" fmla="*/ 0 h 15"/>
                <a:gd name="p0x332" fmla="*/ 3000 w 3450"/>
                <a:gd name="p0y332" fmla="*/ 15 h 15"/>
                <a:gd name="p0x333" fmla="*/ 2970 w 3450"/>
                <a:gd name="p0y333" fmla="*/ 15 h 15"/>
                <a:gd name="p0x334" fmla="*/ 2970 w 3450"/>
                <a:gd name="p0y334" fmla="*/ 0 h 15"/>
                <a:gd name="p0x335" fmla="*/ 3015 w 3450"/>
                <a:gd name="p0y335" fmla="*/ 0 h 15"/>
                <a:gd name="p0x336" fmla="*/ 3045 w 3450"/>
                <a:gd name="p0y336" fmla="*/ 0 h 15"/>
                <a:gd name="p0x337" fmla="*/ 3045 w 3450"/>
                <a:gd name="p0y337" fmla="*/ 15 h 15"/>
                <a:gd name="p0x338" fmla="*/ 3015 w 3450"/>
                <a:gd name="p0y338" fmla="*/ 15 h 15"/>
                <a:gd name="p0x339" fmla="*/ 3015 w 3450"/>
                <a:gd name="p0y339" fmla="*/ 0 h 15"/>
                <a:gd name="p0x340" fmla="*/ 3060 w 3450"/>
                <a:gd name="p0y340" fmla="*/ 0 h 15"/>
                <a:gd name="p0x341" fmla="*/ 3090 w 3450"/>
                <a:gd name="p0y341" fmla="*/ 0 h 15"/>
                <a:gd name="p0x342" fmla="*/ 3090 w 3450"/>
                <a:gd name="p0y342" fmla="*/ 15 h 15"/>
                <a:gd name="p0x343" fmla="*/ 3060 w 3450"/>
                <a:gd name="p0y343" fmla="*/ 15 h 15"/>
                <a:gd name="p0x344" fmla="*/ 3060 w 3450"/>
                <a:gd name="p0y344" fmla="*/ 0 h 15"/>
                <a:gd name="p0x345" fmla="*/ 3105 w 3450"/>
                <a:gd name="p0y345" fmla="*/ 0 h 15"/>
                <a:gd name="p0x346" fmla="*/ 3135 w 3450"/>
                <a:gd name="p0y346" fmla="*/ 0 h 15"/>
                <a:gd name="p0x347" fmla="*/ 3135 w 3450"/>
                <a:gd name="p0y347" fmla="*/ 15 h 15"/>
                <a:gd name="p0x348" fmla="*/ 3105 w 3450"/>
                <a:gd name="p0y348" fmla="*/ 15 h 15"/>
                <a:gd name="p0x349" fmla="*/ 3105 w 3450"/>
                <a:gd name="p0y349" fmla="*/ 0 h 15"/>
                <a:gd name="p0x350" fmla="*/ 3150 w 3450"/>
                <a:gd name="p0y350" fmla="*/ 0 h 15"/>
                <a:gd name="p0x351" fmla="*/ 3180 w 3450"/>
                <a:gd name="p0y351" fmla="*/ 0 h 15"/>
                <a:gd name="p0x352" fmla="*/ 3180 w 3450"/>
                <a:gd name="p0y352" fmla="*/ 15 h 15"/>
                <a:gd name="p0x353" fmla="*/ 3150 w 3450"/>
                <a:gd name="p0y353" fmla="*/ 15 h 15"/>
                <a:gd name="p0x354" fmla="*/ 3150 w 3450"/>
                <a:gd name="p0y354" fmla="*/ 0 h 15"/>
                <a:gd name="p0x355" fmla="*/ 3195 w 3450"/>
                <a:gd name="p0y355" fmla="*/ 0 h 15"/>
                <a:gd name="p0x356" fmla="*/ 3225 w 3450"/>
                <a:gd name="p0y356" fmla="*/ 0 h 15"/>
                <a:gd name="p0x357" fmla="*/ 3225 w 3450"/>
                <a:gd name="p0y357" fmla="*/ 15 h 15"/>
                <a:gd name="p0x358" fmla="*/ 3195 w 3450"/>
                <a:gd name="p0y358" fmla="*/ 15 h 15"/>
                <a:gd name="p0x359" fmla="*/ 3195 w 3450"/>
                <a:gd name="p0y359" fmla="*/ 0 h 15"/>
                <a:gd name="p0x360" fmla="*/ 3240 w 3450"/>
                <a:gd name="p0y360" fmla="*/ 0 h 15"/>
                <a:gd name="p0x361" fmla="*/ 3270 w 3450"/>
                <a:gd name="p0y361" fmla="*/ 0 h 15"/>
                <a:gd name="p0x362" fmla="*/ 3270 w 3450"/>
                <a:gd name="p0y362" fmla="*/ 15 h 15"/>
                <a:gd name="p0x363" fmla="*/ 3240 w 3450"/>
                <a:gd name="p0y363" fmla="*/ 15 h 15"/>
                <a:gd name="p0x364" fmla="*/ 3240 w 3450"/>
                <a:gd name="p0y364" fmla="*/ 0 h 15"/>
                <a:gd name="p0x365" fmla="*/ 3285 w 3450"/>
                <a:gd name="p0y365" fmla="*/ 0 h 15"/>
                <a:gd name="p0x366" fmla="*/ 3315 w 3450"/>
                <a:gd name="p0y366" fmla="*/ 0 h 15"/>
                <a:gd name="p0x367" fmla="*/ 3315 w 3450"/>
                <a:gd name="p0y367" fmla="*/ 15 h 15"/>
                <a:gd name="p0x368" fmla="*/ 3285 w 3450"/>
                <a:gd name="p0y368" fmla="*/ 15 h 15"/>
                <a:gd name="p0x369" fmla="*/ 3285 w 3450"/>
                <a:gd name="p0y369" fmla="*/ 0 h 15"/>
                <a:gd name="p0x370" fmla="*/ 3330 w 3450"/>
                <a:gd name="p0y370" fmla="*/ 0 h 15"/>
                <a:gd name="p0x371" fmla="*/ 3360 w 3450"/>
                <a:gd name="p0y371" fmla="*/ 0 h 15"/>
                <a:gd name="p0x372" fmla="*/ 3360 w 3450"/>
                <a:gd name="p0y372" fmla="*/ 15 h 15"/>
                <a:gd name="p0x373" fmla="*/ 3330 w 3450"/>
                <a:gd name="p0y373" fmla="*/ 15 h 15"/>
                <a:gd name="p0x374" fmla="*/ 3330 w 3450"/>
                <a:gd name="p0y374" fmla="*/ 0 h 15"/>
                <a:gd name="p0x375" fmla="*/ 3375 w 3450"/>
                <a:gd name="p0y375" fmla="*/ 0 h 15"/>
                <a:gd name="p0x376" fmla="*/ 3405 w 3450"/>
                <a:gd name="p0y376" fmla="*/ 0 h 15"/>
                <a:gd name="p0x377" fmla="*/ 3405 w 3450"/>
                <a:gd name="p0y377" fmla="*/ 15 h 15"/>
                <a:gd name="p0x378" fmla="*/ 3375 w 3450"/>
                <a:gd name="p0y378" fmla="*/ 15 h 15"/>
                <a:gd name="p0x379" fmla="*/ 3375 w 3450"/>
                <a:gd name="p0y379" fmla="*/ 0 h 15"/>
                <a:gd name="p0x380" fmla="*/ 3420 w 3450"/>
                <a:gd name="p0y380" fmla="*/ 0 h 15"/>
                <a:gd name="p0x381" fmla="*/ 3450 w 3450"/>
                <a:gd name="p0y381" fmla="*/ 0 h 15"/>
                <a:gd name="p0x382" fmla="*/ 3450 w 3450"/>
                <a:gd name="p0y382" fmla="*/ 15 h 15"/>
                <a:gd name="p0x383" fmla="*/ 3420 w 3450"/>
                <a:gd name="p0y383" fmla="*/ 15 h 15"/>
                <a:gd name="p0x384" fmla="*/ 3420 w 3450"/>
                <a:gd name="p0y384" fmla="*/ 0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moveTo>
                    <a:pt x="p0x5" y="p0y5"/>
                  </a:moveTo>
                  <a:lnTo>
                    <a:pt x="p0x6" y="p0y6"/>
                  </a:lnTo>
                  <a:lnTo>
                    <a:pt x="p0x7" y="p0y7"/>
                  </a:lnTo>
                  <a:lnTo>
                    <a:pt x="p0x8" y="p0y8"/>
                  </a:lnTo>
                  <a:lnTo>
                    <a:pt x="p0x9" y="p0y9"/>
                  </a:lnTo>
                  <a:moveTo>
                    <a:pt x="p0x10" y="p0y10"/>
                  </a:moveTo>
                  <a:lnTo>
                    <a:pt x="p0x11" y="p0y11"/>
                  </a:lnTo>
                  <a:lnTo>
                    <a:pt x="p0x12" y="p0y12"/>
                  </a:lnTo>
                  <a:lnTo>
                    <a:pt x="p0x13" y="p0y13"/>
                  </a:lnTo>
                  <a:lnTo>
                    <a:pt x="p0x14" y="p0y14"/>
                  </a:lnTo>
                  <a:moveTo>
                    <a:pt x="p0x15" y="p0y15"/>
                  </a:moveTo>
                  <a:lnTo>
                    <a:pt x="p0x16" y="p0y16"/>
                  </a:lnTo>
                  <a:lnTo>
                    <a:pt x="p0x17" y="p0y17"/>
                  </a:lnTo>
                  <a:lnTo>
                    <a:pt x="p0x18" y="p0y18"/>
                  </a:lnTo>
                  <a:lnTo>
                    <a:pt x="p0x19" y="p0y19"/>
                  </a:lnTo>
                  <a:moveTo>
                    <a:pt x="p0x20" y="p0y20"/>
                  </a:moveTo>
                  <a:lnTo>
                    <a:pt x="p0x21" y="p0y21"/>
                  </a:lnTo>
                  <a:lnTo>
                    <a:pt x="p0x22" y="p0y22"/>
                  </a:lnTo>
                  <a:lnTo>
                    <a:pt x="p0x23" y="p0y23"/>
                  </a:lnTo>
                  <a:lnTo>
                    <a:pt x="p0x24" y="p0y24"/>
                  </a:lnTo>
                  <a:moveTo>
                    <a:pt x="p0x25" y="p0y25"/>
                  </a:moveTo>
                  <a:lnTo>
                    <a:pt x="p0x26" y="p0y26"/>
                  </a:lnTo>
                  <a:lnTo>
                    <a:pt x="p0x27" y="p0y27"/>
                  </a:lnTo>
                  <a:lnTo>
                    <a:pt x="p0x28" y="p0y28"/>
                  </a:lnTo>
                  <a:lnTo>
                    <a:pt x="p0x29" y="p0y29"/>
                  </a:lnTo>
                  <a:moveTo>
                    <a:pt x="p0x30" y="p0y30"/>
                  </a:moveTo>
                  <a:lnTo>
                    <a:pt x="p0x31" y="p0y31"/>
                  </a:lnTo>
                  <a:lnTo>
                    <a:pt x="p0x32" y="p0y32"/>
                  </a:lnTo>
                  <a:lnTo>
                    <a:pt x="p0x33" y="p0y33"/>
                  </a:lnTo>
                  <a:lnTo>
                    <a:pt x="p0x34" y="p0y34"/>
                  </a:lnTo>
                  <a:moveTo>
                    <a:pt x="p0x35" y="p0y35"/>
                  </a:moveTo>
                  <a:lnTo>
                    <a:pt x="p0x36" y="p0y36"/>
                  </a:lnTo>
                  <a:lnTo>
                    <a:pt x="p0x37" y="p0y37"/>
                  </a:lnTo>
                  <a:lnTo>
                    <a:pt x="p0x38" y="p0y38"/>
                  </a:lnTo>
                  <a:lnTo>
                    <a:pt x="p0x39" y="p0y39"/>
                  </a:lnTo>
                  <a:moveTo>
                    <a:pt x="p0x40" y="p0y40"/>
                  </a:moveTo>
                  <a:lnTo>
                    <a:pt x="p0x41" y="p0y41"/>
                  </a:lnTo>
                  <a:lnTo>
                    <a:pt x="p0x42" y="p0y42"/>
                  </a:lnTo>
                  <a:lnTo>
                    <a:pt x="p0x43" y="p0y43"/>
                  </a:lnTo>
                  <a:lnTo>
                    <a:pt x="p0x44" y="p0y44"/>
                  </a:lnTo>
                  <a:moveTo>
                    <a:pt x="p0x45" y="p0y45"/>
                  </a:moveTo>
                  <a:lnTo>
                    <a:pt x="p0x46" y="p0y46"/>
                  </a:lnTo>
                  <a:lnTo>
                    <a:pt x="p0x47" y="p0y47"/>
                  </a:lnTo>
                  <a:lnTo>
                    <a:pt x="p0x48" y="p0y48"/>
                  </a:lnTo>
                  <a:lnTo>
                    <a:pt x="p0x49" y="p0y49"/>
                  </a:lnTo>
                  <a:moveTo>
                    <a:pt x="p0x50" y="p0y50"/>
                  </a:moveTo>
                  <a:lnTo>
                    <a:pt x="p0x51" y="p0y51"/>
                  </a:lnTo>
                  <a:lnTo>
                    <a:pt x="p0x52" y="p0y52"/>
                  </a:lnTo>
                  <a:lnTo>
                    <a:pt x="p0x53" y="p0y53"/>
                  </a:lnTo>
                  <a:lnTo>
                    <a:pt x="p0x54" y="p0y54"/>
                  </a:lnTo>
                  <a:moveTo>
                    <a:pt x="p0x55" y="p0y55"/>
                  </a:moveTo>
                  <a:lnTo>
                    <a:pt x="p0x56" y="p0y56"/>
                  </a:lnTo>
                  <a:lnTo>
                    <a:pt x="p0x57" y="p0y57"/>
                  </a:lnTo>
                  <a:lnTo>
                    <a:pt x="p0x58" y="p0y58"/>
                  </a:lnTo>
                  <a:lnTo>
                    <a:pt x="p0x59" y="p0y59"/>
                  </a:lnTo>
                  <a:moveTo>
                    <a:pt x="p0x60" y="p0y60"/>
                  </a:moveTo>
                  <a:lnTo>
                    <a:pt x="p0x61" y="p0y61"/>
                  </a:lnTo>
                  <a:lnTo>
                    <a:pt x="p0x62" y="p0y62"/>
                  </a:lnTo>
                  <a:lnTo>
                    <a:pt x="p0x63" y="p0y63"/>
                  </a:lnTo>
                  <a:lnTo>
                    <a:pt x="p0x64" y="p0y64"/>
                  </a:lnTo>
                  <a:moveTo>
                    <a:pt x="p0x65" y="p0y65"/>
                  </a:moveTo>
                  <a:lnTo>
                    <a:pt x="p0x66" y="p0y66"/>
                  </a:lnTo>
                  <a:lnTo>
                    <a:pt x="p0x67" y="p0y67"/>
                  </a:lnTo>
                  <a:lnTo>
                    <a:pt x="p0x68" y="p0y68"/>
                  </a:lnTo>
                  <a:lnTo>
                    <a:pt x="p0x69" y="p0y69"/>
                  </a:lnTo>
                  <a:moveTo>
                    <a:pt x="p0x70" y="p0y70"/>
                  </a:moveTo>
                  <a:lnTo>
                    <a:pt x="p0x71" y="p0y71"/>
                  </a:lnTo>
                  <a:lnTo>
                    <a:pt x="p0x72" y="p0y72"/>
                  </a:lnTo>
                  <a:lnTo>
                    <a:pt x="p0x73" y="p0y73"/>
                  </a:lnTo>
                  <a:lnTo>
                    <a:pt x="p0x74" y="p0y74"/>
                  </a:lnTo>
                  <a:moveTo>
                    <a:pt x="p0x75" y="p0y75"/>
                  </a:moveTo>
                  <a:lnTo>
                    <a:pt x="p0x76" y="p0y76"/>
                  </a:lnTo>
                  <a:lnTo>
                    <a:pt x="p0x77" y="p0y77"/>
                  </a:lnTo>
                  <a:lnTo>
                    <a:pt x="p0x78" y="p0y78"/>
                  </a:lnTo>
                  <a:lnTo>
                    <a:pt x="p0x79" y="p0y79"/>
                  </a:lnTo>
                  <a:moveTo>
                    <a:pt x="p0x80" y="p0y80"/>
                  </a:moveTo>
                  <a:lnTo>
                    <a:pt x="p0x81" y="p0y81"/>
                  </a:lnTo>
                  <a:lnTo>
                    <a:pt x="p0x82" y="p0y82"/>
                  </a:lnTo>
                  <a:lnTo>
                    <a:pt x="p0x83" y="p0y83"/>
                  </a:lnTo>
                  <a:lnTo>
                    <a:pt x="p0x84" y="p0y84"/>
                  </a:lnTo>
                  <a:moveTo>
                    <a:pt x="p0x85" y="p0y85"/>
                  </a:moveTo>
                  <a:lnTo>
                    <a:pt x="p0x86" y="p0y86"/>
                  </a:lnTo>
                  <a:lnTo>
                    <a:pt x="p0x87" y="p0y87"/>
                  </a:lnTo>
                  <a:lnTo>
                    <a:pt x="p0x88" y="p0y88"/>
                  </a:lnTo>
                  <a:lnTo>
                    <a:pt x="p0x89" y="p0y89"/>
                  </a:lnTo>
                  <a:moveTo>
                    <a:pt x="p0x90" y="p0y90"/>
                  </a:moveTo>
                  <a:lnTo>
                    <a:pt x="p0x91" y="p0y91"/>
                  </a:lnTo>
                  <a:lnTo>
                    <a:pt x="p0x92" y="p0y92"/>
                  </a:lnTo>
                  <a:lnTo>
                    <a:pt x="p0x93" y="p0y93"/>
                  </a:lnTo>
                  <a:lnTo>
                    <a:pt x="p0x94" y="p0y94"/>
                  </a:lnTo>
                  <a:moveTo>
                    <a:pt x="p0x95" y="p0y95"/>
                  </a:moveTo>
                  <a:lnTo>
                    <a:pt x="p0x96" y="p0y96"/>
                  </a:lnTo>
                  <a:lnTo>
                    <a:pt x="p0x97" y="p0y97"/>
                  </a:lnTo>
                  <a:lnTo>
                    <a:pt x="p0x98" y="p0y98"/>
                  </a:lnTo>
                  <a:lnTo>
                    <a:pt x="p0x99" y="p0y99"/>
                  </a:lnTo>
                  <a:moveTo>
                    <a:pt x="p0x100" y="p0y100"/>
                  </a:moveTo>
                  <a:lnTo>
                    <a:pt x="p0x101" y="p0y101"/>
                  </a:lnTo>
                  <a:lnTo>
                    <a:pt x="p0x102" y="p0y102"/>
                  </a:lnTo>
                  <a:lnTo>
                    <a:pt x="p0x103" y="p0y103"/>
                  </a:lnTo>
                  <a:lnTo>
                    <a:pt x="p0x104" y="p0y104"/>
                  </a:lnTo>
                  <a:moveTo>
                    <a:pt x="p0x105" y="p0y105"/>
                  </a:moveTo>
                  <a:lnTo>
                    <a:pt x="p0x106" y="p0y106"/>
                  </a:lnTo>
                  <a:lnTo>
                    <a:pt x="p0x107" y="p0y107"/>
                  </a:lnTo>
                  <a:lnTo>
                    <a:pt x="p0x108" y="p0y108"/>
                  </a:lnTo>
                  <a:lnTo>
                    <a:pt x="p0x109" y="p0y109"/>
                  </a:lnTo>
                  <a:moveTo>
                    <a:pt x="p0x110" y="p0y110"/>
                  </a:moveTo>
                  <a:lnTo>
                    <a:pt x="p0x111" y="p0y111"/>
                  </a:lnTo>
                  <a:lnTo>
                    <a:pt x="p0x112" y="p0y112"/>
                  </a:lnTo>
                  <a:lnTo>
                    <a:pt x="p0x113" y="p0y113"/>
                  </a:lnTo>
                  <a:lnTo>
                    <a:pt x="p0x114" y="p0y114"/>
                  </a:lnTo>
                  <a:moveTo>
                    <a:pt x="p0x115" y="p0y115"/>
                  </a:moveTo>
                  <a:lnTo>
                    <a:pt x="p0x116" y="p0y116"/>
                  </a:lnTo>
                  <a:lnTo>
                    <a:pt x="p0x117" y="p0y117"/>
                  </a:lnTo>
                  <a:lnTo>
                    <a:pt x="p0x118" y="p0y118"/>
                  </a:lnTo>
                  <a:lnTo>
                    <a:pt x="p0x119" y="p0y119"/>
                  </a:lnTo>
                  <a:moveTo>
                    <a:pt x="p0x120" y="p0y120"/>
                  </a:moveTo>
                  <a:lnTo>
                    <a:pt x="p0x121" y="p0y121"/>
                  </a:lnTo>
                  <a:lnTo>
                    <a:pt x="p0x122" y="p0y122"/>
                  </a:lnTo>
                  <a:lnTo>
                    <a:pt x="p0x123" y="p0y123"/>
                  </a:lnTo>
                  <a:lnTo>
                    <a:pt x="p0x124" y="p0y124"/>
                  </a:lnTo>
                  <a:moveTo>
                    <a:pt x="p0x125" y="p0y125"/>
                  </a:moveTo>
                  <a:lnTo>
                    <a:pt x="p0x126" y="p0y126"/>
                  </a:lnTo>
                  <a:lnTo>
                    <a:pt x="p0x127" y="p0y127"/>
                  </a:lnTo>
                  <a:lnTo>
                    <a:pt x="p0x128" y="p0y128"/>
                  </a:lnTo>
                  <a:lnTo>
                    <a:pt x="p0x129" y="p0y129"/>
                  </a:lnTo>
                  <a:moveTo>
                    <a:pt x="p0x130" y="p0y130"/>
                  </a:moveTo>
                  <a:lnTo>
                    <a:pt x="p0x131" y="p0y131"/>
                  </a:lnTo>
                  <a:lnTo>
                    <a:pt x="p0x132" y="p0y132"/>
                  </a:lnTo>
                  <a:lnTo>
                    <a:pt x="p0x133" y="p0y133"/>
                  </a:lnTo>
                  <a:lnTo>
                    <a:pt x="p0x134" y="p0y134"/>
                  </a:lnTo>
                  <a:moveTo>
                    <a:pt x="p0x135" y="p0y135"/>
                  </a:moveTo>
                  <a:lnTo>
                    <a:pt x="p0x136" y="p0y136"/>
                  </a:lnTo>
                  <a:lnTo>
                    <a:pt x="p0x137" y="p0y137"/>
                  </a:lnTo>
                  <a:lnTo>
                    <a:pt x="p0x138" y="p0y138"/>
                  </a:lnTo>
                  <a:lnTo>
                    <a:pt x="p0x139" y="p0y139"/>
                  </a:lnTo>
                  <a:moveTo>
                    <a:pt x="p0x140" y="p0y140"/>
                  </a:moveTo>
                  <a:lnTo>
                    <a:pt x="p0x141" y="p0y141"/>
                  </a:lnTo>
                  <a:lnTo>
                    <a:pt x="p0x142" y="p0y142"/>
                  </a:lnTo>
                  <a:lnTo>
                    <a:pt x="p0x143" y="p0y143"/>
                  </a:lnTo>
                  <a:lnTo>
                    <a:pt x="p0x144" y="p0y144"/>
                  </a:lnTo>
                  <a:moveTo>
                    <a:pt x="p0x145" y="p0y145"/>
                  </a:moveTo>
                  <a:lnTo>
                    <a:pt x="p0x146" y="p0y146"/>
                  </a:lnTo>
                  <a:lnTo>
                    <a:pt x="p0x147" y="p0y147"/>
                  </a:lnTo>
                  <a:lnTo>
                    <a:pt x="p0x148" y="p0y148"/>
                  </a:lnTo>
                  <a:lnTo>
                    <a:pt x="p0x149" y="p0y149"/>
                  </a:lnTo>
                  <a:moveTo>
                    <a:pt x="p0x150" y="p0y150"/>
                  </a:moveTo>
                  <a:lnTo>
                    <a:pt x="p0x151" y="p0y151"/>
                  </a:lnTo>
                  <a:lnTo>
                    <a:pt x="p0x152" y="p0y152"/>
                  </a:lnTo>
                  <a:lnTo>
                    <a:pt x="p0x153" y="p0y153"/>
                  </a:lnTo>
                  <a:lnTo>
                    <a:pt x="p0x154" y="p0y154"/>
                  </a:lnTo>
                  <a:moveTo>
                    <a:pt x="p0x155" y="p0y155"/>
                  </a:moveTo>
                  <a:lnTo>
                    <a:pt x="p0x156" y="p0y156"/>
                  </a:lnTo>
                  <a:lnTo>
                    <a:pt x="p0x157" y="p0y157"/>
                  </a:lnTo>
                  <a:lnTo>
                    <a:pt x="p0x158" y="p0y158"/>
                  </a:lnTo>
                  <a:lnTo>
                    <a:pt x="p0x159" y="p0y159"/>
                  </a:lnTo>
                  <a:moveTo>
                    <a:pt x="p0x160" y="p0y160"/>
                  </a:moveTo>
                  <a:lnTo>
                    <a:pt x="p0x161" y="p0y161"/>
                  </a:lnTo>
                  <a:lnTo>
                    <a:pt x="p0x162" y="p0y162"/>
                  </a:lnTo>
                  <a:lnTo>
                    <a:pt x="p0x163" y="p0y163"/>
                  </a:lnTo>
                  <a:lnTo>
                    <a:pt x="p0x164" y="p0y164"/>
                  </a:lnTo>
                  <a:moveTo>
                    <a:pt x="p0x165" y="p0y165"/>
                  </a:moveTo>
                  <a:lnTo>
                    <a:pt x="p0x166" y="p0y166"/>
                  </a:lnTo>
                  <a:lnTo>
                    <a:pt x="p0x167" y="p0y167"/>
                  </a:lnTo>
                  <a:lnTo>
                    <a:pt x="p0x168" y="p0y168"/>
                  </a:lnTo>
                  <a:lnTo>
                    <a:pt x="p0x169" y="p0y169"/>
                  </a:lnTo>
                  <a:moveTo>
                    <a:pt x="p0x170" y="p0y170"/>
                  </a:moveTo>
                  <a:lnTo>
                    <a:pt x="p0x171" y="p0y171"/>
                  </a:lnTo>
                  <a:lnTo>
                    <a:pt x="p0x172" y="p0y172"/>
                  </a:lnTo>
                  <a:lnTo>
                    <a:pt x="p0x173" y="p0y173"/>
                  </a:lnTo>
                  <a:lnTo>
                    <a:pt x="p0x174" y="p0y174"/>
                  </a:lnTo>
                  <a:moveTo>
                    <a:pt x="p0x175" y="p0y175"/>
                  </a:moveTo>
                  <a:lnTo>
                    <a:pt x="p0x176" y="p0y176"/>
                  </a:lnTo>
                  <a:lnTo>
                    <a:pt x="p0x177" y="p0y177"/>
                  </a:lnTo>
                  <a:lnTo>
                    <a:pt x="p0x178" y="p0y178"/>
                  </a:lnTo>
                  <a:lnTo>
                    <a:pt x="p0x179" y="p0y179"/>
                  </a:lnTo>
                  <a:moveTo>
                    <a:pt x="p0x180" y="p0y180"/>
                  </a:moveTo>
                  <a:lnTo>
                    <a:pt x="p0x181" y="p0y181"/>
                  </a:lnTo>
                  <a:lnTo>
                    <a:pt x="p0x182" y="p0y182"/>
                  </a:lnTo>
                  <a:lnTo>
                    <a:pt x="p0x183" y="p0y183"/>
                  </a:lnTo>
                  <a:lnTo>
                    <a:pt x="p0x184" y="p0y184"/>
                  </a:lnTo>
                  <a:moveTo>
                    <a:pt x="p0x185" y="p0y185"/>
                  </a:moveTo>
                  <a:lnTo>
                    <a:pt x="p0x186" y="p0y186"/>
                  </a:lnTo>
                  <a:lnTo>
                    <a:pt x="p0x187" y="p0y187"/>
                  </a:lnTo>
                  <a:lnTo>
                    <a:pt x="p0x188" y="p0y188"/>
                  </a:lnTo>
                  <a:lnTo>
                    <a:pt x="p0x189" y="p0y189"/>
                  </a:lnTo>
                  <a:moveTo>
                    <a:pt x="p0x190" y="p0y190"/>
                  </a:moveTo>
                  <a:lnTo>
                    <a:pt x="p0x191" y="p0y191"/>
                  </a:lnTo>
                  <a:lnTo>
                    <a:pt x="p0x192" y="p0y192"/>
                  </a:lnTo>
                  <a:lnTo>
                    <a:pt x="p0x193" y="p0y193"/>
                  </a:lnTo>
                  <a:lnTo>
                    <a:pt x="p0x194" y="p0y194"/>
                  </a:lnTo>
                  <a:moveTo>
                    <a:pt x="p0x195" y="p0y195"/>
                  </a:moveTo>
                  <a:lnTo>
                    <a:pt x="p0x196" y="p0y196"/>
                  </a:lnTo>
                  <a:lnTo>
                    <a:pt x="p0x197" y="p0y197"/>
                  </a:lnTo>
                  <a:lnTo>
                    <a:pt x="p0x198" y="p0y198"/>
                  </a:lnTo>
                  <a:lnTo>
                    <a:pt x="p0x199" y="p0y199"/>
                  </a:lnTo>
                  <a:moveTo>
                    <a:pt x="p0x200" y="p0y200"/>
                  </a:moveTo>
                  <a:lnTo>
                    <a:pt x="p0x201" y="p0y201"/>
                  </a:lnTo>
                  <a:lnTo>
                    <a:pt x="p0x202" y="p0y202"/>
                  </a:lnTo>
                  <a:lnTo>
                    <a:pt x="p0x203" y="p0y203"/>
                  </a:lnTo>
                  <a:lnTo>
                    <a:pt x="p0x204" y="p0y204"/>
                  </a:lnTo>
                  <a:moveTo>
                    <a:pt x="p0x205" y="p0y205"/>
                  </a:moveTo>
                  <a:lnTo>
                    <a:pt x="p0x206" y="p0y206"/>
                  </a:lnTo>
                  <a:lnTo>
                    <a:pt x="p0x207" y="p0y207"/>
                  </a:lnTo>
                  <a:lnTo>
                    <a:pt x="p0x208" y="p0y208"/>
                  </a:lnTo>
                  <a:lnTo>
                    <a:pt x="p0x209" y="p0y209"/>
                  </a:lnTo>
                  <a:moveTo>
                    <a:pt x="p0x210" y="p0y210"/>
                  </a:moveTo>
                  <a:lnTo>
                    <a:pt x="p0x211" y="p0y211"/>
                  </a:lnTo>
                  <a:lnTo>
                    <a:pt x="p0x212" y="p0y212"/>
                  </a:lnTo>
                  <a:lnTo>
                    <a:pt x="p0x213" y="p0y213"/>
                  </a:lnTo>
                  <a:lnTo>
                    <a:pt x="p0x214" y="p0y214"/>
                  </a:lnTo>
                  <a:moveTo>
                    <a:pt x="p0x215" y="p0y215"/>
                  </a:moveTo>
                  <a:lnTo>
                    <a:pt x="p0x216" y="p0y216"/>
                  </a:lnTo>
                  <a:lnTo>
                    <a:pt x="p0x217" y="p0y217"/>
                  </a:lnTo>
                  <a:lnTo>
                    <a:pt x="p0x218" y="p0y218"/>
                  </a:lnTo>
                  <a:lnTo>
                    <a:pt x="p0x219" y="p0y219"/>
                  </a:lnTo>
                  <a:moveTo>
                    <a:pt x="p0x220" y="p0y220"/>
                  </a:moveTo>
                  <a:lnTo>
                    <a:pt x="p0x221" y="p0y221"/>
                  </a:lnTo>
                  <a:lnTo>
                    <a:pt x="p0x222" y="p0y222"/>
                  </a:lnTo>
                  <a:lnTo>
                    <a:pt x="p0x223" y="p0y223"/>
                  </a:lnTo>
                  <a:lnTo>
                    <a:pt x="p0x224" y="p0y224"/>
                  </a:lnTo>
                  <a:moveTo>
                    <a:pt x="p0x225" y="p0y225"/>
                  </a:moveTo>
                  <a:lnTo>
                    <a:pt x="p0x226" y="p0y226"/>
                  </a:lnTo>
                  <a:lnTo>
                    <a:pt x="p0x227" y="p0y227"/>
                  </a:lnTo>
                  <a:lnTo>
                    <a:pt x="p0x228" y="p0y228"/>
                  </a:lnTo>
                  <a:lnTo>
                    <a:pt x="p0x229" y="p0y229"/>
                  </a:lnTo>
                  <a:moveTo>
                    <a:pt x="p0x230" y="p0y230"/>
                  </a:moveTo>
                  <a:lnTo>
                    <a:pt x="p0x231" y="p0y231"/>
                  </a:lnTo>
                  <a:lnTo>
                    <a:pt x="p0x232" y="p0y232"/>
                  </a:lnTo>
                  <a:lnTo>
                    <a:pt x="p0x233" y="p0y233"/>
                  </a:lnTo>
                  <a:lnTo>
                    <a:pt x="p0x234" y="p0y234"/>
                  </a:lnTo>
                  <a:moveTo>
                    <a:pt x="p0x235" y="p0y235"/>
                  </a:moveTo>
                  <a:lnTo>
                    <a:pt x="p0x236" y="p0y236"/>
                  </a:lnTo>
                  <a:lnTo>
                    <a:pt x="p0x237" y="p0y237"/>
                  </a:lnTo>
                  <a:lnTo>
                    <a:pt x="p0x238" y="p0y238"/>
                  </a:lnTo>
                  <a:lnTo>
                    <a:pt x="p0x239" y="p0y239"/>
                  </a:lnTo>
                  <a:moveTo>
                    <a:pt x="p0x240" y="p0y240"/>
                  </a:moveTo>
                  <a:lnTo>
                    <a:pt x="p0x241" y="p0y241"/>
                  </a:lnTo>
                  <a:lnTo>
                    <a:pt x="p0x242" y="p0y242"/>
                  </a:lnTo>
                  <a:lnTo>
                    <a:pt x="p0x243" y="p0y243"/>
                  </a:lnTo>
                  <a:lnTo>
                    <a:pt x="p0x244" y="p0y244"/>
                  </a:lnTo>
                  <a:moveTo>
                    <a:pt x="p0x245" y="p0y245"/>
                  </a:moveTo>
                  <a:lnTo>
                    <a:pt x="p0x246" y="p0y246"/>
                  </a:lnTo>
                  <a:lnTo>
                    <a:pt x="p0x247" y="p0y247"/>
                  </a:lnTo>
                  <a:lnTo>
                    <a:pt x="p0x248" y="p0y248"/>
                  </a:lnTo>
                  <a:lnTo>
                    <a:pt x="p0x249" y="p0y249"/>
                  </a:lnTo>
                  <a:moveTo>
                    <a:pt x="p0x250" y="p0y250"/>
                  </a:moveTo>
                  <a:lnTo>
                    <a:pt x="p0x251" y="p0y251"/>
                  </a:lnTo>
                  <a:lnTo>
                    <a:pt x="p0x252" y="p0y252"/>
                  </a:lnTo>
                  <a:lnTo>
                    <a:pt x="p0x253" y="p0y253"/>
                  </a:lnTo>
                  <a:lnTo>
                    <a:pt x="p0x254" y="p0y254"/>
                  </a:lnTo>
                  <a:moveTo>
                    <a:pt x="p0x255" y="p0y255"/>
                  </a:moveTo>
                  <a:lnTo>
                    <a:pt x="p0x256" y="p0y256"/>
                  </a:lnTo>
                  <a:lnTo>
                    <a:pt x="p0x257" y="p0y257"/>
                  </a:lnTo>
                  <a:lnTo>
                    <a:pt x="p0x258" y="p0y258"/>
                  </a:lnTo>
                  <a:lnTo>
                    <a:pt x="p0x259" y="p0y259"/>
                  </a:lnTo>
                  <a:moveTo>
                    <a:pt x="p0x260" y="p0y260"/>
                  </a:moveTo>
                  <a:lnTo>
                    <a:pt x="p0x261" y="p0y261"/>
                  </a:lnTo>
                  <a:lnTo>
                    <a:pt x="p0x262" y="p0y262"/>
                  </a:lnTo>
                  <a:lnTo>
                    <a:pt x="p0x263" y="p0y263"/>
                  </a:lnTo>
                  <a:lnTo>
                    <a:pt x="p0x264" y="p0y264"/>
                  </a:lnTo>
                  <a:moveTo>
                    <a:pt x="p0x265" y="p0y265"/>
                  </a:moveTo>
                  <a:lnTo>
                    <a:pt x="p0x266" y="p0y266"/>
                  </a:lnTo>
                  <a:lnTo>
                    <a:pt x="p0x267" y="p0y267"/>
                  </a:lnTo>
                  <a:lnTo>
                    <a:pt x="p0x268" y="p0y268"/>
                  </a:lnTo>
                  <a:lnTo>
                    <a:pt x="p0x269" y="p0y269"/>
                  </a:lnTo>
                  <a:moveTo>
                    <a:pt x="p0x270" y="p0y270"/>
                  </a:moveTo>
                  <a:lnTo>
                    <a:pt x="p0x271" y="p0y271"/>
                  </a:lnTo>
                  <a:lnTo>
                    <a:pt x="p0x272" y="p0y272"/>
                  </a:lnTo>
                  <a:lnTo>
                    <a:pt x="p0x273" y="p0y273"/>
                  </a:lnTo>
                  <a:lnTo>
                    <a:pt x="p0x274" y="p0y274"/>
                  </a:lnTo>
                  <a:moveTo>
                    <a:pt x="p0x275" y="p0y275"/>
                  </a:moveTo>
                  <a:lnTo>
                    <a:pt x="p0x276" y="p0y276"/>
                  </a:lnTo>
                  <a:lnTo>
                    <a:pt x="p0x277" y="p0y277"/>
                  </a:lnTo>
                  <a:lnTo>
                    <a:pt x="p0x278" y="p0y278"/>
                  </a:lnTo>
                  <a:lnTo>
                    <a:pt x="p0x279" y="p0y279"/>
                  </a:lnTo>
                  <a:moveTo>
                    <a:pt x="p0x280" y="p0y280"/>
                  </a:moveTo>
                  <a:lnTo>
                    <a:pt x="p0x281" y="p0y281"/>
                  </a:lnTo>
                  <a:lnTo>
                    <a:pt x="p0x282" y="p0y282"/>
                  </a:lnTo>
                  <a:lnTo>
                    <a:pt x="p0x283" y="p0y283"/>
                  </a:lnTo>
                  <a:lnTo>
                    <a:pt x="p0x284" y="p0y284"/>
                  </a:lnTo>
                  <a:moveTo>
                    <a:pt x="p0x285" y="p0y285"/>
                  </a:moveTo>
                  <a:lnTo>
                    <a:pt x="p0x286" y="p0y286"/>
                  </a:lnTo>
                  <a:lnTo>
                    <a:pt x="p0x287" y="p0y287"/>
                  </a:lnTo>
                  <a:lnTo>
                    <a:pt x="p0x288" y="p0y288"/>
                  </a:lnTo>
                  <a:lnTo>
                    <a:pt x="p0x289" y="p0y289"/>
                  </a:lnTo>
                  <a:moveTo>
                    <a:pt x="p0x290" y="p0y290"/>
                  </a:moveTo>
                  <a:lnTo>
                    <a:pt x="p0x291" y="p0y291"/>
                  </a:lnTo>
                  <a:lnTo>
                    <a:pt x="p0x292" y="p0y292"/>
                  </a:lnTo>
                  <a:lnTo>
                    <a:pt x="p0x293" y="p0y293"/>
                  </a:lnTo>
                  <a:lnTo>
                    <a:pt x="p0x294" y="p0y294"/>
                  </a:lnTo>
                  <a:moveTo>
                    <a:pt x="p0x295" y="p0y295"/>
                  </a:moveTo>
                  <a:lnTo>
                    <a:pt x="p0x296" y="p0y296"/>
                  </a:lnTo>
                  <a:lnTo>
                    <a:pt x="p0x297" y="p0y297"/>
                  </a:lnTo>
                  <a:lnTo>
                    <a:pt x="p0x298" y="p0y298"/>
                  </a:lnTo>
                  <a:lnTo>
                    <a:pt x="p0x299" y="p0y299"/>
                  </a:lnTo>
                  <a:moveTo>
                    <a:pt x="p0x300" y="p0y300"/>
                  </a:moveTo>
                  <a:lnTo>
                    <a:pt x="p0x301" y="p0y301"/>
                  </a:lnTo>
                  <a:lnTo>
                    <a:pt x="p0x302" y="p0y302"/>
                  </a:lnTo>
                  <a:lnTo>
                    <a:pt x="p0x303" y="p0y303"/>
                  </a:lnTo>
                  <a:lnTo>
                    <a:pt x="p0x304" y="p0y304"/>
                  </a:lnTo>
                  <a:moveTo>
                    <a:pt x="p0x305" y="p0y305"/>
                  </a:moveTo>
                  <a:lnTo>
                    <a:pt x="p0x306" y="p0y306"/>
                  </a:lnTo>
                  <a:lnTo>
                    <a:pt x="p0x307" y="p0y307"/>
                  </a:lnTo>
                  <a:lnTo>
                    <a:pt x="p0x308" y="p0y308"/>
                  </a:lnTo>
                  <a:lnTo>
                    <a:pt x="p0x309" y="p0y309"/>
                  </a:lnTo>
                  <a:moveTo>
                    <a:pt x="p0x310" y="p0y310"/>
                  </a:moveTo>
                  <a:lnTo>
                    <a:pt x="p0x311" y="p0y311"/>
                  </a:lnTo>
                  <a:lnTo>
                    <a:pt x="p0x312" y="p0y312"/>
                  </a:lnTo>
                  <a:lnTo>
                    <a:pt x="p0x313" y="p0y313"/>
                  </a:lnTo>
                  <a:lnTo>
                    <a:pt x="p0x314" y="p0y314"/>
                  </a:lnTo>
                  <a:moveTo>
                    <a:pt x="p0x315" y="p0y315"/>
                  </a:moveTo>
                  <a:lnTo>
                    <a:pt x="p0x316" y="p0y316"/>
                  </a:lnTo>
                  <a:lnTo>
                    <a:pt x="p0x317" y="p0y317"/>
                  </a:lnTo>
                  <a:lnTo>
                    <a:pt x="p0x318" y="p0y318"/>
                  </a:lnTo>
                  <a:lnTo>
                    <a:pt x="p0x319" y="p0y319"/>
                  </a:lnTo>
                  <a:moveTo>
                    <a:pt x="p0x320" y="p0y320"/>
                  </a:moveTo>
                  <a:lnTo>
                    <a:pt x="p0x321" y="p0y321"/>
                  </a:lnTo>
                  <a:lnTo>
                    <a:pt x="p0x322" y="p0y322"/>
                  </a:lnTo>
                  <a:lnTo>
                    <a:pt x="p0x323" y="p0y323"/>
                  </a:lnTo>
                  <a:lnTo>
                    <a:pt x="p0x324" y="p0y324"/>
                  </a:lnTo>
                  <a:moveTo>
                    <a:pt x="p0x325" y="p0y325"/>
                  </a:moveTo>
                  <a:lnTo>
                    <a:pt x="p0x326" y="p0y326"/>
                  </a:lnTo>
                  <a:lnTo>
                    <a:pt x="p0x327" y="p0y327"/>
                  </a:lnTo>
                  <a:lnTo>
                    <a:pt x="p0x328" y="p0y328"/>
                  </a:lnTo>
                  <a:lnTo>
                    <a:pt x="p0x329" y="p0y329"/>
                  </a:lnTo>
                  <a:moveTo>
                    <a:pt x="p0x330" y="p0y330"/>
                  </a:moveTo>
                  <a:lnTo>
                    <a:pt x="p0x331" y="p0y331"/>
                  </a:lnTo>
                  <a:lnTo>
                    <a:pt x="p0x332" y="p0y332"/>
                  </a:lnTo>
                  <a:lnTo>
                    <a:pt x="p0x333" y="p0y333"/>
                  </a:lnTo>
                  <a:lnTo>
                    <a:pt x="p0x334" y="p0y334"/>
                  </a:lnTo>
                  <a:moveTo>
                    <a:pt x="p0x335" y="p0y335"/>
                  </a:moveTo>
                  <a:lnTo>
                    <a:pt x="p0x336" y="p0y336"/>
                  </a:lnTo>
                  <a:lnTo>
                    <a:pt x="p0x337" y="p0y337"/>
                  </a:lnTo>
                  <a:lnTo>
                    <a:pt x="p0x338" y="p0y338"/>
                  </a:lnTo>
                  <a:lnTo>
                    <a:pt x="p0x339" y="p0y339"/>
                  </a:lnTo>
                  <a:moveTo>
                    <a:pt x="p0x340" y="p0y340"/>
                  </a:moveTo>
                  <a:lnTo>
                    <a:pt x="p0x341" y="p0y341"/>
                  </a:lnTo>
                  <a:lnTo>
                    <a:pt x="p0x342" y="p0y342"/>
                  </a:lnTo>
                  <a:lnTo>
                    <a:pt x="p0x343" y="p0y343"/>
                  </a:lnTo>
                  <a:lnTo>
                    <a:pt x="p0x344" y="p0y344"/>
                  </a:lnTo>
                  <a:moveTo>
                    <a:pt x="p0x345" y="p0y345"/>
                  </a:moveTo>
                  <a:lnTo>
                    <a:pt x="p0x346" y="p0y346"/>
                  </a:lnTo>
                  <a:lnTo>
                    <a:pt x="p0x347" y="p0y347"/>
                  </a:lnTo>
                  <a:lnTo>
                    <a:pt x="p0x348" y="p0y348"/>
                  </a:lnTo>
                  <a:lnTo>
                    <a:pt x="p0x349" y="p0y349"/>
                  </a:lnTo>
                  <a:moveTo>
                    <a:pt x="p0x350" y="p0y350"/>
                  </a:moveTo>
                  <a:lnTo>
                    <a:pt x="p0x351" y="p0y351"/>
                  </a:lnTo>
                  <a:lnTo>
                    <a:pt x="p0x352" y="p0y352"/>
                  </a:lnTo>
                  <a:lnTo>
                    <a:pt x="p0x353" y="p0y353"/>
                  </a:lnTo>
                  <a:lnTo>
                    <a:pt x="p0x354" y="p0y354"/>
                  </a:lnTo>
                  <a:moveTo>
                    <a:pt x="p0x355" y="p0y355"/>
                  </a:moveTo>
                  <a:lnTo>
                    <a:pt x="p0x356" y="p0y356"/>
                  </a:lnTo>
                  <a:lnTo>
                    <a:pt x="p0x357" y="p0y357"/>
                  </a:lnTo>
                  <a:lnTo>
                    <a:pt x="p0x358" y="p0y358"/>
                  </a:lnTo>
                  <a:lnTo>
                    <a:pt x="p0x359" y="p0y359"/>
                  </a:lnTo>
                  <a:moveTo>
                    <a:pt x="p0x360" y="p0y360"/>
                  </a:moveTo>
                  <a:lnTo>
                    <a:pt x="p0x361" y="p0y361"/>
                  </a:lnTo>
                  <a:lnTo>
                    <a:pt x="p0x362" y="p0y362"/>
                  </a:lnTo>
                  <a:lnTo>
                    <a:pt x="p0x363" y="p0y363"/>
                  </a:lnTo>
                  <a:lnTo>
                    <a:pt x="p0x364" y="p0y364"/>
                  </a:lnTo>
                  <a:moveTo>
                    <a:pt x="p0x365" y="p0y365"/>
                  </a:moveTo>
                  <a:lnTo>
                    <a:pt x="p0x366" y="p0y366"/>
                  </a:lnTo>
                  <a:lnTo>
                    <a:pt x="p0x367" y="p0y367"/>
                  </a:lnTo>
                  <a:lnTo>
                    <a:pt x="p0x368" y="p0y368"/>
                  </a:lnTo>
                  <a:lnTo>
                    <a:pt x="p0x369" y="p0y369"/>
                  </a:lnTo>
                  <a:moveTo>
                    <a:pt x="p0x370" y="p0y370"/>
                  </a:moveTo>
                  <a:lnTo>
                    <a:pt x="p0x371" y="p0y371"/>
                  </a:lnTo>
                  <a:lnTo>
                    <a:pt x="p0x372" y="p0y372"/>
                  </a:lnTo>
                  <a:lnTo>
                    <a:pt x="p0x373" y="p0y373"/>
                  </a:lnTo>
                  <a:lnTo>
                    <a:pt x="p0x374" y="p0y374"/>
                  </a:lnTo>
                  <a:moveTo>
                    <a:pt x="p0x375" y="p0y375"/>
                  </a:moveTo>
                  <a:lnTo>
                    <a:pt x="p0x376" y="p0y376"/>
                  </a:lnTo>
                  <a:lnTo>
                    <a:pt x="p0x377" y="p0y377"/>
                  </a:lnTo>
                  <a:lnTo>
                    <a:pt x="p0x378" y="p0y378"/>
                  </a:lnTo>
                  <a:lnTo>
                    <a:pt x="p0x379" y="p0y379"/>
                  </a:lnTo>
                  <a:moveTo>
                    <a:pt x="p0x380" y="p0y380"/>
                  </a:moveTo>
                  <a:lnTo>
                    <a:pt x="p0x381" y="p0y381"/>
                  </a:lnTo>
                  <a:lnTo>
                    <a:pt x="p0x382" y="p0y382"/>
                  </a:lnTo>
                  <a:lnTo>
                    <a:pt x="p0x383" y="p0y383"/>
                  </a:lnTo>
                  <a:lnTo>
                    <a:pt x="p0x384" y="p0y384"/>
                  </a:lnTo>
                </a:path>
              </a:pathLst>
            </a:custGeom>
            <a:solidFill>
              <a:srgbClr val="E2E8F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2000"/>
            </a:p>
          </p:txBody>
        </p:sp>
      </p:grpSp>
      <p:sp>
        <p:nvSpPr>
          <p:cNvPr id="56" name="文本框 55"/>
          <p:cNvSpPr txBox="1"/>
          <p:nvPr>
            <p:custDataLst>
              <p:tags r:id="rId46"/>
            </p:custDataLst>
          </p:nvPr>
        </p:nvSpPr>
        <p:spPr>
          <a:xfrm>
            <a:off x="3852863" y="5957888"/>
            <a:ext cx="1619250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lang="zh-CN" altLang="en-US" sz="1000">
                <a:solidFill>
                  <a:srgbClr val="0F172A">
                    <a:alpha val="70196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队列实现</a:t>
            </a:r>
            <a:r>
              <a:rPr lang="en-US" altLang="zh-CN" sz="1000">
                <a:solidFill>
                  <a:srgbClr val="0F172A">
                    <a:alpha val="70196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|</a:t>
            </a:r>
            <a:r>
              <a:rPr lang="en-US" sz="1000" b="1">
                <a:solidFill>
                  <a:srgbClr val="EA58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O(V+E)</a:t>
            </a:r>
            <a:endParaRPr lang="en-US" sz="1000" b="1">
              <a:solidFill>
                <a:srgbClr val="EA580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文本框 42"/>
          <p:cNvSpPr txBox="1"/>
          <p:nvPr>
            <p:custDataLst>
              <p:tags r:id="rId47"/>
            </p:custDataLst>
          </p:nvPr>
        </p:nvSpPr>
        <p:spPr>
          <a:xfrm>
            <a:off x="4379119" y="1381125"/>
            <a:ext cx="871538" cy="4381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2800" b="1">
                <a:solidFill>
                  <a:srgbClr val="FFFFFF"/>
                </a:solidFill>
                <a:effectLst>
                  <a:outerShdw blurRad="57150" dist="19050" dir="5399999" algn="ctr" rotWithShape="0">
                    <a:srgbClr val="000000">
                      <a:alpha val="10196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BFS</a:t>
            </a:r>
            <a:endParaRPr sz="2800" b="1">
              <a:solidFill>
                <a:srgbClr val="FFFFFF"/>
              </a:solidFill>
              <a:effectLst>
                <a:outerShdw blurRad="57150" dist="19050" dir="5399999" algn="ctr" rotWithShape="0">
                  <a:srgbClr val="000000">
                    <a:alpha val="10196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文本框 43"/>
          <p:cNvSpPr txBox="1"/>
          <p:nvPr>
            <p:custDataLst>
              <p:tags r:id="rId48"/>
            </p:custDataLst>
          </p:nvPr>
        </p:nvSpPr>
        <p:spPr>
          <a:xfrm>
            <a:off x="4100513" y="1785938"/>
            <a:ext cx="1238250" cy="16668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000">
                <a:solidFill>
                  <a:srgbClr val="FFFFFF">
                    <a:alpha val="90196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Breadth First Search</a:t>
            </a:r>
            <a:endParaRPr sz="1000">
              <a:solidFill>
                <a:srgbClr val="FFFFFF">
                  <a:alpha val="90196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06" name="组合 105"/>
          <p:cNvGrpSpPr/>
          <p:nvPr/>
        </p:nvGrpSpPr>
        <p:grpSpPr>
          <a:xfrm>
            <a:off x="6191250" y="1162050"/>
            <a:ext cx="2675890" cy="5238750"/>
            <a:chOff x="9750" y="1830"/>
            <a:chExt cx="4214" cy="8250"/>
          </a:xfrm>
          <a:effectLst>
            <a:outerShdw blurRad="428625" dist="95250" dir="5399999" algn="ctr" rotWithShape="0">
              <a:srgbClr val="000000">
                <a:alpha val="5882"/>
              </a:srgbClr>
            </a:outerShdw>
          </a:effectLst>
        </p:grpSpPr>
        <p:sp>
          <p:nvSpPr>
            <p:cNvPr id="58" name="任意多边形 57"/>
            <p:cNvSpPr/>
            <p:nvPr>
              <p:custDataLst>
                <p:tags r:id="rId49"/>
              </p:custDataLst>
            </p:nvPr>
          </p:nvSpPr>
          <p:spPr>
            <a:xfrm>
              <a:off x="9750" y="1830"/>
              <a:ext cx="4215" cy="8250"/>
            </a:xfrm>
            <a:custGeom>
              <a:avLst/>
              <a:gdLst>
                <a:gd name="sw" fmla="*/ 1 w 4215"/>
                <a:gd name="sh" fmla="*/ 1 h 8250"/>
                <a:gd name="mins" fmla="min sw sh"/>
                <a:gd name="dsw" fmla="+- 0 sw mins"/>
                <a:gd name="dsh" fmla="+- 0 sh mins"/>
                <a:gd name="p0x0" fmla="*/ 240 w 4215"/>
                <a:gd name="p0y0" fmla="*/ 0 h 8250"/>
                <a:gd name="p0x1" fmla="*/ 3975 w 4215"/>
                <a:gd name="p0y1" fmla="*/ 0 h 8250"/>
                <a:gd name="p0x2" fmla="*/ 4107 w 4215"/>
                <a:gd name="p0y2" fmla="*/ 0 h 8250"/>
                <a:gd name="p0x3" fmla="*/ 4215 w 4215"/>
                <a:gd name="p0y3" fmla="*/ 107 h 8250"/>
                <a:gd name="p0x4" fmla="*/ 4215 w 4215"/>
                <a:gd name="p0y4" fmla="*/ 240 h 8250"/>
                <a:gd name="p0x5" fmla="*/ 4215 w 4215"/>
                <a:gd name="p0y5" fmla="*/ 8010 h 8250"/>
                <a:gd name="p0x6" fmla="*/ 4215 w 4215"/>
                <a:gd name="p0y6" fmla="*/ 8142 h 8250"/>
                <a:gd name="p0x7" fmla="*/ 4107 w 4215"/>
                <a:gd name="p0y7" fmla="*/ 8250 h 8250"/>
                <a:gd name="p0x8" fmla="*/ 3975 w 4215"/>
                <a:gd name="p0y8" fmla="*/ 8250 h 8250"/>
                <a:gd name="p0x9" fmla="*/ 240 w 4215"/>
                <a:gd name="p0y9" fmla="*/ 8250 h 8250"/>
                <a:gd name="p0x10" fmla="*/ 107 w 4215"/>
                <a:gd name="p0y10" fmla="*/ 8250 h 8250"/>
                <a:gd name="p0x11" fmla="*/ 0 w 4215"/>
                <a:gd name="p0y11" fmla="*/ 8142 h 8250"/>
                <a:gd name="p0x12" fmla="*/ 0 w 4215"/>
                <a:gd name="p0y12" fmla="*/ 8010 h 8250"/>
                <a:gd name="p0x13" fmla="*/ 0 w 4215"/>
                <a:gd name="p0y13" fmla="*/ 240 h 8250"/>
                <a:gd name="p0x14" fmla="*/ 0 w 4215"/>
                <a:gd name="p0y14" fmla="*/ 107 h 8250"/>
                <a:gd name="p0x15" fmla="*/ 107 w 4215"/>
                <a:gd name="p0y15" fmla="*/ 0 h 8250"/>
                <a:gd name="p0x16" fmla="*/ 240 w 4215"/>
                <a:gd name="p0y16" fmla="*/ 0 h 825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1F5F9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2000"/>
            </a:p>
          </p:txBody>
        </p:sp>
        <p:sp>
          <p:nvSpPr>
            <p:cNvPr id="59" name="任意多边形 58"/>
            <p:cNvSpPr/>
            <p:nvPr>
              <p:custDataLst>
                <p:tags r:id="rId50"/>
              </p:custDataLst>
            </p:nvPr>
          </p:nvSpPr>
          <p:spPr>
            <a:xfrm>
              <a:off x="9820" y="1830"/>
              <a:ext cx="4074" cy="80"/>
            </a:xfrm>
            <a:custGeom>
              <a:avLst/>
              <a:gdLst>
                <a:gd name="sw" fmla="*/ 1 w 4074"/>
                <a:gd name="sh" fmla="*/ 1 h 80"/>
                <a:gd name="mins" fmla="min sw sh"/>
                <a:gd name="dsw" fmla="+- 0 sw mins"/>
                <a:gd name="dsh" fmla="+- 0 sh mins"/>
                <a:gd name="p0x0" fmla="*/ 169 w 4074"/>
                <a:gd name="p0y0" fmla="*/ 0 h 80"/>
                <a:gd name="p0x1" fmla="*/ 3904 w 4074"/>
                <a:gd name="p0y1" fmla="*/ 0 h 80"/>
                <a:gd name="p0x2" fmla="*/ 3970 w 4074"/>
                <a:gd name="p0y2" fmla="*/ 0 h 80"/>
                <a:gd name="p0x3" fmla="*/ 4030 w 4074"/>
                <a:gd name="p0y3" fmla="*/ 26 h 80"/>
                <a:gd name="p0x4" fmla="*/ 4074 w 4074"/>
                <a:gd name="p0y4" fmla="*/ 70 h 80"/>
                <a:gd name="p0x5" fmla="*/ 4063 w 4074"/>
                <a:gd name="p0y5" fmla="*/ 80 h 80"/>
                <a:gd name="p0x6" fmla="*/ 4063 w 4074"/>
                <a:gd name="p0y6" fmla="*/ 80 h 80"/>
                <a:gd name="p0x7" fmla="*/ 4023 w 4074"/>
                <a:gd name="p0y7" fmla="*/ 40 h 80"/>
                <a:gd name="p0x8" fmla="*/ 3966 w 4074"/>
                <a:gd name="p0y8" fmla="*/ 15 h 80"/>
                <a:gd name="p0x9" fmla="*/ 3904 w 4074"/>
                <a:gd name="p0y9" fmla="*/ 15 h 80"/>
                <a:gd name="p0x10" fmla="*/ 169 w 4074"/>
                <a:gd name="p0y10" fmla="*/ 15 h 80"/>
                <a:gd name="p0x11" fmla="*/ 107 w 4074"/>
                <a:gd name="p0y11" fmla="*/ 15 h 80"/>
                <a:gd name="p0x12" fmla="*/ 51 w 4074"/>
                <a:gd name="p0y12" fmla="*/ 40 h 80"/>
                <a:gd name="p0x13" fmla="*/ 10 w 4074"/>
                <a:gd name="p0y13" fmla="*/ 80 h 80"/>
                <a:gd name="p0x14" fmla="*/ 0 w 4074"/>
                <a:gd name="p0y14" fmla="*/ 70 h 80"/>
                <a:gd name="p0x15" fmla="*/ 0 w 4074"/>
                <a:gd name="p0y15" fmla="*/ 70 h 80"/>
                <a:gd name="p0x16" fmla="*/ 43 w 4074"/>
                <a:gd name="p0y16" fmla="*/ 26 h 80"/>
                <a:gd name="p0x17" fmla="*/ 103 w 4074"/>
                <a:gd name="p0y17" fmla="*/ 0 h 80"/>
                <a:gd name="p0x18" fmla="*/ 169 w 4074"/>
                <a:gd name="p0y18" fmla="*/ 0 h 8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lnTo>
                    <a:pt x="p0x15" y="p0y15"/>
                  </a:lnTo>
                  <a:cubicBezTo>
                    <a:pt x="p0x16" y="p0y16"/>
                    <a:pt x="p0x17" y="p0y17"/>
                    <a:pt x="p0x18" y="p0y18"/>
                  </a:cubicBezTo>
                  <a:close/>
                </a:path>
              </a:pathLst>
            </a:custGeom>
            <a:solidFill>
              <a:srgbClr val="E2E8F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2000"/>
            </a:p>
          </p:txBody>
        </p:sp>
        <p:sp>
          <p:nvSpPr>
            <p:cNvPr id="60" name="任意多边形 59"/>
            <p:cNvSpPr/>
            <p:nvPr>
              <p:custDataLst>
                <p:tags r:id="rId51"/>
              </p:custDataLst>
            </p:nvPr>
          </p:nvSpPr>
          <p:spPr>
            <a:xfrm>
              <a:off x="13884" y="1900"/>
              <a:ext cx="81" cy="8014"/>
            </a:xfrm>
            <a:custGeom>
              <a:avLst/>
              <a:gdLst>
                <a:gd name="sw" fmla="*/ 1 w 80"/>
                <a:gd name="sh" fmla="*/ 1 h 8013"/>
                <a:gd name="mins" fmla="min sw sh"/>
                <a:gd name="dsw" fmla="+- 0 sw mins"/>
                <a:gd name="dsh" fmla="+- 0 sh mins"/>
                <a:gd name="p0x0" fmla="*/ 80 w 80"/>
                <a:gd name="p0y0" fmla="*/ 169 h 8013"/>
                <a:gd name="p0x1" fmla="*/ 80 w 80"/>
                <a:gd name="p0y1" fmla="*/ 7939 h 8013"/>
                <a:gd name="p0x2" fmla="*/ 80 w 80"/>
                <a:gd name="p0y2" fmla="*/ 7965 h 8013"/>
                <a:gd name="p0x3" fmla="*/ 76 w 80"/>
                <a:gd name="p0y3" fmla="*/ 7990 h 8013"/>
                <a:gd name="p0x4" fmla="*/ 69 w 80"/>
                <a:gd name="p0y4" fmla="*/ 8013 h 8013"/>
                <a:gd name="p0x5" fmla="*/ 54 w 80"/>
                <a:gd name="p0y5" fmla="*/ 7995 h 8013"/>
                <a:gd name="p0x6" fmla="*/ 54 w 80"/>
                <a:gd name="p0y6" fmla="*/ 7995 h 8013"/>
                <a:gd name="p0x7" fmla="*/ 62 w 80"/>
                <a:gd name="p0y7" fmla="*/ 7977 h 8013"/>
                <a:gd name="p0x8" fmla="*/ 65 w 80"/>
                <a:gd name="p0y8" fmla="*/ 7959 h 8013"/>
                <a:gd name="p0x9" fmla="*/ 65 w 80"/>
                <a:gd name="p0y9" fmla="*/ 7939 h 8013"/>
                <a:gd name="p0x10" fmla="*/ 65 w 80"/>
                <a:gd name="p0y10" fmla="*/ 169 h 8013"/>
                <a:gd name="p0x11" fmla="*/ 65 w 80"/>
                <a:gd name="p0y11" fmla="*/ 107 h 8013"/>
                <a:gd name="p0x12" fmla="*/ 40 w 80"/>
                <a:gd name="p0y12" fmla="*/ 51 h 8013"/>
                <a:gd name="p0x13" fmla="*/ 0 w 80"/>
                <a:gd name="p0y13" fmla="*/ 10 h 8013"/>
                <a:gd name="p0x14" fmla="*/ 10 w 80"/>
                <a:gd name="p0y14" fmla="*/ 0 h 8013"/>
                <a:gd name="p0x15" fmla="*/ 10 w 80"/>
                <a:gd name="p0y15" fmla="*/ 0 h 8013"/>
                <a:gd name="p0x16" fmla="*/ 54 w 80"/>
                <a:gd name="p0y16" fmla="*/ 43 h 8013"/>
                <a:gd name="p0x17" fmla="*/ 80 w 80"/>
                <a:gd name="p0y17" fmla="*/ 103 h 8013"/>
                <a:gd name="p0x18" fmla="*/ 80 w 80"/>
                <a:gd name="p0y18" fmla="*/ 169 h 8013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lnTo>
                    <a:pt x="p0x15" y="p0y15"/>
                  </a:lnTo>
                  <a:cubicBezTo>
                    <a:pt x="p0x16" y="p0y16"/>
                    <a:pt x="p0x17" y="p0y17"/>
                    <a:pt x="p0x18" y="p0y18"/>
                  </a:cubicBezTo>
                  <a:close/>
                </a:path>
              </a:pathLst>
            </a:custGeom>
            <a:solidFill>
              <a:srgbClr val="E2E8F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2000"/>
            </a:p>
          </p:txBody>
        </p:sp>
        <p:sp>
          <p:nvSpPr>
            <p:cNvPr id="61" name="任意多边形 60"/>
            <p:cNvSpPr/>
            <p:nvPr>
              <p:custDataLst>
                <p:tags r:id="rId52"/>
              </p:custDataLst>
            </p:nvPr>
          </p:nvSpPr>
          <p:spPr>
            <a:xfrm>
              <a:off x="9761" y="9895"/>
              <a:ext cx="4192" cy="185"/>
            </a:xfrm>
            <a:custGeom>
              <a:avLst/>
              <a:gdLst>
                <a:gd name="sw" fmla="*/ 1 w 4191"/>
                <a:gd name="sh" fmla="*/ 1 h 184"/>
                <a:gd name="mins" fmla="min sw sh"/>
                <a:gd name="dsw" fmla="+- 0 sw mins"/>
                <a:gd name="dsh" fmla="+- 0 sh mins"/>
                <a:gd name="p0x0" fmla="*/ 3963 w 4191"/>
                <a:gd name="p0y0" fmla="*/ 184 h 184"/>
                <a:gd name="p0x1" fmla="*/ 228 w 4191"/>
                <a:gd name="p0y1" fmla="*/ 184 h 184"/>
                <a:gd name="p0x2" fmla="*/ 121 w 4191"/>
                <a:gd name="p0y2" fmla="*/ 184 h 184"/>
                <a:gd name="p0x3" fmla="*/ 31 w 4191"/>
                <a:gd name="p0y3" fmla="*/ 114 h 184"/>
                <a:gd name="p0x4" fmla="*/ 0 w 4191"/>
                <a:gd name="p0y4" fmla="*/ 18 h 184"/>
                <a:gd name="p0x5" fmla="*/ 14 w 4191"/>
                <a:gd name="p0y5" fmla="*/ 0 h 184"/>
                <a:gd name="p0x6" fmla="*/ 14 w 4191"/>
                <a:gd name="p0y6" fmla="*/ 0 h 184"/>
                <a:gd name="p0x7" fmla="*/ 43 w 4191"/>
                <a:gd name="p0y7" fmla="*/ 72 h 184"/>
                <a:gd name="p0x8" fmla="*/ 128 w 4191"/>
                <a:gd name="p0y8" fmla="*/ 124 h 184"/>
                <a:gd name="p0x9" fmla="*/ 228 w 4191"/>
                <a:gd name="p0y9" fmla="*/ 124 h 184"/>
                <a:gd name="p0x10" fmla="*/ 3963 w 4191"/>
                <a:gd name="p0y10" fmla="*/ 124 h 184"/>
                <a:gd name="p0x11" fmla="*/ 4063 w 4191"/>
                <a:gd name="p0y11" fmla="*/ 124 h 184"/>
                <a:gd name="p0x12" fmla="*/ 4148 w 4191"/>
                <a:gd name="p0y12" fmla="*/ 72 h 184"/>
                <a:gd name="p0x13" fmla="*/ 4177 w 4191"/>
                <a:gd name="p0y13" fmla="*/ 0 h 184"/>
                <a:gd name="p0x14" fmla="*/ 4191 w 4191"/>
                <a:gd name="p0y14" fmla="*/ 18 h 184"/>
                <a:gd name="p0x15" fmla="*/ 4191 w 4191"/>
                <a:gd name="p0y15" fmla="*/ 18 h 184"/>
                <a:gd name="p0x16" fmla="*/ 4160 w 4191"/>
                <a:gd name="p0y16" fmla="*/ 114 h 184"/>
                <a:gd name="p0x17" fmla="*/ 4069 w 4191"/>
                <a:gd name="p0y17" fmla="*/ 184 h 184"/>
                <a:gd name="p0x18" fmla="*/ 3963 w 4191"/>
                <a:gd name="p0y18" fmla="*/ 184 h 184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lnTo>
                    <a:pt x="p0x15" y="p0y15"/>
                  </a:lnTo>
                  <a:cubicBezTo>
                    <a:pt x="p0x16" y="p0y16"/>
                    <a:pt x="p0x17" y="p0y17"/>
                    <a:pt x="p0x18" y="p0y18"/>
                  </a:cubicBezTo>
                  <a:close/>
                </a:path>
              </a:pathLst>
            </a:custGeom>
            <a:solidFill>
              <a:srgbClr val="1E3A8A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2000"/>
            </a:p>
          </p:txBody>
        </p:sp>
        <p:sp>
          <p:nvSpPr>
            <p:cNvPr id="62" name="任意多边形 61"/>
            <p:cNvSpPr/>
            <p:nvPr>
              <p:custDataLst>
                <p:tags r:id="rId53"/>
              </p:custDataLst>
            </p:nvPr>
          </p:nvSpPr>
          <p:spPr>
            <a:xfrm>
              <a:off x="9750" y="1900"/>
              <a:ext cx="80" cy="8014"/>
            </a:xfrm>
            <a:custGeom>
              <a:avLst/>
              <a:gdLst>
                <a:gd name="sw" fmla="*/ 1 w 80"/>
                <a:gd name="sh" fmla="*/ 1 h 8013"/>
                <a:gd name="mins" fmla="min sw sh"/>
                <a:gd name="dsw" fmla="+- 0 sw mins"/>
                <a:gd name="dsh" fmla="+- 0 sh mins"/>
                <a:gd name="p0x0" fmla="*/ 0 w 80"/>
                <a:gd name="p0y0" fmla="*/ 7939 h 8013"/>
                <a:gd name="p0x1" fmla="*/ 0 w 80"/>
                <a:gd name="p0y1" fmla="*/ 169 h 8013"/>
                <a:gd name="p0x2" fmla="*/ 0 w 80"/>
                <a:gd name="p0y2" fmla="*/ 103 h 8013"/>
                <a:gd name="p0x3" fmla="*/ 26 w 80"/>
                <a:gd name="p0y3" fmla="*/ 43 h 8013"/>
                <a:gd name="p0x4" fmla="*/ 70 w 80"/>
                <a:gd name="p0y4" fmla="*/ 0 h 8013"/>
                <a:gd name="p0x5" fmla="*/ 80 w 80"/>
                <a:gd name="p0y5" fmla="*/ 10 h 8013"/>
                <a:gd name="p0x6" fmla="*/ 80 w 80"/>
                <a:gd name="p0y6" fmla="*/ 10 h 8013"/>
                <a:gd name="p0x7" fmla="*/ 40 w 80"/>
                <a:gd name="p0y7" fmla="*/ 51 h 8013"/>
                <a:gd name="p0x8" fmla="*/ 15 w 80"/>
                <a:gd name="p0y8" fmla="*/ 107 h 8013"/>
                <a:gd name="p0x9" fmla="*/ 15 w 80"/>
                <a:gd name="p0y9" fmla="*/ 169 h 8013"/>
                <a:gd name="p0x10" fmla="*/ 15 w 80"/>
                <a:gd name="p0y10" fmla="*/ 7939 h 8013"/>
                <a:gd name="p0x11" fmla="*/ 15 w 80"/>
                <a:gd name="p0y11" fmla="*/ 7959 h 8013"/>
                <a:gd name="p0x12" fmla="*/ 18 w 80"/>
                <a:gd name="p0y12" fmla="*/ 7977 h 8013"/>
                <a:gd name="p0x13" fmla="*/ 25 w 80"/>
                <a:gd name="p0y13" fmla="*/ 7995 h 8013"/>
                <a:gd name="p0x14" fmla="*/ 11 w 80"/>
                <a:gd name="p0y14" fmla="*/ 8013 h 8013"/>
                <a:gd name="p0x15" fmla="*/ 11 w 80"/>
                <a:gd name="p0y15" fmla="*/ 8013 h 8013"/>
                <a:gd name="p0x16" fmla="*/ 4 w 80"/>
                <a:gd name="p0y16" fmla="*/ 7990 h 8013"/>
                <a:gd name="p0x17" fmla="*/ 0 w 80"/>
                <a:gd name="p0y17" fmla="*/ 7965 h 8013"/>
                <a:gd name="p0x18" fmla="*/ 0 w 80"/>
                <a:gd name="p0y18" fmla="*/ 7939 h 8013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lnTo>
                    <a:pt x="p0x15" y="p0y15"/>
                  </a:lnTo>
                  <a:cubicBezTo>
                    <a:pt x="p0x16" y="p0y16"/>
                    <a:pt x="p0x17" y="p0y17"/>
                    <a:pt x="p0x18" y="p0y18"/>
                  </a:cubicBezTo>
                  <a:close/>
                </a:path>
              </a:pathLst>
            </a:custGeom>
            <a:solidFill>
              <a:srgbClr val="E2E8F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2000"/>
            </a:p>
          </p:txBody>
        </p:sp>
      </p:grpSp>
      <p:sp>
        <p:nvSpPr>
          <p:cNvPr id="64" name="任意多边形 63"/>
          <p:cNvSpPr/>
          <p:nvPr>
            <p:custDataLst>
              <p:tags r:id="rId54"/>
            </p:custDataLst>
          </p:nvPr>
        </p:nvSpPr>
        <p:spPr>
          <a:xfrm>
            <a:off x="6200775" y="1171575"/>
            <a:ext cx="2657475" cy="85725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185" h="1350">
                <a:moveTo>
                  <a:pt x="240" y="0"/>
                </a:moveTo>
                <a:lnTo>
                  <a:pt x="3945" y="0"/>
                </a:lnTo>
                <a:cubicBezTo>
                  <a:pt x="4078" y="0"/>
                  <a:pt x="4185" y="107"/>
                  <a:pt x="4185" y="240"/>
                </a:cubicBezTo>
                <a:lnTo>
                  <a:pt x="4185" y="1350"/>
                </a:lnTo>
                <a:lnTo>
                  <a:pt x="0" y="1350"/>
                </a:lnTo>
                <a:lnTo>
                  <a:pt x="0" y="240"/>
                </a:lnTo>
                <a:cubicBezTo>
                  <a:pt x="0" y="107"/>
                  <a:pt x="107" y="0"/>
                  <a:pt x="240" y="0"/>
                </a:cubicBezTo>
                <a:close/>
              </a:path>
            </a:pathLst>
          </a:custGeom>
          <a:solidFill>
            <a:srgbClr val="1E3A8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 sz="2000"/>
          </a:p>
        </p:txBody>
      </p:sp>
      <p:pic>
        <p:nvPicPr>
          <p:cNvPr id="67" name="图片 66"/>
          <p:cNvPicPr>
            <a:picLocks noChangeAspect="1"/>
          </p:cNvPicPr>
          <p:nvPr>
            <p:custDataLst>
              <p:tags r:id="rId55"/>
            </p:custDataLst>
          </p:nvPr>
        </p:nvPicPr>
        <p:blipFill>
          <a:blip r:embed="rId56">
            <a:extLst>
              <a:ext uri="{96DAC541-7B7A-43D3-8B79-37D633B846F1}">
                <asvg:svgBlip xmlns:asvg="http://schemas.microsoft.com/office/drawing/2016/SVG/main" r:embed="rId57"/>
              </a:ext>
            </a:extLst>
          </a:blip>
          <a:srcRect l="-12754" t="-14541" r="-12754" b="-14541"/>
          <a:stretch>
            <a:fillRect/>
          </a:stretch>
        </p:blipFill>
        <p:spPr>
          <a:xfrm>
            <a:off x="8206740" y="1411605"/>
            <a:ext cx="824865" cy="848360"/>
          </a:xfrm>
          <a:prstGeom prst="rect">
            <a:avLst/>
          </a:prstGeom>
        </p:spPr>
      </p:pic>
      <p:pic>
        <p:nvPicPr>
          <p:cNvPr id="69" name="图片 68"/>
          <p:cNvPicPr>
            <a:picLocks noChangeAspect="1"/>
          </p:cNvPicPr>
          <p:nvPr>
            <p:custDataLst>
              <p:tags r:id="rId58"/>
            </p:custDataLst>
          </p:nvPr>
        </p:nvPicPr>
        <p:blipFill>
          <a:blip r:embed="rId59">
            <a:extLst>
              <a:ext uri="{96DAC541-7B7A-43D3-8B79-37D633B846F1}">
                <asvg:svgBlip xmlns:asvg="http://schemas.microsoft.com/office/drawing/2016/SVG/main" r:embed="rId60"/>
              </a:ext>
            </a:extLst>
          </a:blip>
          <a:srcRect t="-4167" b="-4167"/>
          <a:stretch>
            <a:fillRect/>
          </a:stretch>
        </p:blipFill>
        <p:spPr>
          <a:xfrm>
            <a:off x="6429375" y="2290445"/>
            <a:ext cx="114300" cy="123825"/>
          </a:xfrm>
          <a:prstGeom prst="rect">
            <a:avLst/>
          </a:prstGeom>
        </p:spPr>
      </p:pic>
      <p:sp>
        <p:nvSpPr>
          <p:cNvPr id="70" name="文本框 69"/>
          <p:cNvSpPr txBox="1"/>
          <p:nvPr>
            <p:custDataLst>
              <p:tags r:id="rId61"/>
            </p:custDataLst>
          </p:nvPr>
        </p:nvSpPr>
        <p:spPr>
          <a:xfrm>
            <a:off x="6638925" y="2242185"/>
            <a:ext cx="1990725" cy="63055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lang="zh-CN" altLang="en-US" sz="12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时间复杂度：</a:t>
            </a:r>
            <a:r>
              <a:rPr lang="en-US" altLang="zh-CN" sz="12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O((V</a:t>
            </a:r>
            <a:r>
              <a:rPr lang="en-US" altLang="zh-CN" sz="1200" b="1" baseline="3000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en-US" altLang="zh-CN" sz="12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logV)</a:t>
            </a:r>
            <a:endParaRPr lang="en-US" altLang="zh-CN" sz="12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zh-CN" sz="1200">
                <a:solidFill>
                  <a:srgbClr val="0F172A">
                    <a:alpha val="70196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优先队列（数组）插入删除开销</a:t>
            </a:r>
            <a:r>
              <a:rPr lang="en-US" altLang="zh-CN" sz="1200">
                <a:solidFill>
                  <a:srgbClr val="0F172A">
                    <a:alpha val="70196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logV</a:t>
            </a:r>
            <a:r>
              <a:rPr lang="zh-CN" altLang="en-US" sz="1200">
                <a:solidFill>
                  <a:srgbClr val="0F172A">
                    <a:alpha val="70196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altLang="en-US" sz="1200">
              <a:solidFill>
                <a:srgbClr val="0F172A">
                  <a:alpha val="70196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71" name="图片 70"/>
          <p:cNvPicPr>
            <a:picLocks noChangeAspect="1"/>
          </p:cNvPicPr>
          <p:nvPr>
            <p:custDataLst>
              <p:tags r:id="rId62"/>
            </p:custDataLst>
          </p:nvPr>
        </p:nvPicPr>
        <p:blipFill>
          <a:blip r:embed="rId59">
            <a:extLst>
              <a:ext uri="{96DAC541-7B7A-43D3-8B79-37D633B846F1}">
                <asvg:svgBlip xmlns:asvg="http://schemas.microsoft.com/office/drawing/2016/SVG/main" r:embed="rId60"/>
              </a:ext>
            </a:extLst>
          </a:blip>
          <a:srcRect t="-4167" b="-4167"/>
          <a:stretch>
            <a:fillRect/>
          </a:stretch>
        </p:blipFill>
        <p:spPr>
          <a:xfrm>
            <a:off x="6429375" y="3042920"/>
            <a:ext cx="114300" cy="123825"/>
          </a:xfrm>
          <a:prstGeom prst="rect">
            <a:avLst/>
          </a:prstGeom>
        </p:spPr>
      </p:pic>
      <p:sp>
        <p:nvSpPr>
          <p:cNvPr id="72" name="文本框 71"/>
          <p:cNvSpPr txBox="1"/>
          <p:nvPr>
            <p:custDataLst>
              <p:tags r:id="rId63"/>
            </p:custDataLst>
          </p:nvPr>
        </p:nvSpPr>
        <p:spPr>
          <a:xfrm>
            <a:off x="6638925" y="2994660"/>
            <a:ext cx="1990725" cy="63055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lang="zh-CN" altLang="en-US" sz="12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空间复杂度：</a:t>
            </a:r>
            <a:r>
              <a:rPr lang="en-US" altLang="zh-CN" sz="12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O(V)</a:t>
            </a:r>
            <a:endParaRPr lang="en-US" altLang="zh-CN" sz="12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0F172A">
                    <a:alpha val="70196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距离数组、优先队列及访问标记存储。</a:t>
            </a:r>
            <a:endParaRPr sz="1200">
              <a:solidFill>
                <a:srgbClr val="0F172A">
                  <a:alpha val="70196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73" name="图片 72"/>
          <p:cNvPicPr>
            <a:picLocks noChangeAspect="1"/>
          </p:cNvPicPr>
          <p:nvPr>
            <p:custDataLst>
              <p:tags r:id="rId64"/>
            </p:custDataLst>
          </p:nvPr>
        </p:nvPicPr>
        <p:blipFill>
          <a:blip r:embed="rId59">
            <a:extLst>
              <a:ext uri="{96DAC541-7B7A-43D3-8B79-37D633B846F1}">
                <asvg:svgBlip xmlns:asvg="http://schemas.microsoft.com/office/drawing/2016/SVG/main" r:embed="rId60"/>
              </a:ext>
            </a:extLst>
          </a:blip>
          <a:srcRect t="-4167" b="-4167"/>
          <a:stretch>
            <a:fillRect/>
          </a:stretch>
        </p:blipFill>
        <p:spPr>
          <a:xfrm>
            <a:off x="6429375" y="3795395"/>
            <a:ext cx="114300" cy="123825"/>
          </a:xfrm>
          <a:prstGeom prst="rect">
            <a:avLst/>
          </a:prstGeom>
        </p:spPr>
      </p:pic>
      <p:sp>
        <p:nvSpPr>
          <p:cNvPr id="74" name="文本框 73"/>
          <p:cNvSpPr txBox="1"/>
          <p:nvPr>
            <p:custDataLst>
              <p:tags r:id="rId65"/>
            </p:custDataLst>
          </p:nvPr>
        </p:nvSpPr>
        <p:spPr>
          <a:xfrm>
            <a:off x="6638925" y="3747135"/>
            <a:ext cx="1990725" cy="11049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2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适用场景</a:t>
            </a:r>
            <a:endParaRPr sz="12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0F172A">
                    <a:alpha val="70196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贪心策略，适用于带权图单源最短路径求解。</a:t>
            </a:r>
            <a:r>
              <a:rPr sz="1200" b="1">
                <a:solidFill>
                  <a:srgbClr val="EA580C"/>
                </a:solidFill>
                <a:latin typeface="微软雅黑" panose="020B0503020204020204" charset="-122"/>
                <a:ea typeface="微软雅黑" panose="020B0503020204020204" charset="-122"/>
              </a:rPr>
              <a:t>在无权图中退化为BFS</a:t>
            </a:r>
            <a:r>
              <a:rPr lang="zh-CN" altLang="en-US" sz="1200">
                <a:solidFill>
                  <a:srgbClr val="0F172A">
                    <a:alpha val="70196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altLang="en-US" sz="1200">
              <a:solidFill>
                <a:srgbClr val="0F172A">
                  <a:alpha val="70196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07" name="组合 106"/>
          <p:cNvGrpSpPr/>
          <p:nvPr/>
        </p:nvGrpSpPr>
        <p:grpSpPr>
          <a:xfrm>
            <a:off x="6429375" y="5805170"/>
            <a:ext cx="2199640" cy="328930"/>
            <a:chOff x="10125" y="9142"/>
            <a:chExt cx="3464" cy="518"/>
          </a:xfrm>
        </p:grpSpPr>
        <p:sp>
          <p:nvSpPr>
            <p:cNvPr id="75" name="任意多边形 74"/>
            <p:cNvSpPr/>
            <p:nvPr>
              <p:custDataLst>
                <p:tags r:id="rId66"/>
              </p:custDataLst>
            </p:nvPr>
          </p:nvSpPr>
          <p:spPr>
            <a:xfrm>
              <a:off x="10125" y="9142"/>
              <a:ext cx="3465" cy="518"/>
            </a:xfrm>
            <a:custGeom>
              <a:avLst/>
              <a:gdLst>
                <a:gd name="sw" fmla="*/ 1 w 3465"/>
                <a:gd name="sh" fmla="*/ 1 h 517"/>
                <a:gd name="mins" fmla="min sw sh"/>
                <a:gd name="dsw" fmla="+- 0 sw mins"/>
                <a:gd name="dsh" fmla="+- 0 sh mins"/>
                <a:gd name="p0x0" fmla="*/ 0 w 3465"/>
                <a:gd name="p0y0" fmla="*/ 0 h 517"/>
                <a:gd name="p0x1" fmla="*/ 3465 w 3465"/>
                <a:gd name="p0y1" fmla="*/ 0 h 517"/>
                <a:gd name="p0x2" fmla="*/ 3465 w 3465"/>
                <a:gd name="p0y2" fmla="*/ 517 h 517"/>
                <a:gd name="p0x3" fmla="*/ 0 w 3465"/>
                <a:gd name="p0y3" fmla="*/ 517 h 517"/>
                <a:gd name="p0x4" fmla="*/ 0 w 3465"/>
                <a:gd name="p0y4" fmla="*/ 0 h 517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2000"/>
            </a:p>
          </p:txBody>
        </p:sp>
        <p:sp>
          <p:nvSpPr>
            <p:cNvPr id="76" name="任意多边形 75"/>
            <p:cNvSpPr/>
            <p:nvPr>
              <p:custDataLst>
                <p:tags r:id="rId67"/>
              </p:custDataLst>
            </p:nvPr>
          </p:nvSpPr>
          <p:spPr>
            <a:xfrm>
              <a:off x="10132" y="9142"/>
              <a:ext cx="3450" cy="15"/>
            </a:xfrm>
            <a:custGeom>
              <a:avLst/>
              <a:gdLst>
                <a:gd name="sw" fmla="*/ 1 w 3449"/>
                <a:gd name="sh" fmla="*/ 1 h 15"/>
                <a:gd name="mins" fmla="min sw sh"/>
                <a:gd name="dsw" fmla="+- 0 sw mins"/>
                <a:gd name="dsh" fmla="+- 0 sh mins"/>
                <a:gd name="p0x0" fmla="*/ 0 w 3449"/>
                <a:gd name="p0y0" fmla="*/ 0 h 15"/>
                <a:gd name="p0x1" fmla="*/ 29 w 3449"/>
                <a:gd name="p0y1" fmla="*/ 0 h 15"/>
                <a:gd name="p0x2" fmla="*/ 29 w 3449"/>
                <a:gd name="p0y2" fmla="*/ 15 h 15"/>
                <a:gd name="p0x3" fmla="*/ 0 w 3449"/>
                <a:gd name="p0y3" fmla="*/ 15 h 15"/>
                <a:gd name="p0x4" fmla="*/ 0 w 3449"/>
                <a:gd name="p0y4" fmla="*/ 0 h 15"/>
                <a:gd name="p0x5" fmla="*/ 44 w 3449"/>
                <a:gd name="p0y5" fmla="*/ 0 h 15"/>
                <a:gd name="p0x6" fmla="*/ 74 w 3449"/>
                <a:gd name="p0y6" fmla="*/ 0 h 15"/>
                <a:gd name="p0x7" fmla="*/ 75 w 3449"/>
                <a:gd name="p0y7" fmla="*/ 15 h 15"/>
                <a:gd name="p0x8" fmla="*/ 44 w 3449"/>
                <a:gd name="p0y8" fmla="*/ 15 h 15"/>
                <a:gd name="p0x9" fmla="*/ 44 w 3449"/>
                <a:gd name="p0y9" fmla="*/ 0 h 15"/>
                <a:gd name="p0x10" fmla="*/ 89 w 3449"/>
                <a:gd name="p0y10" fmla="*/ 0 h 15"/>
                <a:gd name="p0x11" fmla="*/ 119 w 3449"/>
                <a:gd name="p0y11" fmla="*/ 0 h 15"/>
                <a:gd name="p0x12" fmla="*/ 119 w 3449"/>
                <a:gd name="p0y12" fmla="*/ 15 h 15"/>
                <a:gd name="p0x13" fmla="*/ 89 w 3449"/>
                <a:gd name="p0y13" fmla="*/ 15 h 15"/>
                <a:gd name="p0x14" fmla="*/ 89 w 3449"/>
                <a:gd name="p0y14" fmla="*/ 0 h 15"/>
                <a:gd name="p0x15" fmla="*/ 134 w 3449"/>
                <a:gd name="p0y15" fmla="*/ 0 h 15"/>
                <a:gd name="p0x16" fmla="*/ 164 w 3449"/>
                <a:gd name="p0y16" fmla="*/ 0 h 15"/>
                <a:gd name="p0x17" fmla="*/ 164 w 3449"/>
                <a:gd name="p0y17" fmla="*/ 15 h 15"/>
                <a:gd name="p0x18" fmla="*/ 134 w 3449"/>
                <a:gd name="p0y18" fmla="*/ 15 h 15"/>
                <a:gd name="p0x19" fmla="*/ 134 w 3449"/>
                <a:gd name="p0y19" fmla="*/ 0 h 15"/>
                <a:gd name="p0x20" fmla="*/ 179 w 3449"/>
                <a:gd name="p0y20" fmla="*/ 0 h 15"/>
                <a:gd name="p0x21" fmla="*/ 209 w 3449"/>
                <a:gd name="p0y21" fmla="*/ 0 h 15"/>
                <a:gd name="p0x22" fmla="*/ 209 w 3449"/>
                <a:gd name="p0y22" fmla="*/ 15 h 15"/>
                <a:gd name="p0x23" fmla="*/ 179 w 3449"/>
                <a:gd name="p0y23" fmla="*/ 15 h 15"/>
                <a:gd name="p0x24" fmla="*/ 179 w 3449"/>
                <a:gd name="p0y24" fmla="*/ 0 h 15"/>
                <a:gd name="p0x25" fmla="*/ 224 w 3449"/>
                <a:gd name="p0y25" fmla="*/ 0 h 15"/>
                <a:gd name="p0x26" fmla="*/ 254 w 3449"/>
                <a:gd name="p0y26" fmla="*/ 0 h 15"/>
                <a:gd name="p0x27" fmla="*/ 254 w 3449"/>
                <a:gd name="p0y27" fmla="*/ 15 h 15"/>
                <a:gd name="p0x28" fmla="*/ 224 w 3449"/>
                <a:gd name="p0y28" fmla="*/ 15 h 15"/>
                <a:gd name="p0x29" fmla="*/ 224 w 3449"/>
                <a:gd name="p0y29" fmla="*/ 0 h 15"/>
                <a:gd name="p0x30" fmla="*/ 269 w 3449"/>
                <a:gd name="p0y30" fmla="*/ 0 h 15"/>
                <a:gd name="p0x31" fmla="*/ 299 w 3449"/>
                <a:gd name="p0y31" fmla="*/ 0 h 15"/>
                <a:gd name="p0x32" fmla="*/ 299 w 3449"/>
                <a:gd name="p0y32" fmla="*/ 15 h 15"/>
                <a:gd name="p0x33" fmla="*/ 269 w 3449"/>
                <a:gd name="p0y33" fmla="*/ 15 h 15"/>
                <a:gd name="p0x34" fmla="*/ 269 w 3449"/>
                <a:gd name="p0y34" fmla="*/ 0 h 15"/>
                <a:gd name="p0x35" fmla="*/ 314 w 3449"/>
                <a:gd name="p0y35" fmla="*/ 0 h 15"/>
                <a:gd name="p0x36" fmla="*/ 345 w 3449"/>
                <a:gd name="p0y36" fmla="*/ 0 h 15"/>
                <a:gd name="p0x37" fmla="*/ 345 w 3449"/>
                <a:gd name="p0y37" fmla="*/ 15 h 15"/>
                <a:gd name="p0x38" fmla="*/ 314 w 3449"/>
                <a:gd name="p0y38" fmla="*/ 15 h 15"/>
                <a:gd name="p0x39" fmla="*/ 314 w 3449"/>
                <a:gd name="p0y39" fmla="*/ 0 h 15"/>
                <a:gd name="p0x40" fmla="*/ 359 w 3449"/>
                <a:gd name="p0y40" fmla="*/ 0 h 15"/>
                <a:gd name="p0x41" fmla="*/ 389 w 3449"/>
                <a:gd name="p0y41" fmla="*/ 0 h 15"/>
                <a:gd name="p0x42" fmla="*/ 389 w 3449"/>
                <a:gd name="p0y42" fmla="*/ 15 h 15"/>
                <a:gd name="p0x43" fmla="*/ 359 w 3449"/>
                <a:gd name="p0y43" fmla="*/ 15 h 15"/>
                <a:gd name="p0x44" fmla="*/ 359 w 3449"/>
                <a:gd name="p0y44" fmla="*/ 0 h 15"/>
                <a:gd name="p0x45" fmla="*/ 404 w 3449"/>
                <a:gd name="p0y45" fmla="*/ 0 h 15"/>
                <a:gd name="p0x46" fmla="*/ 435 w 3449"/>
                <a:gd name="p0y46" fmla="*/ 0 h 15"/>
                <a:gd name="p0x47" fmla="*/ 435 w 3449"/>
                <a:gd name="p0y47" fmla="*/ 15 h 15"/>
                <a:gd name="p0x48" fmla="*/ 404 w 3449"/>
                <a:gd name="p0y48" fmla="*/ 15 h 15"/>
                <a:gd name="p0x49" fmla="*/ 404 w 3449"/>
                <a:gd name="p0y49" fmla="*/ 0 h 15"/>
                <a:gd name="p0x50" fmla="*/ 449 w 3449"/>
                <a:gd name="p0y50" fmla="*/ 0 h 15"/>
                <a:gd name="p0x51" fmla="*/ 479 w 3449"/>
                <a:gd name="p0y51" fmla="*/ 0 h 15"/>
                <a:gd name="p0x52" fmla="*/ 479 w 3449"/>
                <a:gd name="p0y52" fmla="*/ 15 h 15"/>
                <a:gd name="p0x53" fmla="*/ 449 w 3449"/>
                <a:gd name="p0y53" fmla="*/ 15 h 15"/>
                <a:gd name="p0x54" fmla="*/ 449 w 3449"/>
                <a:gd name="p0y54" fmla="*/ 0 h 15"/>
                <a:gd name="p0x55" fmla="*/ 494 w 3449"/>
                <a:gd name="p0y55" fmla="*/ 0 h 15"/>
                <a:gd name="p0x56" fmla="*/ 525 w 3449"/>
                <a:gd name="p0y56" fmla="*/ 0 h 15"/>
                <a:gd name="p0x57" fmla="*/ 525 w 3449"/>
                <a:gd name="p0y57" fmla="*/ 15 h 15"/>
                <a:gd name="p0x58" fmla="*/ 494 w 3449"/>
                <a:gd name="p0y58" fmla="*/ 15 h 15"/>
                <a:gd name="p0x59" fmla="*/ 494 w 3449"/>
                <a:gd name="p0y59" fmla="*/ 0 h 15"/>
                <a:gd name="p0x60" fmla="*/ 539 w 3449"/>
                <a:gd name="p0y60" fmla="*/ 0 h 15"/>
                <a:gd name="p0x61" fmla="*/ 570 w 3449"/>
                <a:gd name="p0y61" fmla="*/ 0 h 15"/>
                <a:gd name="p0x62" fmla="*/ 570 w 3449"/>
                <a:gd name="p0y62" fmla="*/ 15 h 15"/>
                <a:gd name="p0x63" fmla="*/ 539 w 3449"/>
                <a:gd name="p0y63" fmla="*/ 15 h 15"/>
                <a:gd name="p0x64" fmla="*/ 539 w 3449"/>
                <a:gd name="p0y64" fmla="*/ 0 h 15"/>
                <a:gd name="p0x65" fmla="*/ 584 w 3449"/>
                <a:gd name="p0y65" fmla="*/ 0 h 15"/>
                <a:gd name="p0x66" fmla="*/ 615 w 3449"/>
                <a:gd name="p0y66" fmla="*/ 0 h 15"/>
                <a:gd name="p0x67" fmla="*/ 615 w 3449"/>
                <a:gd name="p0y67" fmla="*/ 15 h 15"/>
                <a:gd name="p0x68" fmla="*/ 584 w 3449"/>
                <a:gd name="p0y68" fmla="*/ 15 h 15"/>
                <a:gd name="p0x69" fmla="*/ 584 w 3449"/>
                <a:gd name="p0y69" fmla="*/ 0 h 15"/>
                <a:gd name="p0x70" fmla="*/ 630 w 3449"/>
                <a:gd name="p0y70" fmla="*/ 0 h 15"/>
                <a:gd name="p0x71" fmla="*/ 659 w 3449"/>
                <a:gd name="p0y71" fmla="*/ 0 h 15"/>
                <a:gd name="p0x72" fmla="*/ 659 w 3449"/>
                <a:gd name="p0y72" fmla="*/ 15 h 15"/>
                <a:gd name="p0x73" fmla="*/ 630 w 3449"/>
                <a:gd name="p0y73" fmla="*/ 15 h 15"/>
                <a:gd name="p0x74" fmla="*/ 630 w 3449"/>
                <a:gd name="p0y74" fmla="*/ 0 h 15"/>
                <a:gd name="p0x75" fmla="*/ 674 w 3449"/>
                <a:gd name="p0y75" fmla="*/ 0 h 15"/>
                <a:gd name="p0x76" fmla="*/ 704 w 3449"/>
                <a:gd name="p0y76" fmla="*/ 0 h 15"/>
                <a:gd name="p0x77" fmla="*/ 704 w 3449"/>
                <a:gd name="p0y77" fmla="*/ 15 h 15"/>
                <a:gd name="p0x78" fmla="*/ 674 w 3449"/>
                <a:gd name="p0y78" fmla="*/ 15 h 15"/>
                <a:gd name="p0x79" fmla="*/ 674 w 3449"/>
                <a:gd name="p0y79" fmla="*/ 0 h 15"/>
                <a:gd name="p0x80" fmla="*/ 719 w 3449"/>
                <a:gd name="p0y80" fmla="*/ 0 h 15"/>
                <a:gd name="p0x81" fmla="*/ 749 w 3449"/>
                <a:gd name="p0y81" fmla="*/ 0 h 15"/>
                <a:gd name="p0x82" fmla="*/ 749 w 3449"/>
                <a:gd name="p0y82" fmla="*/ 15 h 15"/>
                <a:gd name="p0x83" fmla="*/ 719 w 3449"/>
                <a:gd name="p0y83" fmla="*/ 15 h 15"/>
                <a:gd name="p0x84" fmla="*/ 719 w 3449"/>
                <a:gd name="p0y84" fmla="*/ 0 h 15"/>
                <a:gd name="p0x85" fmla="*/ 764 w 3449"/>
                <a:gd name="p0y85" fmla="*/ 0 h 15"/>
                <a:gd name="p0x86" fmla="*/ 794 w 3449"/>
                <a:gd name="p0y86" fmla="*/ 0 h 15"/>
                <a:gd name="p0x87" fmla="*/ 794 w 3449"/>
                <a:gd name="p0y87" fmla="*/ 15 h 15"/>
                <a:gd name="p0x88" fmla="*/ 764 w 3449"/>
                <a:gd name="p0y88" fmla="*/ 15 h 15"/>
                <a:gd name="p0x89" fmla="*/ 764 w 3449"/>
                <a:gd name="p0y89" fmla="*/ 0 h 15"/>
                <a:gd name="p0x90" fmla="*/ 809 w 3449"/>
                <a:gd name="p0y90" fmla="*/ 0 h 15"/>
                <a:gd name="p0x91" fmla="*/ 839 w 3449"/>
                <a:gd name="p0y91" fmla="*/ 0 h 15"/>
                <a:gd name="p0x92" fmla="*/ 839 w 3449"/>
                <a:gd name="p0y92" fmla="*/ 15 h 15"/>
                <a:gd name="p0x93" fmla="*/ 809 w 3449"/>
                <a:gd name="p0y93" fmla="*/ 15 h 15"/>
                <a:gd name="p0x94" fmla="*/ 809 w 3449"/>
                <a:gd name="p0y94" fmla="*/ 0 h 15"/>
                <a:gd name="p0x95" fmla="*/ 854 w 3449"/>
                <a:gd name="p0y95" fmla="*/ 0 h 15"/>
                <a:gd name="p0x96" fmla="*/ 884 w 3449"/>
                <a:gd name="p0y96" fmla="*/ 0 h 15"/>
                <a:gd name="p0x97" fmla="*/ 884 w 3449"/>
                <a:gd name="p0y97" fmla="*/ 15 h 15"/>
                <a:gd name="p0x98" fmla="*/ 854 w 3449"/>
                <a:gd name="p0y98" fmla="*/ 15 h 15"/>
                <a:gd name="p0x99" fmla="*/ 854 w 3449"/>
                <a:gd name="p0y99" fmla="*/ 0 h 15"/>
                <a:gd name="p0x100" fmla="*/ 899 w 3449"/>
                <a:gd name="p0y100" fmla="*/ 0 h 15"/>
                <a:gd name="p0x101" fmla="*/ 929 w 3449"/>
                <a:gd name="p0y101" fmla="*/ 0 h 15"/>
                <a:gd name="p0x102" fmla="*/ 929 w 3449"/>
                <a:gd name="p0y102" fmla="*/ 15 h 15"/>
                <a:gd name="p0x103" fmla="*/ 899 w 3449"/>
                <a:gd name="p0y103" fmla="*/ 15 h 15"/>
                <a:gd name="p0x104" fmla="*/ 899 w 3449"/>
                <a:gd name="p0y104" fmla="*/ 0 h 15"/>
                <a:gd name="p0x105" fmla="*/ 944 w 3449"/>
                <a:gd name="p0y105" fmla="*/ 0 h 15"/>
                <a:gd name="p0x106" fmla="*/ 974 w 3449"/>
                <a:gd name="p0y106" fmla="*/ 0 h 15"/>
                <a:gd name="p0x107" fmla="*/ 974 w 3449"/>
                <a:gd name="p0y107" fmla="*/ 15 h 15"/>
                <a:gd name="p0x108" fmla="*/ 944 w 3449"/>
                <a:gd name="p0y108" fmla="*/ 15 h 15"/>
                <a:gd name="p0x109" fmla="*/ 944 w 3449"/>
                <a:gd name="p0y109" fmla="*/ 0 h 15"/>
                <a:gd name="p0x110" fmla="*/ 989 w 3449"/>
                <a:gd name="p0y110" fmla="*/ 0 h 15"/>
                <a:gd name="p0x111" fmla="*/ 1019 w 3449"/>
                <a:gd name="p0y111" fmla="*/ 0 h 15"/>
                <a:gd name="p0x112" fmla="*/ 1019 w 3449"/>
                <a:gd name="p0y112" fmla="*/ 15 h 15"/>
                <a:gd name="p0x113" fmla="*/ 989 w 3449"/>
                <a:gd name="p0y113" fmla="*/ 15 h 15"/>
                <a:gd name="p0x114" fmla="*/ 989 w 3449"/>
                <a:gd name="p0y114" fmla="*/ 0 h 15"/>
                <a:gd name="p0x115" fmla="*/ 1034 w 3449"/>
                <a:gd name="p0y115" fmla="*/ 0 h 15"/>
                <a:gd name="p0x116" fmla="*/ 1064 w 3449"/>
                <a:gd name="p0y116" fmla="*/ 0 h 15"/>
                <a:gd name="p0x117" fmla="*/ 1064 w 3449"/>
                <a:gd name="p0y117" fmla="*/ 15 h 15"/>
                <a:gd name="p0x118" fmla="*/ 1034 w 3449"/>
                <a:gd name="p0y118" fmla="*/ 15 h 15"/>
                <a:gd name="p0x119" fmla="*/ 1034 w 3449"/>
                <a:gd name="p0y119" fmla="*/ 0 h 15"/>
                <a:gd name="p0x120" fmla="*/ 1079 w 3449"/>
                <a:gd name="p0y120" fmla="*/ 0 h 15"/>
                <a:gd name="p0x121" fmla="*/ 1109 w 3449"/>
                <a:gd name="p0y121" fmla="*/ 0 h 15"/>
                <a:gd name="p0x122" fmla="*/ 1109 w 3449"/>
                <a:gd name="p0y122" fmla="*/ 15 h 15"/>
                <a:gd name="p0x123" fmla="*/ 1079 w 3449"/>
                <a:gd name="p0y123" fmla="*/ 15 h 15"/>
                <a:gd name="p0x124" fmla="*/ 1079 w 3449"/>
                <a:gd name="p0y124" fmla="*/ 0 h 15"/>
                <a:gd name="p0x125" fmla="*/ 1124 w 3449"/>
                <a:gd name="p0y125" fmla="*/ 0 h 15"/>
                <a:gd name="p0x126" fmla="*/ 1154 w 3449"/>
                <a:gd name="p0y126" fmla="*/ 0 h 15"/>
                <a:gd name="p0x127" fmla="*/ 1154 w 3449"/>
                <a:gd name="p0y127" fmla="*/ 15 h 15"/>
                <a:gd name="p0x128" fmla="*/ 1124 w 3449"/>
                <a:gd name="p0y128" fmla="*/ 15 h 15"/>
                <a:gd name="p0x129" fmla="*/ 1124 w 3449"/>
                <a:gd name="p0y129" fmla="*/ 0 h 15"/>
                <a:gd name="p0x130" fmla="*/ 1169 w 3449"/>
                <a:gd name="p0y130" fmla="*/ 0 h 15"/>
                <a:gd name="p0x131" fmla="*/ 1199 w 3449"/>
                <a:gd name="p0y131" fmla="*/ 0 h 15"/>
                <a:gd name="p0x132" fmla="*/ 1199 w 3449"/>
                <a:gd name="p0y132" fmla="*/ 15 h 15"/>
                <a:gd name="p0x133" fmla="*/ 1169 w 3449"/>
                <a:gd name="p0y133" fmla="*/ 15 h 15"/>
                <a:gd name="p0x134" fmla="*/ 1169 w 3449"/>
                <a:gd name="p0y134" fmla="*/ 0 h 15"/>
                <a:gd name="p0x135" fmla="*/ 1214 w 3449"/>
                <a:gd name="p0y135" fmla="*/ 0 h 15"/>
                <a:gd name="p0x136" fmla="*/ 1244 w 3449"/>
                <a:gd name="p0y136" fmla="*/ 0 h 15"/>
                <a:gd name="p0x137" fmla="*/ 1244 w 3449"/>
                <a:gd name="p0y137" fmla="*/ 15 h 15"/>
                <a:gd name="p0x138" fmla="*/ 1214 w 3449"/>
                <a:gd name="p0y138" fmla="*/ 15 h 15"/>
                <a:gd name="p0x139" fmla="*/ 1214 w 3449"/>
                <a:gd name="p0y139" fmla="*/ 0 h 15"/>
                <a:gd name="p0x140" fmla="*/ 1259 w 3449"/>
                <a:gd name="p0y140" fmla="*/ 0 h 15"/>
                <a:gd name="p0x141" fmla="*/ 1289 w 3449"/>
                <a:gd name="p0y141" fmla="*/ 0 h 15"/>
                <a:gd name="p0x142" fmla="*/ 1289 w 3449"/>
                <a:gd name="p0y142" fmla="*/ 15 h 15"/>
                <a:gd name="p0x143" fmla="*/ 1259 w 3449"/>
                <a:gd name="p0y143" fmla="*/ 15 h 15"/>
                <a:gd name="p0x144" fmla="*/ 1259 w 3449"/>
                <a:gd name="p0y144" fmla="*/ 0 h 15"/>
                <a:gd name="p0x145" fmla="*/ 1304 w 3449"/>
                <a:gd name="p0y145" fmla="*/ 0 h 15"/>
                <a:gd name="p0x146" fmla="*/ 1334 w 3449"/>
                <a:gd name="p0y146" fmla="*/ 0 h 15"/>
                <a:gd name="p0x147" fmla="*/ 1334 w 3449"/>
                <a:gd name="p0y147" fmla="*/ 15 h 15"/>
                <a:gd name="p0x148" fmla="*/ 1304 w 3449"/>
                <a:gd name="p0y148" fmla="*/ 15 h 15"/>
                <a:gd name="p0x149" fmla="*/ 1304 w 3449"/>
                <a:gd name="p0y149" fmla="*/ 0 h 15"/>
                <a:gd name="p0x150" fmla="*/ 1349 w 3449"/>
                <a:gd name="p0y150" fmla="*/ 0 h 15"/>
                <a:gd name="p0x151" fmla="*/ 1379 w 3449"/>
                <a:gd name="p0y151" fmla="*/ 0 h 15"/>
                <a:gd name="p0x152" fmla="*/ 1379 w 3449"/>
                <a:gd name="p0y152" fmla="*/ 15 h 15"/>
                <a:gd name="p0x153" fmla="*/ 1349 w 3449"/>
                <a:gd name="p0y153" fmla="*/ 15 h 15"/>
                <a:gd name="p0x154" fmla="*/ 1349 w 3449"/>
                <a:gd name="p0y154" fmla="*/ 0 h 15"/>
                <a:gd name="p0x155" fmla="*/ 1394 w 3449"/>
                <a:gd name="p0y155" fmla="*/ 0 h 15"/>
                <a:gd name="p0x156" fmla="*/ 1424 w 3449"/>
                <a:gd name="p0y156" fmla="*/ 0 h 15"/>
                <a:gd name="p0x157" fmla="*/ 1424 w 3449"/>
                <a:gd name="p0y157" fmla="*/ 15 h 15"/>
                <a:gd name="p0x158" fmla="*/ 1394 w 3449"/>
                <a:gd name="p0y158" fmla="*/ 15 h 15"/>
                <a:gd name="p0x159" fmla="*/ 1394 w 3449"/>
                <a:gd name="p0y159" fmla="*/ 0 h 15"/>
                <a:gd name="p0x160" fmla="*/ 1439 w 3449"/>
                <a:gd name="p0y160" fmla="*/ 0 h 15"/>
                <a:gd name="p0x161" fmla="*/ 1469 w 3449"/>
                <a:gd name="p0y161" fmla="*/ 0 h 15"/>
                <a:gd name="p0x162" fmla="*/ 1469 w 3449"/>
                <a:gd name="p0y162" fmla="*/ 15 h 15"/>
                <a:gd name="p0x163" fmla="*/ 1439 w 3449"/>
                <a:gd name="p0y163" fmla="*/ 15 h 15"/>
                <a:gd name="p0x164" fmla="*/ 1439 w 3449"/>
                <a:gd name="p0y164" fmla="*/ 0 h 15"/>
                <a:gd name="p0x165" fmla="*/ 1484 w 3449"/>
                <a:gd name="p0y165" fmla="*/ 0 h 15"/>
                <a:gd name="p0x166" fmla="*/ 1514 w 3449"/>
                <a:gd name="p0y166" fmla="*/ 0 h 15"/>
                <a:gd name="p0x167" fmla="*/ 1514 w 3449"/>
                <a:gd name="p0y167" fmla="*/ 15 h 15"/>
                <a:gd name="p0x168" fmla="*/ 1484 w 3449"/>
                <a:gd name="p0y168" fmla="*/ 15 h 15"/>
                <a:gd name="p0x169" fmla="*/ 1484 w 3449"/>
                <a:gd name="p0y169" fmla="*/ 0 h 15"/>
                <a:gd name="p0x170" fmla="*/ 1529 w 3449"/>
                <a:gd name="p0y170" fmla="*/ 0 h 15"/>
                <a:gd name="p0x171" fmla="*/ 1559 w 3449"/>
                <a:gd name="p0y171" fmla="*/ 0 h 15"/>
                <a:gd name="p0x172" fmla="*/ 1559 w 3449"/>
                <a:gd name="p0y172" fmla="*/ 15 h 15"/>
                <a:gd name="p0x173" fmla="*/ 1529 w 3449"/>
                <a:gd name="p0y173" fmla="*/ 15 h 15"/>
                <a:gd name="p0x174" fmla="*/ 1529 w 3449"/>
                <a:gd name="p0y174" fmla="*/ 0 h 15"/>
                <a:gd name="p0x175" fmla="*/ 1574 w 3449"/>
                <a:gd name="p0y175" fmla="*/ 0 h 15"/>
                <a:gd name="p0x176" fmla="*/ 1604 w 3449"/>
                <a:gd name="p0y176" fmla="*/ 0 h 15"/>
                <a:gd name="p0x177" fmla="*/ 1604 w 3449"/>
                <a:gd name="p0y177" fmla="*/ 15 h 15"/>
                <a:gd name="p0x178" fmla="*/ 1574 w 3449"/>
                <a:gd name="p0y178" fmla="*/ 15 h 15"/>
                <a:gd name="p0x179" fmla="*/ 1574 w 3449"/>
                <a:gd name="p0y179" fmla="*/ 0 h 15"/>
                <a:gd name="p0x180" fmla="*/ 1619 w 3449"/>
                <a:gd name="p0y180" fmla="*/ 0 h 15"/>
                <a:gd name="p0x181" fmla="*/ 1649 w 3449"/>
                <a:gd name="p0y181" fmla="*/ 0 h 15"/>
                <a:gd name="p0x182" fmla="*/ 1649 w 3449"/>
                <a:gd name="p0y182" fmla="*/ 15 h 15"/>
                <a:gd name="p0x183" fmla="*/ 1619 w 3449"/>
                <a:gd name="p0y183" fmla="*/ 15 h 15"/>
                <a:gd name="p0x184" fmla="*/ 1619 w 3449"/>
                <a:gd name="p0y184" fmla="*/ 0 h 15"/>
                <a:gd name="p0x185" fmla="*/ 1664 w 3449"/>
                <a:gd name="p0y185" fmla="*/ 0 h 15"/>
                <a:gd name="p0x186" fmla="*/ 1694 w 3449"/>
                <a:gd name="p0y186" fmla="*/ 0 h 15"/>
                <a:gd name="p0x187" fmla="*/ 1694 w 3449"/>
                <a:gd name="p0y187" fmla="*/ 15 h 15"/>
                <a:gd name="p0x188" fmla="*/ 1664 w 3449"/>
                <a:gd name="p0y188" fmla="*/ 15 h 15"/>
                <a:gd name="p0x189" fmla="*/ 1664 w 3449"/>
                <a:gd name="p0y189" fmla="*/ 0 h 15"/>
                <a:gd name="p0x190" fmla="*/ 1709 w 3449"/>
                <a:gd name="p0y190" fmla="*/ 0 h 15"/>
                <a:gd name="p0x191" fmla="*/ 1739 w 3449"/>
                <a:gd name="p0y191" fmla="*/ 0 h 15"/>
                <a:gd name="p0x192" fmla="*/ 1739 w 3449"/>
                <a:gd name="p0y192" fmla="*/ 15 h 15"/>
                <a:gd name="p0x193" fmla="*/ 1709 w 3449"/>
                <a:gd name="p0y193" fmla="*/ 15 h 15"/>
                <a:gd name="p0x194" fmla="*/ 1709 w 3449"/>
                <a:gd name="p0y194" fmla="*/ 0 h 15"/>
                <a:gd name="p0x195" fmla="*/ 1754 w 3449"/>
                <a:gd name="p0y195" fmla="*/ 0 h 15"/>
                <a:gd name="p0x196" fmla="*/ 1784 w 3449"/>
                <a:gd name="p0y196" fmla="*/ 0 h 15"/>
                <a:gd name="p0x197" fmla="*/ 1784 w 3449"/>
                <a:gd name="p0y197" fmla="*/ 15 h 15"/>
                <a:gd name="p0x198" fmla="*/ 1754 w 3449"/>
                <a:gd name="p0y198" fmla="*/ 15 h 15"/>
                <a:gd name="p0x199" fmla="*/ 1754 w 3449"/>
                <a:gd name="p0y199" fmla="*/ 0 h 15"/>
                <a:gd name="p0x200" fmla="*/ 1799 w 3449"/>
                <a:gd name="p0y200" fmla="*/ 0 h 15"/>
                <a:gd name="p0x201" fmla="*/ 1829 w 3449"/>
                <a:gd name="p0y201" fmla="*/ 0 h 15"/>
                <a:gd name="p0x202" fmla="*/ 1829 w 3449"/>
                <a:gd name="p0y202" fmla="*/ 15 h 15"/>
                <a:gd name="p0x203" fmla="*/ 1799 w 3449"/>
                <a:gd name="p0y203" fmla="*/ 15 h 15"/>
                <a:gd name="p0x204" fmla="*/ 1799 w 3449"/>
                <a:gd name="p0y204" fmla="*/ 0 h 15"/>
                <a:gd name="p0x205" fmla="*/ 1844 w 3449"/>
                <a:gd name="p0y205" fmla="*/ 0 h 15"/>
                <a:gd name="p0x206" fmla="*/ 1874 w 3449"/>
                <a:gd name="p0y206" fmla="*/ 0 h 15"/>
                <a:gd name="p0x207" fmla="*/ 1874 w 3449"/>
                <a:gd name="p0y207" fmla="*/ 15 h 15"/>
                <a:gd name="p0x208" fmla="*/ 1844 w 3449"/>
                <a:gd name="p0y208" fmla="*/ 15 h 15"/>
                <a:gd name="p0x209" fmla="*/ 1844 w 3449"/>
                <a:gd name="p0y209" fmla="*/ 0 h 15"/>
                <a:gd name="p0x210" fmla="*/ 1889 w 3449"/>
                <a:gd name="p0y210" fmla="*/ 0 h 15"/>
                <a:gd name="p0x211" fmla="*/ 1919 w 3449"/>
                <a:gd name="p0y211" fmla="*/ 0 h 15"/>
                <a:gd name="p0x212" fmla="*/ 1919 w 3449"/>
                <a:gd name="p0y212" fmla="*/ 15 h 15"/>
                <a:gd name="p0x213" fmla="*/ 1889 w 3449"/>
                <a:gd name="p0y213" fmla="*/ 15 h 15"/>
                <a:gd name="p0x214" fmla="*/ 1889 w 3449"/>
                <a:gd name="p0y214" fmla="*/ 0 h 15"/>
                <a:gd name="p0x215" fmla="*/ 1934 w 3449"/>
                <a:gd name="p0y215" fmla="*/ 0 h 15"/>
                <a:gd name="p0x216" fmla="*/ 1964 w 3449"/>
                <a:gd name="p0y216" fmla="*/ 0 h 15"/>
                <a:gd name="p0x217" fmla="*/ 1964 w 3449"/>
                <a:gd name="p0y217" fmla="*/ 15 h 15"/>
                <a:gd name="p0x218" fmla="*/ 1934 w 3449"/>
                <a:gd name="p0y218" fmla="*/ 15 h 15"/>
                <a:gd name="p0x219" fmla="*/ 1934 w 3449"/>
                <a:gd name="p0y219" fmla="*/ 0 h 15"/>
                <a:gd name="p0x220" fmla="*/ 1979 w 3449"/>
                <a:gd name="p0y220" fmla="*/ 0 h 15"/>
                <a:gd name="p0x221" fmla="*/ 2009 w 3449"/>
                <a:gd name="p0y221" fmla="*/ 0 h 15"/>
                <a:gd name="p0x222" fmla="*/ 2009 w 3449"/>
                <a:gd name="p0y222" fmla="*/ 15 h 15"/>
                <a:gd name="p0x223" fmla="*/ 1979 w 3449"/>
                <a:gd name="p0y223" fmla="*/ 15 h 15"/>
                <a:gd name="p0x224" fmla="*/ 1979 w 3449"/>
                <a:gd name="p0y224" fmla="*/ 0 h 15"/>
                <a:gd name="p0x225" fmla="*/ 2024 w 3449"/>
                <a:gd name="p0y225" fmla="*/ 0 h 15"/>
                <a:gd name="p0x226" fmla="*/ 2054 w 3449"/>
                <a:gd name="p0y226" fmla="*/ 0 h 15"/>
                <a:gd name="p0x227" fmla="*/ 2054 w 3449"/>
                <a:gd name="p0y227" fmla="*/ 15 h 15"/>
                <a:gd name="p0x228" fmla="*/ 2024 w 3449"/>
                <a:gd name="p0y228" fmla="*/ 15 h 15"/>
                <a:gd name="p0x229" fmla="*/ 2024 w 3449"/>
                <a:gd name="p0y229" fmla="*/ 0 h 15"/>
                <a:gd name="p0x230" fmla="*/ 2069 w 3449"/>
                <a:gd name="p0y230" fmla="*/ 0 h 15"/>
                <a:gd name="p0x231" fmla="*/ 2099 w 3449"/>
                <a:gd name="p0y231" fmla="*/ 0 h 15"/>
                <a:gd name="p0x232" fmla="*/ 2099 w 3449"/>
                <a:gd name="p0y232" fmla="*/ 15 h 15"/>
                <a:gd name="p0x233" fmla="*/ 2069 w 3449"/>
                <a:gd name="p0y233" fmla="*/ 15 h 15"/>
                <a:gd name="p0x234" fmla="*/ 2069 w 3449"/>
                <a:gd name="p0y234" fmla="*/ 0 h 15"/>
                <a:gd name="p0x235" fmla="*/ 2114 w 3449"/>
                <a:gd name="p0y235" fmla="*/ 0 h 15"/>
                <a:gd name="p0x236" fmla="*/ 2144 w 3449"/>
                <a:gd name="p0y236" fmla="*/ 0 h 15"/>
                <a:gd name="p0x237" fmla="*/ 2144 w 3449"/>
                <a:gd name="p0y237" fmla="*/ 15 h 15"/>
                <a:gd name="p0x238" fmla="*/ 2114 w 3449"/>
                <a:gd name="p0y238" fmla="*/ 15 h 15"/>
                <a:gd name="p0x239" fmla="*/ 2114 w 3449"/>
                <a:gd name="p0y239" fmla="*/ 0 h 15"/>
                <a:gd name="p0x240" fmla="*/ 2159 w 3449"/>
                <a:gd name="p0y240" fmla="*/ 0 h 15"/>
                <a:gd name="p0x241" fmla="*/ 2189 w 3449"/>
                <a:gd name="p0y241" fmla="*/ 0 h 15"/>
                <a:gd name="p0x242" fmla="*/ 2189 w 3449"/>
                <a:gd name="p0y242" fmla="*/ 15 h 15"/>
                <a:gd name="p0x243" fmla="*/ 2159 w 3449"/>
                <a:gd name="p0y243" fmla="*/ 15 h 15"/>
                <a:gd name="p0x244" fmla="*/ 2159 w 3449"/>
                <a:gd name="p0y244" fmla="*/ 0 h 15"/>
                <a:gd name="p0x245" fmla="*/ 2204 w 3449"/>
                <a:gd name="p0y245" fmla="*/ 0 h 15"/>
                <a:gd name="p0x246" fmla="*/ 2234 w 3449"/>
                <a:gd name="p0y246" fmla="*/ 0 h 15"/>
                <a:gd name="p0x247" fmla="*/ 2234 w 3449"/>
                <a:gd name="p0y247" fmla="*/ 15 h 15"/>
                <a:gd name="p0x248" fmla="*/ 2204 w 3449"/>
                <a:gd name="p0y248" fmla="*/ 15 h 15"/>
                <a:gd name="p0x249" fmla="*/ 2204 w 3449"/>
                <a:gd name="p0y249" fmla="*/ 0 h 15"/>
                <a:gd name="p0x250" fmla="*/ 2249 w 3449"/>
                <a:gd name="p0y250" fmla="*/ 0 h 15"/>
                <a:gd name="p0x251" fmla="*/ 2279 w 3449"/>
                <a:gd name="p0y251" fmla="*/ 0 h 15"/>
                <a:gd name="p0x252" fmla="*/ 2279 w 3449"/>
                <a:gd name="p0y252" fmla="*/ 15 h 15"/>
                <a:gd name="p0x253" fmla="*/ 2249 w 3449"/>
                <a:gd name="p0y253" fmla="*/ 15 h 15"/>
                <a:gd name="p0x254" fmla="*/ 2249 w 3449"/>
                <a:gd name="p0y254" fmla="*/ 0 h 15"/>
                <a:gd name="p0x255" fmla="*/ 2294 w 3449"/>
                <a:gd name="p0y255" fmla="*/ 0 h 15"/>
                <a:gd name="p0x256" fmla="*/ 2324 w 3449"/>
                <a:gd name="p0y256" fmla="*/ 0 h 15"/>
                <a:gd name="p0x257" fmla="*/ 2324 w 3449"/>
                <a:gd name="p0y257" fmla="*/ 15 h 15"/>
                <a:gd name="p0x258" fmla="*/ 2294 w 3449"/>
                <a:gd name="p0y258" fmla="*/ 15 h 15"/>
                <a:gd name="p0x259" fmla="*/ 2294 w 3449"/>
                <a:gd name="p0y259" fmla="*/ 0 h 15"/>
                <a:gd name="p0x260" fmla="*/ 2339 w 3449"/>
                <a:gd name="p0y260" fmla="*/ 0 h 15"/>
                <a:gd name="p0x261" fmla="*/ 2369 w 3449"/>
                <a:gd name="p0y261" fmla="*/ 0 h 15"/>
                <a:gd name="p0x262" fmla="*/ 2369 w 3449"/>
                <a:gd name="p0y262" fmla="*/ 15 h 15"/>
                <a:gd name="p0x263" fmla="*/ 2339 w 3449"/>
                <a:gd name="p0y263" fmla="*/ 15 h 15"/>
                <a:gd name="p0x264" fmla="*/ 2339 w 3449"/>
                <a:gd name="p0y264" fmla="*/ 0 h 15"/>
                <a:gd name="p0x265" fmla="*/ 2384 w 3449"/>
                <a:gd name="p0y265" fmla="*/ 0 h 15"/>
                <a:gd name="p0x266" fmla="*/ 2414 w 3449"/>
                <a:gd name="p0y266" fmla="*/ 0 h 15"/>
                <a:gd name="p0x267" fmla="*/ 2414 w 3449"/>
                <a:gd name="p0y267" fmla="*/ 15 h 15"/>
                <a:gd name="p0x268" fmla="*/ 2384 w 3449"/>
                <a:gd name="p0y268" fmla="*/ 15 h 15"/>
                <a:gd name="p0x269" fmla="*/ 2384 w 3449"/>
                <a:gd name="p0y269" fmla="*/ 0 h 15"/>
                <a:gd name="p0x270" fmla="*/ 2429 w 3449"/>
                <a:gd name="p0y270" fmla="*/ 0 h 15"/>
                <a:gd name="p0x271" fmla="*/ 2459 w 3449"/>
                <a:gd name="p0y271" fmla="*/ 0 h 15"/>
                <a:gd name="p0x272" fmla="*/ 2459 w 3449"/>
                <a:gd name="p0y272" fmla="*/ 15 h 15"/>
                <a:gd name="p0x273" fmla="*/ 2429 w 3449"/>
                <a:gd name="p0y273" fmla="*/ 15 h 15"/>
                <a:gd name="p0x274" fmla="*/ 2429 w 3449"/>
                <a:gd name="p0y274" fmla="*/ 0 h 15"/>
                <a:gd name="p0x275" fmla="*/ 2474 w 3449"/>
                <a:gd name="p0y275" fmla="*/ 0 h 15"/>
                <a:gd name="p0x276" fmla="*/ 2504 w 3449"/>
                <a:gd name="p0y276" fmla="*/ 0 h 15"/>
                <a:gd name="p0x277" fmla="*/ 2504 w 3449"/>
                <a:gd name="p0y277" fmla="*/ 15 h 15"/>
                <a:gd name="p0x278" fmla="*/ 2474 w 3449"/>
                <a:gd name="p0y278" fmla="*/ 15 h 15"/>
                <a:gd name="p0x279" fmla="*/ 2474 w 3449"/>
                <a:gd name="p0y279" fmla="*/ 0 h 15"/>
                <a:gd name="p0x280" fmla="*/ 2519 w 3449"/>
                <a:gd name="p0y280" fmla="*/ 0 h 15"/>
                <a:gd name="p0x281" fmla="*/ 2549 w 3449"/>
                <a:gd name="p0y281" fmla="*/ 0 h 15"/>
                <a:gd name="p0x282" fmla="*/ 2549 w 3449"/>
                <a:gd name="p0y282" fmla="*/ 15 h 15"/>
                <a:gd name="p0x283" fmla="*/ 2519 w 3449"/>
                <a:gd name="p0y283" fmla="*/ 15 h 15"/>
                <a:gd name="p0x284" fmla="*/ 2519 w 3449"/>
                <a:gd name="p0y284" fmla="*/ 0 h 15"/>
                <a:gd name="p0x285" fmla="*/ 2564 w 3449"/>
                <a:gd name="p0y285" fmla="*/ 0 h 15"/>
                <a:gd name="p0x286" fmla="*/ 2594 w 3449"/>
                <a:gd name="p0y286" fmla="*/ 0 h 15"/>
                <a:gd name="p0x287" fmla="*/ 2594 w 3449"/>
                <a:gd name="p0y287" fmla="*/ 15 h 15"/>
                <a:gd name="p0x288" fmla="*/ 2564 w 3449"/>
                <a:gd name="p0y288" fmla="*/ 15 h 15"/>
                <a:gd name="p0x289" fmla="*/ 2564 w 3449"/>
                <a:gd name="p0y289" fmla="*/ 0 h 15"/>
                <a:gd name="p0x290" fmla="*/ 2609 w 3449"/>
                <a:gd name="p0y290" fmla="*/ 0 h 15"/>
                <a:gd name="p0x291" fmla="*/ 2639 w 3449"/>
                <a:gd name="p0y291" fmla="*/ 0 h 15"/>
                <a:gd name="p0x292" fmla="*/ 2639 w 3449"/>
                <a:gd name="p0y292" fmla="*/ 15 h 15"/>
                <a:gd name="p0x293" fmla="*/ 2609 w 3449"/>
                <a:gd name="p0y293" fmla="*/ 15 h 15"/>
                <a:gd name="p0x294" fmla="*/ 2609 w 3449"/>
                <a:gd name="p0y294" fmla="*/ 0 h 15"/>
                <a:gd name="p0x295" fmla="*/ 2654 w 3449"/>
                <a:gd name="p0y295" fmla="*/ 0 h 15"/>
                <a:gd name="p0x296" fmla="*/ 2684 w 3449"/>
                <a:gd name="p0y296" fmla="*/ 0 h 15"/>
                <a:gd name="p0x297" fmla="*/ 2684 w 3449"/>
                <a:gd name="p0y297" fmla="*/ 15 h 15"/>
                <a:gd name="p0x298" fmla="*/ 2654 w 3449"/>
                <a:gd name="p0y298" fmla="*/ 15 h 15"/>
                <a:gd name="p0x299" fmla="*/ 2654 w 3449"/>
                <a:gd name="p0y299" fmla="*/ 0 h 15"/>
                <a:gd name="p0x300" fmla="*/ 2699 w 3449"/>
                <a:gd name="p0y300" fmla="*/ 0 h 15"/>
                <a:gd name="p0x301" fmla="*/ 2729 w 3449"/>
                <a:gd name="p0y301" fmla="*/ 0 h 15"/>
                <a:gd name="p0x302" fmla="*/ 2729 w 3449"/>
                <a:gd name="p0y302" fmla="*/ 15 h 15"/>
                <a:gd name="p0x303" fmla="*/ 2699 w 3449"/>
                <a:gd name="p0y303" fmla="*/ 15 h 15"/>
                <a:gd name="p0x304" fmla="*/ 2699 w 3449"/>
                <a:gd name="p0y304" fmla="*/ 0 h 15"/>
                <a:gd name="p0x305" fmla="*/ 2744 w 3449"/>
                <a:gd name="p0y305" fmla="*/ 0 h 15"/>
                <a:gd name="p0x306" fmla="*/ 2774 w 3449"/>
                <a:gd name="p0y306" fmla="*/ 0 h 15"/>
                <a:gd name="p0x307" fmla="*/ 2774 w 3449"/>
                <a:gd name="p0y307" fmla="*/ 15 h 15"/>
                <a:gd name="p0x308" fmla="*/ 2744 w 3449"/>
                <a:gd name="p0y308" fmla="*/ 15 h 15"/>
                <a:gd name="p0x309" fmla="*/ 2744 w 3449"/>
                <a:gd name="p0y309" fmla="*/ 0 h 15"/>
                <a:gd name="p0x310" fmla="*/ 2789 w 3449"/>
                <a:gd name="p0y310" fmla="*/ 0 h 15"/>
                <a:gd name="p0x311" fmla="*/ 2819 w 3449"/>
                <a:gd name="p0y311" fmla="*/ 0 h 15"/>
                <a:gd name="p0x312" fmla="*/ 2819 w 3449"/>
                <a:gd name="p0y312" fmla="*/ 15 h 15"/>
                <a:gd name="p0x313" fmla="*/ 2789 w 3449"/>
                <a:gd name="p0y313" fmla="*/ 15 h 15"/>
                <a:gd name="p0x314" fmla="*/ 2789 w 3449"/>
                <a:gd name="p0y314" fmla="*/ 0 h 15"/>
                <a:gd name="p0x315" fmla="*/ 2834 w 3449"/>
                <a:gd name="p0y315" fmla="*/ 0 h 15"/>
                <a:gd name="p0x316" fmla="*/ 2864 w 3449"/>
                <a:gd name="p0y316" fmla="*/ 0 h 15"/>
                <a:gd name="p0x317" fmla="*/ 2864 w 3449"/>
                <a:gd name="p0y317" fmla="*/ 15 h 15"/>
                <a:gd name="p0x318" fmla="*/ 2834 w 3449"/>
                <a:gd name="p0y318" fmla="*/ 15 h 15"/>
                <a:gd name="p0x319" fmla="*/ 2834 w 3449"/>
                <a:gd name="p0y319" fmla="*/ 0 h 15"/>
                <a:gd name="p0x320" fmla="*/ 2879 w 3449"/>
                <a:gd name="p0y320" fmla="*/ 0 h 15"/>
                <a:gd name="p0x321" fmla="*/ 2909 w 3449"/>
                <a:gd name="p0y321" fmla="*/ 0 h 15"/>
                <a:gd name="p0x322" fmla="*/ 2909 w 3449"/>
                <a:gd name="p0y322" fmla="*/ 15 h 15"/>
                <a:gd name="p0x323" fmla="*/ 2879 w 3449"/>
                <a:gd name="p0y323" fmla="*/ 15 h 15"/>
                <a:gd name="p0x324" fmla="*/ 2879 w 3449"/>
                <a:gd name="p0y324" fmla="*/ 0 h 15"/>
                <a:gd name="p0x325" fmla="*/ 2924 w 3449"/>
                <a:gd name="p0y325" fmla="*/ 0 h 15"/>
                <a:gd name="p0x326" fmla="*/ 2954 w 3449"/>
                <a:gd name="p0y326" fmla="*/ 0 h 15"/>
                <a:gd name="p0x327" fmla="*/ 2954 w 3449"/>
                <a:gd name="p0y327" fmla="*/ 15 h 15"/>
                <a:gd name="p0x328" fmla="*/ 2924 w 3449"/>
                <a:gd name="p0y328" fmla="*/ 15 h 15"/>
                <a:gd name="p0x329" fmla="*/ 2924 w 3449"/>
                <a:gd name="p0y329" fmla="*/ 0 h 15"/>
                <a:gd name="p0x330" fmla="*/ 2969 w 3449"/>
                <a:gd name="p0y330" fmla="*/ 0 h 15"/>
                <a:gd name="p0x331" fmla="*/ 2999 w 3449"/>
                <a:gd name="p0y331" fmla="*/ 0 h 15"/>
                <a:gd name="p0x332" fmla="*/ 2999 w 3449"/>
                <a:gd name="p0y332" fmla="*/ 15 h 15"/>
                <a:gd name="p0x333" fmla="*/ 2969 w 3449"/>
                <a:gd name="p0y333" fmla="*/ 15 h 15"/>
                <a:gd name="p0x334" fmla="*/ 2969 w 3449"/>
                <a:gd name="p0y334" fmla="*/ 0 h 15"/>
                <a:gd name="p0x335" fmla="*/ 3014 w 3449"/>
                <a:gd name="p0y335" fmla="*/ 0 h 15"/>
                <a:gd name="p0x336" fmla="*/ 3044 w 3449"/>
                <a:gd name="p0y336" fmla="*/ 0 h 15"/>
                <a:gd name="p0x337" fmla="*/ 3044 w 3449"/>
                <a:gd name="p0y337" fmla="*/ 15 h 15"/>
                <a:gd name="p0x338" fmla="*/ 3014 w 3449"/>
                <a:gd name="p0y338" fmla="*/ 15 h 15"/>
                <a:gd name="p0x339" fmla="*/ 3014 w 3449"/>
                <a:gd name="p0y339" fmla="*/ 0 h 15"/>
                <a:gd name="p0x340" fmla="*/ 3059 w 3449"/>
                <a:gd name="p0y340" fmla="*/ 0 h 15"/>
                <a:gd name="p0x341" fmla="*/ 3089 w 3449"/>
                <a:gd name="p0y341" fmla="*/ 0 h 15"/>
                <a:gd name="p0x342" fmla="*/ 3089 w 3449"/>
                <a:gd name="p0y342" fmla="*/ 15 h 15"/>
                <a:gd name="p0x343" fmla="*/ 3059 w 3449"/>
                <a:gd name="p0y343" fmla="*/ 15 h 15"/>
                <a:gd name="p0x344" fmla="*/ 3059 w 3449"/>
                <a:gd name="p0y344" fmla="*/ 0 h 15"/>
                <a:gd name="p0x345" fmla="*/ 3104 w 3449"/>
                <a:gd name="p0y345" fmla="*/ 0 h 15"/>
                <a:gd name="p0x346" fmla="*/ 3134 w 3449"/>
                <a:gd name="p0y346" fmla="*/ 0 h 15"/>
                <a:gd name="p0x347" fmla="*/ 3134 w 3449"/>
                <a:gd name="p0y347" fmla="*/ 15 h 15"/>
                <a:gd name="p0x348" fmla="*/ 3104 w 3449"/>
                <a:gd name="p0y348" fmla="*/ 15 h 15"/>
                <a:gd name="p0x349" fmla="*/ 3104 w 3449"/>
                <a:gd name="p0y349" fmla="*/ 0 h 15"/>
                <a:gd name="p0x350" fmla="*/ 3149 w 3449"/>
                <a:gd name="p0y350" fmla="*/ 0 h 15"/>
                <a:gd name="p0x351" fmla="*/ 3179 w 3449"/>
                <a:gd name="p0y351" fmla="*/ 0 h 15"/>
                <a:gd name="p0x352" fmla="*/ 3179 w 3449"/>
                <a:gd name="p0y352" fmla="*/ 15 h 15"/>
                <a:gd name="p0x353" fmla="*/ 3149 w 3449"/>
                <a:gd name="p0y353" fmla="*/ 15 h 15"/>
                <a:gd name="p0x354" fmla="*/ 3149 w 3449"/>
                <a:gd name="p0y354" fmla="*/ 0 h 15"/>
                <a:gd name="p0x355" fmla="*/ 3194 w 3449"/>
                <a:gd name="p0y355" fmla="*/ 0 h 15"/>
                <a:gd name="p0x356" fmla="*/ 3224 w 3449"/>
                <a:gd name="p0y356" fmla="*/ 0 h 15"/>
                <a:gd name="p0x357" fmla="*/ 3224 w 3449"/>
                <a:gd name="p0y357" fmla="*/ 15 h 15"/>
                <a:gd name="p0x358" fmla="*/ 3194 w 3449"/>
                <a:gd name="p0y358" fmla="*/ 15 h 15"/>
                <a:gd name="p0x359" fmla="*/ 3194 w 3449"/>
                <a:gd name="p0y359" fmla="*/ 0 h 15"/>
                <a:gd name="p0x360" fmla="*/ 3239 w 3449"/>
                <a:gd name="p0y360" fmla="*/ 0 h 15"/>
                <a:gd name="p0x361" fmla="*/ 3269 w 3449"/>
                <a:gd name="p0y361" fmla="*/ 0 h 15"/>
                <a:gd name="p0x362" fmla="*/ 3269 w 3449"/>
                <a:gd name="p0y362" fmla="*/ 15 h 15"/>
                <a:gd name="p0x363" fmla="*/ 3239 w 3449"/>
                <a:gd name="p0y363" fmla="*/ 15 h 15"/>
                <a:gd name="p0x364" fmla="*/ 3239 w 3449"/>
                <a:gd name="p0y364" fmla="*/ 0 h 15"/>
                <a:gd name="p0x365" fmla="*/ 3284 w 3449"/>
                <a:gd name="p0y365" fmla="*/ 0 h 15"/>
                <a:gd name="p0x366" fmla="*/ 3314 w 3449"/>
                <a:gd name="p0y366" fmla="*/ 0 h 15"/>
                <a:gd name="p0x367" fmla="*/ 3314 w 3449"/>
                <a:gd name="p0y367" fmla="*/ 15 h 15"/>
                <a:gd name="p0x368" fmla="*/ 3284 w 3449"/>
                <a:gd name="p0y368" fmla="*/ 15 h 15"/>
                <a:gd name="p0x369" fmla="*/ 3284 w 3449"/>
                <a:gd name="p0y369" fmla="*/ 0 h 15"/>
                <a:gd name="p0x370" fmla="*/ 3329 w 3449"/>
                <a:gd name="p0y370" fmla="*/ 0 h 15"/>
                <a:gd name="p0x371" fmla="*/ 3359 w 3449"/>
                <a:gd name="p0y371" fmla="*/ 0 h 15"/>
                <a:gd name="p0x372" fmla="*/ 3359 w 3449"/>
                <a:gd name="p0y372" fmla="*/ 15 h 15"/>
                <a:gd name="p0x373" fmla="*/ 3329 w 3449"/>
                <a:gd name="p0y373" fmla="*/ 15 h 15"/>
                <a:gd name="p0x374" fmla="*/ 3329 w 3449"/>
                <a:gd name="p0y374" fmla="*/ 0 h 15"/>
                <a:gd name="p0x375" fmla="*/ 3374 w 3449"/>
                <a:gd name="p0y375" fmla="*/ 0 h 15"/>
                <a:gd name="p0x376" fmla="*/ 3404 w 3449"/>
                <a:gd name="p0y376" fmla="*/ 0 h 15"/>
                <a:gd name="p0x377" fmla="*/ 3404 w 3449"/>
                <a:gd name="p0y377" fmla="*/ 15 h 15"/>
                <a:gd name="p0x378" fmla="*/ 3374 w 3449"/>
                <a:gd name="p0y378" fmla="*/ 15 h 15"/>
                <a:gd name="p0x379" fmla="*/ 3374 w 3449"/>
                <a:gd name="p0y379" fmla="*/ 0 h 15"/>
                <a:gd name="p0x380" fmla="*/ 3419 w 3449"/>
                <a:gd name="p0y380" fmla="*/ 0 h 15"/>
                <a:gd name="p0x381" fmla="*/ 3449 w 3449"/>
                <a:gd name="p0y381" fmla="*/ 0 h 15"/>
                <a:gd name="p0x382" fmla="*/ 3449 w 3449"/>
                <a:gd name="p0y382" fmla="*/ 15 h 15"/>
                <a:gd name="p0x383" fmla="*/ 3419 w 3449"/>
                <a:gd name="p0y383" fmla="*/ 15 h 15"/>
                <a:gd name="p0x384" fmla="*/ 3419 w 3449"/>
                <a:gd name="p0y384" fmla="*/ 0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moveTo>
                    <a:pt x="p0x5" y="p0y5"/>
                  </a:moveTo>
                  <a:lnTo>
                    <a:pt x="p0x6" y="p0y6"/>
                  </a:lnTo>
                  <a:lnTo>
                    <a:pt x="p0x7" y="p0y7"/>
                  </a:lnTo>
                  <a:lnTo>
                    <a:pt x="p0x8" y="p0y8"/>
                  </a:lnTo>
                  <a:lnTo>
                    <a:pt x="p0x9" y="p0y9"/>
                  </a:lnTo>
                  <a:moveTo>
                    <a:pt x="p0x10" y="p0y10"/>
                  </a:moveTo>
                  <a:lnTo>
                    <a:pt x="p0x11" y="p0y11"/>
                  </a:lnTo>
                  <a:lnTo>
                    <a:pt x="p0x12" y="p0y12"/>
                  </a:lnTo>
                  <a:lnTo>
                    <a:pt x="p0x13" y="p0y13"/>
                  </a:lnTo>
                  <a:lnTo>
                    <a:pt x="p0x14" y="p0y14"/>
                  </a:lnTo>
                  <a:moveTo>
                    <a:pt x="p0x15" y="p0y15"/>
                  </a:moveTo>
                  <a:lnTo>
                    <a:pt x="p0x16" y="p0y16"/>
                  </a:lnTo>
                  <a:lnTo>
                    <a:pt x="p0x17" y="p0y17"/>
                  </a:lnTo>
                  <a:lnTo>
                    <a:pt x="p0x18" y="p0y18"/>
                  </a:lnTo>
                  <a:lnTo>
                    <a:pt x="p0x19" y="p0y19"/>
                  </a:lnTo>
                  <a:moveTo>
                    <a:pt x="p0x20" y="p0y20"/>
                  </a:moveTo>
                  <a:lnTo>
                    <a:pt x="p0x21" y="p0y21"/>
                  </a:lnTo>
                  <a:lnTo>
                    <a:pt x="p0x22" y="p0y22"/>
                  </a:lnTo>
                  <a:lnTo>
                    <a:pt x="p0x23" y="p0y23"/>
                  </a:lnTo>
                  <a:lnTo>
                    <a:pt x="p0x24" y="p0y24"/>
                  </a:lnTo>
                  <a:moveTo>
                    <a:pt x="p0x25" y="p0y25"/>
                  </a:moveTo>
                  <a:lnTo>
                    <a:pt x="p0x26" y="p0y26"/>
                  </a:lnTo>
                  <a:lnTo>
                    <a:pt x="p0x27" y="p0y27"/>
                  </a:lnTo>
                  <a:lnTo>
                    <a:pt x="p0x28" y="p0y28"/>
                  </a:lnTo>
                  <a:lnTo>
                    <a:pt x="p0x29" y="p0y29"/>
                  </a:lnTo>
                  <a:moveTo>
                    <a:pt x="p0x30" y="p0y30"/>
                  </a:moveTo>
                  <a:lnTo>
                    <a:pt x="p0x31" y="p0y31"/>
                  </a:lnTo>
                  <a:lnTo>
                    <a:pt x="p0x32" y="p0y32"/>
                  </a:lnTo>
                  <a:lnTo>
                    <a:pt x="p0x33" y="p0y33"/>
                  </a:lnTo>
                  <a:lnTo>
                    <a:pt x="p0x34" y="p0y34"/>
                  </a:lnTo>
                  <a:moveTo>
                    <a:pt x="p0x35" y="p0y35"/>
                  </a:moveTo>
                  <a:lnTo>
                    <a:pt x="p0x36" y="p0y36"/>
                  </a:lnTo>
                  <a:lnTo>
                    <a:pt x="p0x37" y="p0y37"/>
                  </a:lnTo>
                  <a:lnTo>
                    <a:pt x="p0x38" y="p0y38"/>
                  </a:lnTo>
                  <a:lnTo>
                    <a:pt x="p0x39" y="p0y39"/>
                  </a:lnTo>
                  <a:moveTo>
                    <a:pt x="p0x40" y="p0y40"/>
                  </a:moveTo>
                  <a:lnTo>
                    <a:pt x="p0x41" y="p0y41"/>
                  </a:lnTo>
                  <a:lnTo>
                    <a:pt x="p0x42" y="p0y42"/>
                  </a:lnTo>
                  <a:lnTo>
                    <a:pt x="p0x43" y="p0y43"/>
                  </a:lnTo>
                  <a:lnTo>
                    <a:pt x="p0x44" y="p0y44"/>
                  </a:lnTo>
                  <a:moveTo>
                    <a:pt x="p0x45" y="p0y45"/>
                  </a:moveTo>
                  <a:lnTo>
                    <a:pt x="p0x46" y="p0y46"/>
                  </a:lnTo>
                  <a:lnTo>
                    <a:pt x="p0x47" y="p0y47"/>
                  </a:lnTo>
                  <a:lnTo>
                    <a:pt x="p0x48" y="p0y48"/>
                  </a:lnTo>
                  <a:lnTo>
                    <a:pt x="p0x49" y="p0y49"/>
                  </a:lnTo>
                  <a:moveTo>
                    <a:pt x="p0x50" y="p0y50"/>
                  </a:moveTo>
                  <a:lnTo>
                    <a:pt x="p0x51" y="p0y51"/>
                  </a:lnTo>
                  <a:lnTo>
                    <a:pt x="p0x52" y="p0y52"/>
                  </a:lnTo>
                  <a:lnTo>
                    <a:pt x="p0x53" y="p0y53"/>
                  </a:lnTo>
                  <a:lnTo>
                    <a:pt x="p0x54" y="p0y54"/>
                  </a:lnTo>
                  <a:moveTo>
                    <a:pt x="p0x55" y="p0y55"/>
                  </a:moveTo>
                  <a:lnTo>
                    <a:pt x="p0x56" y="p0y56"/>
                  </a:lnTo>
                  <a:lnTo>
                    <a:pt x="p0x57" y="p0y57"/>
                  </a:lnTo>
                  <a:lnTo>
                    <a:pt x="p0x58" y="p0y58"/>
                  </a:lnTo>
                  <a:lnTo>
                    <a:pt x="p0x59" y="p0y59"/>
                  </a:lnTo>
                  <a:moveTo>
                    <a:pt x="p0x60" y="p0y60"/>
                  </a:moveTo>
                  <a:lnTo>
                    <a:pt x="p0x61" y="p0y61"/>
                  </a:lnTo>
                  <a:lnTo>
                    <a:pt x="p0x62" y="p0y62"/>
                  </a:lnTo>
                  <a:lnTo>
                    <a:pt x="p0x63" y="p0y63"/>
                  </a:lnTo>
                  <a:lnTo>
                    <a:pt x="p0x64" y="p0y64"/>
                  </a:lnTo>
                  <a:moveTo>
                    <a:pt x="p0x65" y="p0y65"/>
                  </a:moveTo>
                  <a:lnTo>
                    <a:pt x="p0x66" y="p0y66"/>
                  </a:lnTo>
                  <a:lnTo>
                    <a:pt x="p0x67" y="p0y67"/>
                  </a:lnTo>
                  <a:lnTo>
                    <a:pt x="p0x68" y="p0y68"/>
                  </a:lnTo>
                  <a:lnTo>
                    <a:pt x="p0x69" y="p0y69"/>
                  </a:lnTo>
                  <a:moveTo>
                    <a:pt x="p0x70" y="p0y70"/>
                  </a:moveTo>
                  <a:lnTo>
                    <a:pt x="p0x71" y="p0y71"/>
                  </a:lnTo>
                  <a:lnTo>
                    <a:pt x="p0x72" y="p0y72"/>
                  </a:lnTo>
                  <a:lnTo>
                    <a:pt x="p0x73" y="p0y73"/>
                  </a:lnTo>
                  <a:lnTo>
                    <a:pt x="p0x74" y="p0y74"/>
                  </a:lnTo>
                  <a:moveTo>
                    <a:pt x="p0x75" y="p0y75"/>
                  </a:moveTo>
                  <a:lnTo>
                    <a:pt x="p0x76" y="p0y76"/>
                  </a:lnTo>
                  <a:lnTo>
                    <a:pt x="p0x77" y="p0y77"/>
                  </a:lnTo>
                  <a:lnTo>
                    <a:pt x="p0x78" y="p0y78"/>
                  </a:lnTo>
                  <a:lnTo>
                    <a:pt x="p0x79" y="p0y79"/>
                  </a:lnTo>
                  <a:moveTo>
                    <a:pt x="p0x80" y="p0y80"/>
                  </a:moveTo>
                  <a:lnTo>
                    <a:pt x="p0x81" y="p0y81"/>
                  </a:lnTo>
                  <a:lnTo>
                    <a:pt x="p0x82" y="p0y82"/>
                  </a:lnTo>
                  <a:lnTo>
                    <a:pt x="p0x83" y="p0y83"/>
                  </a:lnTo>
                  <a:lnTo>
                    <a:pt x="p0x84" y="p0y84"/>
                  </a:lnTo>
                  <a:moveTo>
                    <a:pt x="p0x85" y="p0y85"/>
                  </a:moveTo>
                  <a:lnTo>
                    <a:pt x="p0x86" y="p0y86"/>
                  </a:lnTo>
                  <a:lnTo>
                    <a:pt x="p0x87" y="p0y87"/>
                  </a:lnTo>
                  <a:lnTo>
                    <a:pt x="p0x88" y="p0y88"/>
                  </a:lnTo>
                  <a:lnTo>
                    <a:pt x="p0x89" y="p0y89"/>
                  </a:lnTo>
                  <a:moveTo>
                    <a:pt x="p0x90" y="p0y90"/>
                  </a:moveTo>
                  <a:lnTo>
                    <a:pt x="p0x91" y="p0y91"/>
                  </a:lnTo>
                  <a:lnTo>
                    <a:pt x="p0x92" y="p0y92"/>
                  </a:lnTo>
                  <a:lnTo>
                    <a:pt x="p0x93" y="p0y93"/>
                  </a:lnTo>
                  <a:lnTo>
                    <a:pt x="p0x94" y="p0y94"/>
                  </a:lnTo>
                  <a:moveTo>
                    <a:pt x="p0x95" y="p0y95"/>
                  </a:moveTo>
                  <a:lnTo>
                    <a:pt x="p0x96" y="p0y96"/>
                  </a:lnTo>
                  <a:lnTo>
                    <a:pt x="p0x97" y="p0y97"/>
                  </a:lnTo>
                  <a:lnTo>
                    <a:pt x="p0x98" y="p0y98"/>
                  </a:lnTo>
                  <a:lnTo>
                    <a:pt x="p0x99" y="p0y99"/>
                  </a:lnTo>
                  <a:moveTo>
                    <a:pt x="p0x100" y="p0y100"/>
                  </a:moveTo>
                  <a:lnTo>
                    <a:pt x="p0x101" y="p0y101"/>
                  </a:lnTo>
                  <a:lnTo>
                    <a:pt x="p0x102" y="p0y102"/>
                  </a:lnTo>
                  <a:lnTo>
                    <a:pt x="p0x103" y="p0y103"/>
                  </a:lnTo>
                  <a:lnTo>
                    <a:pt x="p0x104" y="p0y104"/>
                  </a:lnTo>
                  <a:moveTo>
                    <a:pt x="p0x105" y="p0y105"/>
                  </a:moveTo>
                  <a:lnTo>
                    <a:pt x="p0x106" y="p0y106"/>
                  </a:lnTo>
                  <a:lnTo>
                    <a:pt x="p0x107" y="p0y107"/>
                  </a:lnTo>
                  <a:lnTo>
                    <a:pt x="p0x108" y="p0y108"/>
                  </a:lnTo>
                  <a:lnTo>
                    <a:pt x="p0x109" y="p0y109"/>
                  </a:lnTo>
                  <a:moveTo>
                    <a:pt x="p0x110" y="p0y110"/>
                  </a:moveTo>
                  <a:lnTo>
                    <a:pt x="p0x111" y="p0y111"/>
                  </a:lnTo>
                  <a:lnTo>
                    <a:pt x="p0x112" y="p0y112"/>
                  </a:lnTo>
                  <a:lnTo>
                    <a:pt x="p0x113" y="p0y113"/>
                  </a:lnTo>
                  <a:lnTo>
                    <a:pt x="p0x114" y="p0y114"/>
                  </a:lnTo>
                  <a:moveTo>
                    <a:pt x="p0x115" y="p0y115"/>
                  </a:moveTo>
                  <a:lnTo>
                    <a:pt x="p0x116" y="p0y116"/>
                  </a:lnTo>
                  <a:lnTo>
                    <a:pt x="p0x117" y="p0y117"/>
                  </a:lnTo>
                  <a:lnTo>
                    <a:pt x="p0x118" y="p0y118"/>
                  </a:lnTo>
                  <a:lnTo>
                    <a:pt x="p0x119" y="p0y119"/>
                  </a:lnTo>
                  <a:moveTo>
                    <a:pt x="p0x120" y="p0y120"/>
                  </a:moveTo>
                  <a:lnTo>
                    <a:pt x="p0x121" y="p0y121"/>
                  </a:lnTo>
                  <a:lnTo>
                    <a:pt x="p0x122" y="p0y122"/>
                  </a:lnTo>
                  <a:lnTo>
                    <a:pt x="p0x123" y="p0y123"/>
                  </a:lnTo>
                  <a:lnTo>
                    <a:pt x="p0x124" y="p0y124"/>
                  </a:lnTo>
                  <a:moveTo>
                    <a:pt x="p0x125" y="p0y125"/>
                  </a:moveTo>
                  <a:lnTo>
                    <a:pt x="p0x126" y="p0y126"/>
                  </a:lnTo>
                  <a:lnTo>
                    <a:pt x="p0x127" y="p0y127"/>
                  </a:lnTo>
                  <a:lnTo>
                    <a:pt x="p0x128" y="p0y128"/>
                  </a:lnTo>
                  <a:lnTo>
                    <a:pt x="p0x129" y="p0y129"/>
                  </a:lnTo>
                  <a:moveTo>
                    <a:pt x="p0x130" y="p0y130"/>
                  </a:moveTo>
                  <a:lnTo>
                    <a:pt x="p0x131" y="p0y131"/>
                  </a:lnTo>
                  <a:lnTo>
                    <a:pt x="p0x132" y="p0y132"/>
                  </a:lnTo>
                  <a:lnTo>
                    <a:pt x="p0x133" y="p0y133"/>
                  </a:lnTo>
                  <a:lnTo>
                    <a:pt x="p0x134" y="p0y134"/>
                  </a:lnTo>
                  <a:moveTo>
                    <a:pt x="p0x135" y="p0y135"/>
                  </a:moveTo>
                  <a:lnTo>
                    <a:pt x="p0x136" y="p0y136"/>
                  </a:lnTo>
                  <a:lnTo>
                    <a:pt x="p0x137" y="p0y137"/>
                  </a:lnTo>
                  <a:lnTo>
                    <a:pt x="p0x138" y="p0y138"/>
                  </a:lnTo>
                  <a:lnTo>
                    <a:pt x="p0x139" y="p0y139"/>
                  </a:lnTo>
                  <a:moveTo>
                    <a:pt x="p0x140" y="p0y140"/>
                  </a:moveTo>
                  <a:lnTo>
                    <a:pt x="p0x141" y="p0y141"/>
                  </a:lnTo>
                  <a:lnTo>
                    <a:pt x="p0x142" y="p0y142"/>
                  </a:lnTo>
                  <a:lnTo>
                    <a:pt x="p0x143" y="p0y143"/>
                  </a:lnTo>
                  <a:lnTo>
                    <a:pt x="p0x144" y="p0y144"/>
                  </a:lnTo>
                  <a:moveTo>
                    <a:pt x="p0x145" y="p0y145"/>
                  </a:moveTo>
                  <a:lnTo>
                    <a:pt x="p0x146" y="p0y146"/>
                  </a:lnTo>
                  <a:lnTo>
                    <a:pt x="p0x147" y="p0y147"/>
                  </a:lnTo>
                  <a:lnTo>
                    <a:pt x="p0x148" y="p0y148"/>
                  </a:lnTo>
                  <a:lnTo>
                    <a:pt x="p0x149" y="p0y149"/>
                  </a:lnTo>
                  <a:moveTo>
                    <a:pt x="p0x150" y="p0y150"/>
                  </a:moveTo>
                  <a:lnTo>
                    <a:pt x="p0x151" y="p0y151"/>
                  </a:lnTo>
                  <a:lnTo>
                    <a:pt x="p0x152" y="p0y152"/>
                  </a:lnTo>
                  <a:lnTo>
                    <a:pt x="p0x153" y="p0y153"/>
                  </a:lnTo>
                  <a:lnTo>
                    <a:pt x="p0x154" y="p0y154"/>
                  </a:lnTo>
                  <a:moveTo>
                    <a:pt x="p0x155" y="p0y155"/>
                  </a:moveTo>
                  <a:lnTo>
                    <a:pt x="p0x156" y="p0y156"/>
                  </a:lnTo>
                  <a:lnTo>
                    <a:pt x="p0x157" y="p0y157"/>
                  </a:lnTo>
                  <a:lnTo>
                    <a:pt x="p0x158" y="p0y158"/>
                  </a:lnTo>
                  <a:lnTo>
                    <a:pt x="p0x159" y="p0y159"/>
                  </a:lnTo>
                  <a:moveTo>
                    <a:pt x="p0x160" y="p0y160"/>
                  </a:moveTo>
                  <a:lnTo>
                    <a:pt x="p0x161" y="p0y161"/>
                  </a:lnTo>
                  <a:lnTo>
                    <a:pt x="p0x162" y="p0y162"/>
                  </a:lnTo>
                  <a:lnTo>
                    <a:pt x="p0x163" y="p0y163"/>
                  </a:lnTo>
                  <a:lnTo>
                    <a:pt x="p0x164" y="p0y164"/>
                  </a:lnTo>
                  <a:moveTo>
                    <a:pt x="p0x165" y="p0y165"/>
                  </a:moveTo>
                  <a:lnTo>
                    <a:pt x="p0x166" y="p0y166"/>
                  </a:lnTo>
                  <a:lnTo>
                    <a:pt x="p0x167" y="p0y167"/>
                  </a:lnTo>
                  <a:lnTo>
                    <a:pt x="p0x168" y="p0y168"/>
                  </a:lnTo>
                  <a:lnTo>
                    <a:pt x="p0x169" y="p0y169"/>
                  </a:lnTo>
                  <a:moveTo>
                    <a:pt x="p0x170" y="p0y170"/>
                  </a:moveTo>
                  <a:lnTo>
                    <a:pt x="p0x171" y="p0y171"/>
                  </a:lnTo>
                  <a:lnTo>
                    <a:pt x="p0x172" y="p0y172"/>
                  </a:lnTo>
                  <a:lnTo>
                    <a:pt x="p0x173" y="p0y173"/>
                  </a:lnTo>
                  <a:lnTo>
                    <a:pt x="p0x174" y="p0y174"/>
                  </a:lnTo>
                  <a:moveTo>
                    <a:pt x="p0x175" y="p0y175"/>
                  </a:moveTo>
                  <a:lnTo>
                    <a:pt x="p0x176" y="p0y176"/>
                  </a:lnTo>
                  <a:lnTo>
                    <a:pt x="p0x177" y="p0y177"/>
                  </a:lnTo>
                  <a:lnTo>
                    <a:pt x="p0x178" y="p0y178"/>
                  </a:lnTo>
                  <a:lnTo>
                    <a:pt x="p0x179" y="p0y179"/>
                  </a:lnTo>
                  <a:moveTo>
                    <a:pt x="p0x180" y="p0y180"/>
                  </a:moveTo>
                  <a:lnTo>
                    <a:pt x="p0x181" y="p0y181"/>
                  </a:lnTo>
                  <a:lnTo>
                    <a:pt x="p0x182" y="p0y182"/>
                  </a:lnTo>
                  <a:lnTo>
                    <a:pt x="p0x183" y="p0y183"/>
                  </a:lnTo>
                  <a:lnTo>
                    <a:pt x="p0x184" y="p0y184"/>
                  </a:lnTo>
                  <a:moveTo>
                    <a:pt x="p0x185" y="p0y185"/>
                  </a:moveTo>
                  <a:lnTo>
                    <a:pt x="p0x186" y="p0y186"/>
                  </a:lnTo>
                  <a:lnTo>
                    <a:pt x="p0x187" y="p0y187"/>
                  </a:lnTo>
                  <a:lnTo>
                    <a:pt x="p0x188" y="p0y188"/>
                  </a:lnTo>
                  <a:lnTo>
                    <a:pt x="p0x189" y="p0y189"/>
                  </a:lnTo>
                  <a:moveTo>
                    <a:pt x="p0x190" y="p0y190"/>
                  </a:moveTo>
                  <a:lnTo>
                    <a:pt x="p0x191" y="p0y191"/>
                  </a:lnTo>
                  <a:lnTo>
                    <a:pt x="p0x192" y="p0y192"/>
                  </a:lnTo>
                  <a:lnTo>
                    <a:pt x="p0x193" y="p0y193"/>
                  </a:lnTo>
                  <a:lnTo>
                    <a:pt x="p0x194" y="p0y194"/>
                  </a:lnTo>
                  <a:moveTo>
                    <a:pt x="p0x195" y="p0y195"/>
                  </a:moveTo>
                  <a:lnTo>
                    <a:pt x="p0x196" y="p0y196"/>
                  </a:lnTo>
                  <a:lnTo>
                    <a:pt x="p0x197" y="p0y197"/>
                  </a:lnTo>
                  <a:lnTo>
                    <a:pt x="p0x198" y="p0y198"/>
                  </a:lnTo>
                  <a:lnTo>
                    <a:pt x="p0x199" y="p0y199"/>
                  </a:lnTo>
                  <a:moveTo>
                    <a:pt x="p0x200" y="p0y200"/>
                  </a:moveTo>
                  <a:lnTo>
                    <a:pt x="p0x201" y="p0y201"/>
                  </a:lnTo>
                  <a:lnTo>
                    <a:pt x="p0x202" y="p0y202"/>
                  </a:lnTo>
                  <a:lnTo>
                    <a:pt x="p0x203" y="p0y203"/>
                  </a:lnTo>
                  <a:lnTo>
                    <a:pt x="p0x204" y="p0y204"/>
                  </a:lnTo>
                  <a:moveTo>
                    <a:pt x="p0x205" y="p0y205"/>
                  </a:moveTo>
                  <a:lnTo>
                    <a:pt x="p0x206" y="p0y206"/>
                  </a:lnTo>
                  <a:lnTo>
                    <a:pt x="p0x207" y="p0y207"/>
                  </a:lnTo>
                  <a:lnTo>
                    <a:pt x="p0x208" y="p0y208"/>
                  </a:lnTo>
                  <a:lnTo>
                    <a:pt x="p0x209" y="p0y209"/>
                  </a:lnTo>
                  <a:moveTo>
                    <a:pt x="p0x210" y="p0y210"/>
                  </a:moveTo>
                  <a:lnTo>
                    <a:pt x="p0x211" y="p0y211"/>
                  </a:lnTo>
                  <a:lnTo>
                    <a:pt x="p0x212" y="p0y212"/>
                  </a:lnTo>
                  <a:lnTo>
                    <a:pt x="p0x213" y="p0y213"/>
                  </a:lnTo>
                  <a:lnTo>
                    <a:pt x="p0x214" y="p0y214"/>
                  </a:lnTo>
                  <a:moveTo>
                    <a:pt x="p0x215" y="p0y215"/>
                  </a:moveTo>
                  <a:lnTo>
                    <a:pt x="p0x216" y="p0y216"/>
                  </a:lnTo>
                  <a:lnTo>
                    <a:pt x="p0x217" y="p0y217"/>
                  </a:lnTo>
                  <a:lnTo>
                    <a:pt x="p0x218" y="p0y218"/>
                  </a:lnTo>
                  <a:lnTo>
                    <a:pt x="p0x219" y="p0y219"/>
                  </a:lnTo>
                  <a:moveTo>
                    <a:pt x="p0x220" y="p0y220"/>
                  </a:moveTo>
                  <a:lnTo>
                    <a:pt x="p0x221" y="p0y221"/>
                  </a:lnTo>
                  <a:lnTo>
                    <a:pt x="p0x222" y="p0y222"/>
                  </a:lnTo>
                  <a:lnTo>
                    <a:pt x="p0x223" y="p0y223"/>
                  </a:lnTo>
                  <a:lnTo>
                    <a:pt x="p0x224" y="p0y224"/>
                  </a:lnTo>
                  <a:moveTo>
                    <a:pt x="p0x225" y="p0y225"/>
                  </a:moveTo>
                  <a:lnTo>
                    <a:pt x="p0x226" y="p0y226"/>
                  </a:lnTo>
                  <a:lnTo>
                    <a:pt x="p0x227" y="p0y227"/>
                  </a:lnTo>
                  <a:lnTo>
                    <a:pt x="p0x228" y="p0y228"/>
                  </a:lnTo>
                  <a:lnTo>
                    <a:pt x="p0x229" y="p0y229"/>
                  </a:lnTo>
                  <a:moveTo>
                    <a:pt x="p0x230" y="p0y230"/>
                  </a:moveTo>
                  <a:lnTo>
                    <a:pt x="p0x231" y="p0y231"/>
                  </a:lnTo>
                  <a:lnTo>
                    <a:pt x="p0x232" y="p0y232"/>
                  </a:lnTo>
                  <a:lnTo>
                    <a:pt x="p0x233" y="p0y233"/>
                  </a:lnTo>
                  <a:lnTo>
                    <a:pt x="p0x234" y="p0y234"/>
                  </a:lnTo>
                  <a:moveTo>
                    <a:pt x="p0x235" y="p0y235"/>
                  </a:moveTo>
                  <a:lnTo>
                    <a:pt x="p0x236" y="p0y236"/>
                  </a:lnTo>
                  <a:lnTo>
                    <a:pt x="p0x237" y="p0y237"/>
                  </a:lnTo>
                  <a:lnTo>
                    <a:pt x="p0x238" y="p0y238"/>
                  </a:lnTo>
                  <a:lnTo>
                    <a:pt x="p0x239" y="p0y239"/>
                  </a:lnTo>
                  <a:moveTo>
                    <a:pt x="p0x240" y="p0y240"/>
                  </a:moveTo>
                  <a:lnTo>
                    <a:pt x="p0x241" y="p0y241"/>
                  </a:lnTo>
                  <a:lnTo>
                    <a:pt x="p0x242" y="p0y242"/>
                  </a:lnTo>
                  <a:lnTo>
                    <a:pt x="p0x243" y="p0y243"/>
                  </a:lnTo>
                  <a:lnTo>
                    <a:pt x="p0x244" y="p0y244"/>
                  </a:lnTo>
                  <a:moveTo>
                    <a:pt x="p0x245" y="p0y245"/>
                  </a:moveTo>
                  <a:lnTo>
                    <a:pt x="p0x246" y="p0y246"/>
                  </a:lnTo>
                  <a:lnTo>
                    <a:pt x="p0x247" y="p0y247"/>
                  </a:lnTo>
                  <a:lnTo>
                    <a:pt x="p0x248" y="p0y248"/>
                  </a:lnTo>
                  <a:lnTo>
                    <a:pt x="p0x249" y="p0y249"/>
                  </a:lnTo>
                  <a:moveTo>
                    <a:pt x="p0x250" y="p0y250"/>
                  </a:moveTo>
                  <a:lnTo>
                    <a:pt x="p0x251" y="p0y251"/>
                  </a:lnTo>
                  <a:lnTo>
                    <a:pt x="p0x252" y="p0y252"/>
                  </a:lnTo>
                  <a:lnTo>
                    <a:pt x="p0x253" y="p0y253"/>
                  </a:lnTo>
                  <a:lnTo>
                    <a:pt x="p0x254" y="p0y254"/>
                  </a:lnTo>
                  <a:moveTo>
                    <a:pt x="p0x255" y="p0y255"/>
                  </a:moveTo>
                  <a:lnTo>
                    <a:pt x="p0x256" y="p0y256"/>
                  </a:lnTo>
                  <a:lnTo>
                    <a:pt x="p0x257" y="p0y257"/>
                  </a:lnTo>
                  <a:lnTo>
                    <a:pt x="p0x258" y="p0y258"/>
                  </a:lnTo>
                  <a:lnTo>
                    <a:pt x="p0x259" y="p0y259"/>
                  </a:lnTo>
                  <a:moveTo>
                    <a:pt x="p0x260" y="p0y260"/>
                  </a:moveTo>
                  <a:lnTo>
                    <a:pt x="p0x261" y="p0y261"/>
                  </a:lnTo>
                  <a:lnTo>
                    <a:pt x="p0x262" y="p0y262"/>
                  </a:lnTo>
                  <a:lnTo>
                    <a:pt x="p0x263" y="p0y263"/>
                  </a:lnTo>
                  <a:lnTo>
                    <a:pt x="p0x264" y="p0y264"/>
                  </a:lnTo>
                  <a:moveTo>
                    <a:pt x="p0x265" y="p0y265"/>
                  </a:moveTo>
                  <a:lnTo>
                    <a:pt x="p0x266" y="p0y266"/>
                  </a:lnTo>
                  <a:lnTo>
                    <a:pt x="p0x267" y="p0y267"/>
                  </a:lnTo>
                  <a:lnTo>
                    <a:pt x="p0x268" y="p0y268"/>
                  </a:lnTo>
                  <a:lnTo>
                    <a:pt x="p0x269" y="p0y269"/>
                  </a:lnTo>
                  <a:moveTo>
                    <a:pt x="p0x270" y="p0y270"/>
                  </a:moveTo>
                  <a:lnTo>
                    <a:pt x="p0x271" y="p0y271"/>
                  </a:lnTo>
                  <a:lnTo>
                    <a:pt x="p0x272" y="p0y272"/>
                  </a:lnTo>
                  <a:lnTo>
                    <a:pt x="p0x273" y="p0y273"/>
                  </a:lnTo>
                  <a:lnTo>
                    <a:pt x="p0x274" y="p0y274"/>
                  </a:lnTo>
                  <a:moveTo>
                    <a:pt x="p0x275" y="p0y275"/>
                  </a:moveTo>
                  <a:lnTo>
                    <a:pt x="p0x276" y="p0y276"/>
                  </a:lnTo>
                  <a:lnTo>
                    <a:pt x="p0x277" y="p0y277"/>
                  </a:lnTo>
                  <a:lnTo>
                    <a:pt x="p0x278" y="p0y278"/>
                  </a:lnTo>
                  <a:lnTo>
                    <a:pt x="p0x279" y="p0y279"/>
                  </a:lnTo>
                  <a:moveTo>
                    <a:pt x="p0x280" y="p0y280"/>
                  </a:moveTo>
                  <a:lnTo>
                    <a:pt x="p0x281" y="p0y281"/>
                  </a:lnTo>
                  <a:lnTo>
                    <a:pt x="p0x282" y="p0y282"/>
                  </a:lnTo>
                  <a:lnTo>
                    <a:pt x="p0x283" y="p0y283"/>
                  </a:lnTo>
                  <a:lnTo>
                    <a:pt x="p0x284" y="p0y284"/>
                  </a:lnTo>
                  <a:moveTo>
                    <a:pt x="p0x285" y="p0y285"/>
                  </a:moveTo>
                  <a:lnTo>
                    <a:pt x="p0x286" y="p0y286"/>
                  </a:lnTo>
                  <a:lnTo>
                    <a:pt x="p0x287" y="p0y287"/>
                  </a:lnTo>
                  <a:lnTo>
                    <a:pt x="p0x288" y="p0y288"/>
                  </a:lnTo>
                  <a:lnTo>
                    <a:pt x="p0x289" y="p0y289"/>
                  </a:lnTo>
                  <a:moveTo>
                    <a:pt x="p0x290" y="p0y290"/>
                  </a:moveTo>
                  <a:lnTo>
                    <a:pt x="p0x291" y="p0y291"/>
                  </a:lnTo>
                  <a:lnTo>
                    <a:pt x="p0x292" y="p0y292"/>
                  </a:lnTo>
                  <a:lnTo>
                    <a:pt x="p0x293" y="p0y293"/>
                  </a:lnTo>
                  <a:lnTo>
                    <a:pt x="p0x294" y="p0y294"/>
                  </a:lnTo>
                  <a:moveTo>
                    <a:pt x="p0x295" y="p0y295"/>
                  </a:moveTo>
                  <a:lnTo>
                    <a:pt x="p0x296" y="p0y296"/>
                  </a:lnTo>
                  <a:lnTo>
                    <a:pt x="p0x297" y="p0y297"/>
                  </a:lnTo>
                  <a:lnTo>
                    <a:pt x="p0x298" y="p0y298"/>
                  </a:lnTo>
                  <a:lnTo>
                    <a:pt x="p0x299" y="p0y299"/>
                  </a:lnTo>
                  <a:moveTo>
                    <a:pt x="p0x300" y="p0y300"/>
                  </a:moveTo>
                  <a:lnTo>
                    <a:pt x="p0x301" y="p0y301"/>
                  </a:lnTo>
                  <a:lnTo>
                    <a:pt x="p0x302" y="p0y302"/>
                  </a:lnTo>
                  <a:lnTo>
                    <a:pt x="p0x303" y="p0y303"/>
                  </a:lnTo>
                  <a:lnTo>
                    <a:pt x="p0x304" y="p0y304"/>
                  </a:lnTo>
                  <a:moveTo>
                    <a:pt x="p0x305" y="p0y305"/>
                  </a:moveTo>
                  <a:lnTo>
                    <a:pt x="p0x306" y="p0y306"/>
                  </a:lnTo>
                  <a:lnTo>
                    <a:pt x="p0x307" y="p0y307"/>
                  </a:lnTo>
                  <a:lnTo>
                    <a:pt x="p0x308" y="p0y308"/>
                  </a:lnTo>
                  <a:lnTo>
                    <a:pt x="p0x309" y="p0y309"/>
                  </a:lnTo>
                  <a:moveTo>
                    <a:pt x="p0x310" y="p0y310"/>
                  </a:moveTo>
                  <a:lnTo>
                    <a:pt x="p0x311" y="p0y311"/>
                  </a:lnTo>
                  <a:lnTo>
                    <a:pt x="p0x312" y="p0y312"/>
                  </a:lnTo>
                  <a:lnTo>
                    <a:pt x="p0x313" y="p0y313"/>
                  </a:lnTo>
                  <a:lnTo>
                    <a:pt x="p0x314" y="p0y314"/>
                  </a:lnTo>
                  <a:moveTo>
                    <a:pt x="p0x315" y="p0y315"/>
                  </a:moveTo>
                  <a:lnTo>
                    <a:pt x="p0x316" y="p0y316"/>
                  </a:lnTo>
                  <a:lnTo>
                    <a:pt x="p0x317" y="p0y317"/>
                  </a:lnTo>
                  <a:lnTo>
                    <a:pt x="p0x318" y="p0y318"/>
                  </a:lnTo>
                  <a:lnTo>
                    <a:pt x="p0x319" y="p0y319"/>
                  </a:lnTo>
                  <a:moveTo>
                    <a:pt x="p0x320" y="p0y320"/>
                  </a:moveTo>
                  <a:lnTo>
                    <a:pt x="p0x321" y="p0y321"/>
                  </a:lnTo>
                  <a:lnTo>
                    <a:pt x="p0x322" y="p0y322"/>
                  </a:lnTo>
                  <a:lnTo>
                    <a:pt x="p0x323" y="p0y323"/>
                  </a:lnTo>
                  <a:lnTo>
                    <a:pt x="p0x324" y="p0y324"/>
                  </a:lnTo>
                  <a:moveTo>
                    <a:pt x="p0x325" y="p0y325"/>
                  </a:moveTo>
                  <a:lnTo>
                    <a:pt x="p0x326" y="p0y326"/>
                  </a:lnTo>
                  <a:lnTo>
                    <a:pt x="p0x327" y="p0y327"/>
                  </a:lnTo>
                  <a:lnTo>
                    <a:pt x="p0x328" y="p0y328"/>
                  </a:lnTo>
                  <a:lnTo>
                    <a:pt x="p0x329" y="p0y329"/>
                  </a:lnTo>
                  <a:moveTo>
                    <a:pt x="p0x330" y="p0y330"/>
                  </a:moveTo>
                  <a:lnTo>
                    <a:pt x="p0x331" y="p0y331"/>
                  </a:lnTo>
                  <a:lnTo>
                    <a:pt x="p0x332" y="p0y332"/>
                  </a:lnTo>
                  <a:lnTo>
                    <a:pt x="p0x333" y="p0y333"/>
                  </a:lnTo>
                  <a:lnTo>
                    <a:pt x="p0x334" y="p0y334"/>
                  </a:lnTo>
                  <a:moveTo>
                    <a:pt x="p0x335" y="p0y335"/>
                  </a:moveTo>
                  <a:lnTo>
                    <a:pt x="p0x336" y="p0y336"/>
                  </a:lnTo>
                  <a:lnTo>
                    <a:pt x="p0x337" y="p0y337"/>
                  </a:lnTo>
                  <a:lnTo>
                    <a:pt x="p0x338" y="p0y338"/>
                  </a:lnTo>
                  <a:lnTo>
                    <a:pt x="p0x339" y="p0y339"/>
                  </a:lnTo>
                  <a:moveTo>
                    <a:pt x="p0x340" y="p0y340"/>
                  </a:moveTo>
                  <a:lnTo>
                    <a:pt x="p0x341" y="p0y341"/>
                  </a:lnTo>
                  <a:lnTo>
                    <a:pt x="p0x342" y="p0y342"/>
                  </a:lnTo>
                  <a:lnTo>
                    <a:pt x="p0x343" y="p0y343"/>
                  </a:lnTo>
                  <a:lnTo>
                    <a:pt x="p0x344" y="p0y344"/>
                  </a:lnTo>
                  <a:moveTo>
                    <a:pt x="p0x345" y="p0y345"/>
                  </a:moveTo>
                  <a:lnTo>
                    <a:pt x="p0x346" y="p0y346"/>
                  </a:lnTo>
                  <a:lnTo>
                    <a:pt x="p0x347" y="p0y347"/>
                  </a:lnTo>
                  <a:lnTo>
                    <a:pt x="p0x348" y="p0y348"/>
                  </a:lnTo>
                  <a:lnTo>
                    <a:pt x="p0x349" y="p0y349"/>
                  </a:lnTo>
                  <a:moveTo>
                    <a:pt x="p0x350" y="p0y350"/>
                  </a:moveTo>
                  <a:lnTo>
                    <a:pt x="p0x351" y="p0y351"/>
                  </a:lnTo>
                  <a:lnTo>
                    <a:pt x="p0x352" y="p0y352"/>
                  </a:lnTo>
                  <a:lnTo>
                    <a:pt x="p0x353" y="p0y353"/>
                  </a:lnTo>
                  <a:lnTo>
                    <a:pt x="p0x354" y="p0y354"/>
                  </a:lnTo>
                  <a:moveTo>
                    <a:pt x="p0x355" y="p0y355"/>
                  </a:moveTo>
                  <a:lnTo>
                    <a:pt x="p0x356" y="p0y356"/>
                  </a:lnTo>
                  <a:lnTo>
                    <a:pt x="p0x357" y="p0y357"/>
                  </a:lnTo>
                  <a:lnTo>
                    <a:pt x="p0x358" y="p0y358"/>
                  </a:lnTo>
                  <a:lnTo>
                    <a:pt x="p0x359" y="p0y359"/>
                  </a:lnTo>
                  <a:moveTo>
                    <a:pt x="p0x360" y="p0y360"/>
                  </a:moveTo>
                  <a:lnTo>
                    <a:pt x="p0x361" y="p0y361"/>
                  </a:lnTo>
                  <a:lnTo>
                    <a:pt x="p0x362" y="p0y362"/>
                  </a:lnTo>
                  <a:lnTo>
                    <a:pt x="p0x363" y="p0y363"/>
                  </a:lnTo>
                  <a:lnTo>
                    <a:pt x="p0x364" y="p0y364"/>
                  </a:lnTo>
                  <a:moveTo>
                    <a:pt x="p0x365" y="p0y365"/>
                  </a:moveTo>
                  <a:lnTo>
                    <a:pt x="p0x366" y="p0y366"/>
                  </a:lnTo>
                  <a:lnTo>
                    <a:pt x="p0x367" y="p0y367"/>
                  </a:lnTo>
                  <a:lnTo>
                    <a:pt x="p0x368" y="p0y368"/>
                  </a:lnTo>
                  <a:lnTo>
                    <a:pt x="p0x369" y="p0y369"/>
                  </a:lnTo>
                  <a:moveTo>
                    <a:pt x="p0x370" y="p0y370"/>
                  </a:moveTo>
                  <a:lnTo>
                    <a:pt x="p0x371" y="p0y371"/>
                  </a:lnTo>
                  <a:lnTo>
                    <a:pt x="p0x372" y="p0y372"/>
                  </a:lnTo>
                  <a:lnTo>
                    <a:pt x="p0x373" y="p0y373"/>
                  </a:lnTo>
                  <a:lnTo>
                    <a:pt x="p0x374" y="p0y374"/>
                  </a:lnTo>
                  <a:moveTo>
                    <a:pt x="p0x375" y="p0y375"/>
                  </a:moveTo>
                  <a:lnTo>
                    <a:pt x="p0x376" y="p0y376"/>
                  </a:lnTo>
                  <a:lnTo>
                    <a:pt x="p0x377" y="p0y377"/>
                  </a:lnTo>
                  <a:lnTo>
                    <a:pt x="p0x378" y="p0y378"/>
                  </a:lnTo>
                  <a:lnTo>
                    <a:pt x="p0x379" y="p0y379"/>
                  </a:lnTo>
                  <a:moveTo>
                    <a:pt x="p0x380" y="p0y380"/>
                  </a:moveTo>
                  <a:lnTo>
                    <a:pt x="p0x381" y="p0y381"/>
                  </a:lnTo>
                  <a:lnTo>
                    <a:pt x="p0x382" y="p0y382"/>
                  </a:lnTo>
                  <a:lnTo>
                    <a:pt x="p0x383" y="p0y383"/>
                  </a:lnTo>
                  <a:lnTo>
                    <a:pt x="p0x384" y="p0y384"/>
                  </a:lnTo>
                </a:path>
              </a:pathLst>
            </a:custGeom>
            <a:solidFill>
              <a:srgbClr val="E2E8F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2000"/>
            </a:p>
          </p:txBody>
        </p:sp>
      </p:grpSp>
      <p:sp>
        <p:nvSpPr>
          <p:cNvPr id="78" name="文本框 77"/>
          <p:cNvSpPr txBox="1"/>
          <p:nvPr>
            <p:custDataLst>
              <p:tags r:id="rId68"/>
            </p:custDataLst>
          </p:nvPr>
        </p:nvSpPr>
        <p:spPr>
          <a:xfrm>
            <a:off x="6693694" y="5957888"/>
            <a:ext cx="1671638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lang="zh-CN" altLang="en-US" sz="1000">
                <a:solidFill>
                  <a:srgbClr val="0F172A">
                    <a:alpha val="70196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贪心策略</a:t>
            </a:r>
            <a:r>
              <a:rPr lang="en-US" altLang="zh-CN" sz="1000">
                <a:solidFill>
                  <a:srgbClr val="0F172A">
                    <a:alpha val="70196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| </a:t>
            </a:r>
            <a:r>
              <a:rPr lang="zh-CN" altLang="en-US" sz="1000">
                <a:solidFill>
                  <a:srgbClr val="0F172A">
                    <a:alpha val="70196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优先队列</a:t>
            </a:r>
            <a:r>
              <a:rPr lang="en-US" altLang="zh-CN" sz="1000">
                <a:solidFill>
                  <a:srgbClr val="0F172A">
                    <a:alpha val="70196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O(logV)</a:t>
            </a:r>
            <a:endParaRPr lang="en-US" altLang="zh-CN" sz="1000">
              <a:solidFill>
                <a:srgbClr val="0F172A">
                  <a:alpha val="70196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5" name="文本框 64"/>
          <p:cNvSpPr txBox="1"/>
          <p:nvPr>
            <p:custDataLst>
              <p:tags r:id="rId69"/>
            </p:custDataLst>
          </p:nvPr>
        </p:nvSpPr>
        <p:spPr>
          <a:xfrm>
            <a:off x="6946106" y="1381125"/>
            <a:ext cx="1471613" cy="4381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2800" b="1">
                <a:solidFill>
                  <a:srgbClr val="FFFFFF"/>
                </a:solidFill>
                <a:effectLst>
                  <a:outerShdw blurRad="57150" dist="19050" dir="5399999" algn="ctr" rotWithShape="0">
                    <a:srgbClr val="000000">
                      <a:alpha val="10196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Dijkstra</a:t>
            </a:r>
            <a:endParaRPr sz="2800" b="1">
              <a:solidFill>
                <a:srgbClr val="FFFFFF"/>
              </a:solidFill>
              <a:effectLst>
                <a:outerShdw blurRad="57150" dist="19050" dir="5399999" algn="ctr" rotWithShape="0">
                  <a:srgbClr val="000000">
                    <a:alpha val="10196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6" name="文本框 65"/>
          <p:cNvSpPr txBox="1"/>
          <p:nvPr>
            <p:custDataLst>
              <p:tags r:id="rId70"/>
            </p:custDataLst>
          </p:nvPr>
        </p:nvSpPr>
        <p:spPr>
          <a:xfrm>
            <a:off x="7155656" y="1785938"/>
            <a:ext cx="862013" cy="16668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000">
                <a:solidFill>
                  <a:srgbClr val="FFFFFF">
                    <a:alpha val="90196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Shortest Path</a:t>
            </a:r>
            <a:endParaRPr sz="1000">
              <a:solidFill>
                <a:srgbClr val="FFFFFF">
                  <a:alpha val="90196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08" name="组合 107"/>
          <p:cNvGrpSpPr/>
          <p:nvPr/>
        </p:nvGrpSpPr>
        <p:grpSpPr>
          <a:xfrm>
            <a:off x="9058275" y="1162050"/>
            <a:ext cx="2675890" cy="5238750"/>
            <a:chOff x="14265" y="1830"/>
            <a:chExt cx="4214" cy="8250"/>
          </a:xfrm>
          <a:effectLst>
            <a:outerShdw blurRad="428625" dist="95250" dir="5399999" algn="ctr" rotWithShape="0">
              <a:srgbClr val="000000">
                <a:alpha val="5882"/>
              </a:srgbClr>
            </a:outerShdw>
          </a:effectLst>
        </p:grpSpPr>
        <p:sp>
          <p:nvSpPr>
            <p:cNvPr id="80" name="任意多边形 79"/>
            <p:cNvSpPr/>
            <p:nvPr>
              <p:custDataLst>
                <p:tags r:id="rId71"/>
              </p:custDataLst>
            </p:nvPr>
          </p:nvSpPr>
          <p:spPr>
            <a:xfrm>
              <a:off x="14265" y="1830"/>
              <a:ext cx="4215" cy="8250"/>
            </a:xfrm>
            <a:custGeom>
              <a:avLst/>
              <a:gdLst>
                <a:gd name="sw" fmla="*/ 1 w 4215"/>
                <a:gd name="sh" fmla="*/ 1 h 8250"/>
                <a:gd name="mins" fmla="min sw sh"/>
                <a:gd name="dsw" fmla="+- 0 sw mins"/>
                <a:gd name="dsh" fmla="+- 0 sh mins"/>
                <a:gd name="p0x0" fmla="*/ 240 w 4215"/>
                <a:gd name="p0y0" fmla="*/ 0 h 8250"/>
                <a:gd name="p0x1" fmla="*/ 3975 w 4215"/>
                <a:gd name="p0y1" fmla="*/ 0 h 8250"/>
                <a:gd name="p0x2" fmla="*/ 4107 w 4215"/>
                <a:gd name="p0y2" fmla="*/ 0 h 8250"/>
                <a:gd name="p0x3" fmla="*/ 4215 w 4215"/>
                <a:gd name="p0y3" fmla="*/ 107 h 8250"/>
                <a:gd name="p0x4" fmla="*/ 4215 w 4215"/>
                <a:gd name="p0y4" fmla="*/ 240 h 8250"/>
                <a:gd name="p0x5" fmla="*/ 4215 w 4215"/>
                <a:gd name="p0y5" fmla="*/ 8010 h 8250"/>
                <a:gd name="p0x6" fmla="*/ 4215 w 4215"/>
                <a:gd name="p0y6" fmla="*/ 8142 h 8250"/>
                <a:gd name="p0x7" fmla="*/ 4107 w 4215"/>
                <a:gd name="p0y7" fmla="*/ 8250 h 8250"/>
                <a:gd name="p0x8" fmla="*/ 3975 w 4215"/>
                <a:gd name="p0y8" fmla="*/ 8250 h 8250"/>
                <a:gd name="p0x9" fmla="*/ 240 w 4215"/>
                <a:gd name="p0y9" fmla="*/ 8250 h 8250"/>
                <a:gd name="p0x10" fmla="*/ 107 w 4215"/>
                <a:gd name="p0y10" fmla="*/ 8250 h 8250"/>
                <a:gd name="p0x11" fmla="*/ 0 w 4215"/>
                <a:gd name="p0y11" fmla="*/ 8142 h 8250"/>
                <a:gd name="p0x12" fmla="*/ 0 w 4215"/>
                <a:gd name="p0y12" fmla="*/ 8010 h 8250"/>
                <a:gd name="p0x13" fmla="*/ 0 w 4215"/>
                <a:gd name="p0y13" fmla="*/ 240 h 8250"/>
                <a:gd name="p0x14" fmla="*/ 0 w 4215"/>
                <a:gd name="p0y14" fmla="*/ 107 h 8250"/>
                <a:gd name="p0x15" fmla="*/ 107 w 4215"/>
                <a:gd name="p0y15" fmla="*/ 0 h 8250"/>
                <a:gd name="p0x16" fmla="*/ 240 w 4215"/>
                <a:gd name="p0y16" fmla="*/ 0 h 825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1F5F9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2000"/>
            </a:p>
          </p:txBody>
        </p:sp>
        <p:sp>
          <p:nvSpPr>
            <p:cNvPr id="81" name="任意多边形 80"/>
            <p:cNvSpPr/>
            <p:nvPr>
              <p:custDataLst>
                <p:tags r:id="rId72"/>
              </p:custDataLst>
            </p:nvPr>
          </p:nvSpPr>
          <p:spPr>
            <a:xfrm>
              <a:off x="14335" y="1830"/>
              <a:ext cx="4074" cy="80"/>
            </a:xfrm>
            <a:custGeom>
              <a:avLst/>
              <a:gdLst>
                <a:gd name="sw" fmla="*/ 1 w 4074"/>
                <a:gd name="sh" fmla="*/ 1 h 80"/>
                <a:gd name="mins" fmla="min sw sh"/>
                <a:gd name="dsw" fmla="+- 0 sw mins"/>
                <a:gd name="dsh" fmla="+- 0 sh mins"/>
                <a:gd name="p0x0" fmla="*/ 169 w 4074"/>
                <a:gd name="p0y0" fmla="*/ 0 h 80"/>
                <a:gd name="p0x1" fmla="*/ 3904 w 4074"/>
                <a:gd name="p0y1" fmla="*/ 0 h 80"/>
                <a:gd name="p0x2" fmla="*/ 3970 w 4074"/>
                <a:gd name="p0y2" fmla="*/ 0 h 80"/>
                <a:gd name="p0x3" fmla="*/ 4030 w 4074"/>
                <a:gd name="p0y3" fmla="*/ 26 h 80"/>
                <a:gd name="p0x4" fmla="*/ 4074 w 4074"/>
                <a:gd name="p0y4" fmla="*/ 70 h 80"/>
                <a:gd name="p0x5" fmla="*/ 4063 w 4074"/>
                <a:gd name="p0y5" fmla="*/ 80 h 80"/>
                <a:gd name="p0x6" fmla="*/ 4063 w 4074"/>
                <a:gd name="p0y6" fmla="*/ 80 h 80"/>
                <a:gd name="p0x7" fmla="*/ 4023 w 4074"/>
                <a:gd name="p0y7" fmla="*/ 40 h 80"/>
                <a:gd name="p0x8" fmla="*/ 3966 w 4074"/>
                <a:gd name="p0y8" fmla="*/ 15 h 80"/>
                <a:gd name="p0x9" fmla="*/ 3904 w 4074"/>
                <a:gd name="p0y9" fmla="*/ 15 h 80"/>
                <a:gd name="p0x10" fmla="*/ 169 w 4074"/>
                <a:gd name="p0y10" fmla="*/ 15 h 80"/>
                <a:gd name="p0x11" fmla="*/ 107 w 4074"/>
                <a:gd name="p0y11" fmla="*/ 15 h 80"/>
                <a:gd name="p0x12" fmla="*/ 51 w 4074"/>
                <a:gd name="p0y12" fmla="*/ 40 h 80"/>
                <a:gd name="p0x13" fmla="*/ 10 w 4074"/>
                <a:gd name="p0y13" fmla="*/ 80 h 80"/>
                <a:gd name="p0x14" fmla="*/ 0 w 4074"/>
                <a:gd name="p0y14" fmla="*/ 70 h 80"/>
                <a:gd name="p0x15" fmla="*/ 0 w 4074"/>
                <a:gd name="p0y15" fmla="*/ 70 h 80"/>
                <a:gd name="p0x16" fmla="*/ 43 w 4074"/>
                <a:gd name="p0y16" fmla="*/ 26 h 80"/>
                <a:gd name="p0x17" fmla="*/ 103 w 4074"/>
                <a:gd name="p0y17" fmla="*/ 0 h 80"/>
                <a:gd name="p0x18" fmla="*/ 169 w 4074"/>
                <a:gd name="p0y18" fmla="*/ 0 h 8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lnTo>
                    <a:pt x="p0x15" y="p0y15"/>
                  </a:lnTo>
                  <a:cubicBezTo>
                    <a:pt x="p0x16" y="p0y16"/>
                    <a:pt x="p0x17" y="p0y17"/>
                    <a:pt x="p0x18" y="p0y18"/>
                  </a:cubicBezTo>
                  <a:close/>
                </a:path>
              </a:pathLst>
            </a:custGeom>
            <a:solidFill>
              <a:srgbClr val="E2E8F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2000"/>
            </a:p>
          </p:txBody>
        </p:sp>
        <p:sp>
          <p:nvSpPr>
            <p:cNvPr id="82" name="任意多边形 81"/>
            <p:cNvSpPr/>
            <p:nvPr>
              <p:custDataLst>
                <p:tags r:id="rId73"/>
              </p:custDataLst>
            </p:nvPr>
          </p:nvSpPr>
          <p:spPr>
            <a:xfrm>
              <a:off x="18399" y="1900"/>
              <a:ext cx="81" cy="8014"/>
            </a:xfrm>
            <a:custGeom>
              <a:avLst/>
              <a:gdLst>
                <a:gd name="sw" fmla="*/ 1 w 80"/>
                <a:gd name="sh" fmla="*/ 1 h 8013"/>
                <a:gd name="mins" fmla="min sw sh"/>
                <a:gd name="dsw" fmla="+- 0 sw mins"/>
                <a:gd name="dsh" fmla="+- 0 sh mins"/>
                <a:gd name="p0x0" fmla="*/ 80 w 80"/>
                <a:gd name="p0y0" fmla="*/ 169 h 8013"/>
                <a:gd name="p0x1" fmla="*/ 80 w 80"/>
                <a:gd name="p0y1" fmla="*/ 7939 h 8013"/>
                <a:gd name="p0x2" fmla="*/ 80 w 80"/>
                <a:gd name="p0y2" fmla="*/ 7965 h 8013"/>
                <a:gd name="p0x3" fmla="*/ 76 w 80"/>
                <a:gd name="p0y3" fmla="*/ 7990 h 8013"/>
                <a:gd name="p0x4" fmla="*/ 69 w 80"/>
                <a:gd name="p0y4" fmla="*/ 8013 h 8013"/>
                <a:gd name="p0x5" fmla="*/ 54 w 80"/>
                <a:gd name="p0y5" fmla="*/ 7995 h 8013"/>
                <a:gd name="p0x6" fmla="*/ 54 w 80"/>
                <a:gd name="p0y6" fmla="*/ 7995 h 8013"/>
                <a:gd name="p0x7" fmla="*/ 62 w 80"/>
                <a:gd name="p0y7" fmla="*/ 7977 h 8013"/>
                <a:gd name="p0x8" fmla="*/ 65 w 80"/>
                <a:gd name="p0y8" fmla="*/ 7959 h 8013"/>
                <a:gd name="p0x9" fmla="*/ 65 w 80"/>
                <a:gd name="p0y9" fmla="*/ 7939 h 8013"/>
                <a:gd name="p0x10" fmla="*/ 65 w 80"/>
                <a:gd name="p0y10" fmla="*/ 169 h 8013"/>
                <a:gd name="p0x11" fmla="*/ 65 w 80"/>
                <a:gd name="p0y11" fmla="*/ 107 h 8013"/>
                <a:gd name="p0x12" fmla="*/ 40 w 80"/>
                <a:gd name="p0y12" fmla="*/ 51 h 8013"/>
                <a:gd name="p0x13" fmla="*/ 0 w 80"/>
                <a:gd name="p0y13" fmla="*/ 10 h 8013"/>
                <a:gd name="p0x14" fmla="*/ 10 w 80"/>
                <a:gd name="p0y14" fmla="*/ 0 h 8013"/>
                <a:gd name="p0x15" fmla="*/ 10 w 80"/>
                <a:gd name="p0y15" fmla="*/ 0 h 8013"/>
                <a:gd name="p0x16" fmla="*/ 54 w 80"/>
                <a:gd name="p0y16" fmla="*/ 43 h 8013"/>
                <a:gd name="p0x17" fmla="*/ 80 w 80"/>
                <a:gd name="p0y17" fmla="*/ 103 h 8013"/>
                <a:gd name="p0x18" fmla="*/ 80 w 80"/>
                <a:gd name="p0y18" fmla="*/ 169 h 8013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lnTo>
                    <a:pt x="p0x15" y="p0y15"/>
                  </a:lnTo>
                  <a:cubicBezTo>
                    <a:pt x="p0x16" y="p0y16"/>
                    <a:pt x="p0x17" y="p0y17"/>
                    <a:pt x="p0x18" y="p0y18"/>
                  </a:cubicBezTo>
                  <a:close/>
                </a:path>
              </a:pathLst>
            </a:custGeom>
            <a:solidFill>
              <a:srgbClr val="E2E8F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2000"/>
            </a:p>
          </p:txBody>
        </p:sp>
        <p:sp>
          <p:nvSpPr>
            <p:cNvPr id="83" name="任意多边形 82"/>
            <p:cNvSpPr/>
            <p:nvPr>
              <p:custDataLst>
                <p:tags r:id="rId74"/>
              </p:custDataLst>
            </p:nvPr>
          </p:nvSpPr>
          <p:spPr>
            <a:xfrm>
              <a:off x="14276" y="9895"/>
              <a:ext cx="4192" cy="185"/>
            </a:xfrm>
            <a:custGeom>
              <a:avLst/>
              <a:gdLst>
                <a:gd name="sw" fmla="*/ 1 w 4191"/>
                <a:gd name="sh" fmla="*/ 1 h 184"/>
                <a:gd name="mins" fmla="min sw sh"/>
                <a:gd name="dsw" fmla="+- 0 sw mins"/>
                <a:gd name="dsh" fmla="+- 0 sh mins"/>
                <a:gd name="p0x0" fmla="*/ 3963 w 4191"/>
                <a:gd name="p0y0" fmla="*/ 184 h 184"/>
                <a:gd name="p0x1" fmla="*/ 228 w 4191"/>
                <a:gd name="p0y1" fmla="*/ 184 h 184"/>
                <a:gd name="p0x2" fmla="*/ 121 w 4191"/>
                <a:gd name="p0y2" fmla="*/ 184 h 184"/>
                <a:gd name="p0x3" fmla="*/ 31 w 4191"/>
                <a:gd name="p0y3" fmla="*/ 114 h 184"/>
                <a:gd name="p0x4" fmla="*/ 0 w 4191"/>
                <a:gd name="p0y4" fmla="*/ 18 h 184"/>
                <a:gd name="p0x5" fmla="*/ 14 w 4191"/>
                <a:gd name="p0y5" fmla="*/ 0 h 184"/>
                <a:gd name="p0x6" fmla="*/ 14 w 4191"/>
                <a:gd name="p0y6" fmla="*/ 0 h 184"/>
                <a:gd name="p0x7" fmla="*/ 43 w 4191"/>
                <a:gd name="p0y7" fmla="*/ 72 h 184"/>
                <a:gd name="p0x8" fmla="*/ 128 w 4191"/>
                <a:gd name="p0y8" fmla="*/ 124 h 184"/>
                <a:gd name="p0x9" fmla="*/ 228 w 4191"/>
                <a:gd name="p0y9" fmla="*/ 124 h 184"/>
                <a:gd name="p0x10" fmla="*/ 3963 w 4191"/>
                <a:gd name="p0y10" fmla="*/ 124 h 184"/>
                <a:gd name="p0x11" fmla="*/ 4063 w 4191"/>
                <a:gd name="p0y11" fmla="*/ 124 h 184"/>
                <a:gd name="p0x12" fmla="*/ 4148 w 4191"/>
                <a:gd name="p0y12" fmla="*/ 72 h 184"/>
                <a:gd name="p0x13" fmla="*/ 4177 w 4191"/>
                <a:gd name="p0y13" fmla="*/ 0 h 184"/>
                <a:gd name="p0x14" fmla="*/ 4191 w 4191"/>
                <a:gd name="p0y14" fmla="*/ 18 h 184"/>
                <a:gd name="p0x15" fmla="*/ 4191 w 4191"/>
                <a:gd name="p0y15" fmla="*/ 18 h 184"/>
                <a:gd name="p0x16" fmla="*/ 4160 w 4191"/>
                <a:gd name="p0y16" fmla="*/ 114 h 184"/>
                <a:gd name="p0x17" fmla="*/ 4069 w 4191"/>
                <a:gd name="p0y17" fmla="*/ 184 h 184"/>
                <a:gd name="p0x18" fmla="*/ 3963 w 4191"/>
                <a:gd name="p0y18" fmla="*/ 184 h 184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lnTo>
                    <a:pt x="p0x15" y="p0y15"/>
                  </a:lnTo>
                  <a:cubicBezTo>
                    <a:pt x="p0x16" y="p0y16"/>
                    <a:pt x="p0x17" y="p0y17"/>
                    <a:pt x="p0x18" y="p0y18"/>
                  </a:cubicBezTo>
                  <a:close/>
                </a:path>
              </a:pathLst>
            </a:custGeom>
            <a:solidFill>
              <a:srgbClr val="2563EB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2000"/>
            </a:p>
          </p:txBody>
        </p:sp>
        <p:sp>
          <p:nvSpPr>
            <p:cNvPr id="84" name="任意多边形 83"/>
            <p:cNvSpPr/>
            <p:nvPr>
              <p:custDataLst>
                <p:tags r:id="rId75"/>
              </p:custDataLst>
            </p:nvPr>
          </p:nvSpPr>
          <p:spPr>
            <a:xfrm>
              <a:off x="14265" y="1900"/>
              <a:ext cx="80" cy="8014"/>
            </a:xfrm>
            <a:custGeom>
              <a:avLst/>
              <a:gdLst>
                <a:gd name="sw" fmla="*/ 1 w 80"/>
                <a:gd name="sh" fmla="*/ 1 h 8013"/>
                <a:gd name="mins" fmla="min sw sh"/>
                <a:gd name="dsw" fmla="+- 0 sw mins"/>
                <a:gd name="dsh" fmla="+- 0 sh mins"/>
                <a:gd name="p0x0" fmla="*/ 0 w 80"/>
                <a:gd name="p0y0" fmla="*/ 7939 h 8013"/>
                <a:gd name="p0x1" fmla="*/ 0 w 80"/>
                <a:gd name="p0y1" fmla="*/ 169 h 8013"/>
                <a:gd name="p0x2" fmla="*/ 0 w 80"/>
                <a:gd name="p0y2" fmla="*/ 103 h 8013"/>
                <a:gd name="p0x3" fmla="*/ 26 w 80"/>
                <a:gd name="p0y3" fmla="*/ 43 h 8013"/>
                <a:gd name="p0x4" fmla="*/ 70 w 80"/>
                <a:gd name="p0y4" fmla="*/ 0 h 8013"/>
                <a:gd name="p0x5" fmla="*/ 80 w 80"/>
                <a:gd name="p0y5" fmla="*/ 10 h 8013"/>
                <a:gd name="p0x6" fmla="*/ 80 w 80"/>
                <a:gd name="p0y6" fmla="*/ 10 h 8013"/>
                <a:gd name="p0x7" fmla="*/ 40 w 80"/>
                <a:gd name="p0y7" fmla="*/ 51 h 8013"/>
                <a:gd name="p0x8" fmla="*/ 15 w 80"/>
                <a:gd name="p0y8" fmla="*/ 107 h 8013"/>
                <a:gd name="p0x9" fmla="*/ 15 w 80"/>
                <a:gd name="p0y9" fmla="*/ 169 h 8013"/>
                <a:gd name="p0x10" fmla="*/ 15 w 80"/>
                <a:gd name="p0y10" fmla="*/ 7939 h 8013"/>
                <a:gd name="p0x11" fmla="*/ 15 w 80"/>
                <a:gd name="p0y11" fmla="*/ 7959 h 8013"/>
                <a:gd name="p0x12" fmla="*/ 18 w 80"/>
                <a:gd name="p0y12" fmla="*/ 7977 h 8013"/>
                <a:gd name="p0x13" fmla="*/ 25 w 80"/>
                <a:gd name="p0y13" fmla="*/ 7995 h 8013"/>
                <a:gd name="p0x14" fmla="*/ 11 w 80"/>
                <a:gd name="p0y14" fmla="*/ 8013 h 8013"/>
                <a:gd name="p0x15" fmla="*/ 11 w 80"/>
                <a:gd name="p0y15" fmla="*/ 8013 h 8013"/>
                <a:gd name="p0x16" fmla="*/ 4 w 80"/>
                <a:gd name="p0y16" fmla="*/ 7990 h 8013"/>
                <a:gd name="p0x17" fmla="*/ 0 w 80"/>
                <a:gd name="p0y17" fmla="*/ 7965 h 8013"/>
                <a:gd name="p0x18" fmla="*/ 0 w 80"/>
                <a:gd name="p0y18" fmla="*/ 7939 h 8013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lnTo>
                    <a:pt x="p0x15" y="p0y15"/>
                  </a:lnTo>
                  <a:cubicBezTo>
                    <a:pt x="p0x16" y="p0y16"/>
                    <a:pt x="p0x17" y="p0y17"/>
                    <a:pt x="p0x18" y="p0y18"/>
                  </a:cubicBezTo>
                  <a:close/>
                </a:path>
              </a:pathLst>
            </a:custGeom>
            <a:solidFill>
              <a:srgbClr val="E2E8F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2000"/>
            </a:p>
          </p:txBody>
        </p:sp>
      </p:grpSp>
      <p:sp>
        <p:nvSpPr>
          <p:cNvPr id="86" name="任意多边形 85"/>
          <p:cNvSpPr/>
          <p:nvPr>
            <p:custDataLst>
              <p:tags r:id="rId76"/>
            </p:custDataLst>
          </p:nvPr>
        </p:nvSpPr>
        <p:spPr>
          <a:xfrm>
            <a:off x="9067800" y="1171575"/>
            <a:ext cx="2657475" cy="85725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185" h="1350">
                <a:moveTo>
                  <a:pt x="240" y="0"/>
                </a:moveTo>
                <a:lnTo>
                  <a:pt x="3945" y="0"/>
                </a:lnTo>
                <a:cubicBezTo>
                  <a:pt x="4078" y="0"/>
                  <a:pt x="4185" y="107"/>
                  <a:pt x="4185" y="240"/>
                </a:cubicBezTo>
                <a:lnTo>
                  <a:pt x="4185" y="1350"/>
                </a:lnTo>
                <a:lnTo>
                  <a:pt x="0" y="1350"/>
                </a:lnTo>
                <a:lnTo>
                  <a:pt x="0" y="240"/>
                </a:lnTo>
                <a:cubicBezTo>
                  <a:pt x="0" y="107"/>
                  <a:pt x="107" y="0"/>
                  <a:pt x="240" y="0"/>
                </a:cubicBezTo>
                <a:close/>
              </a:path>
            </a:pathLst>
          </a:custGeom>
          <a:solidFill>
            <a:srgbClr val="2563EB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 sz="2000"/>
          </a:p>
        </p:txBody>
      </p:sp>
      <p:pic>
        <p:nvPicPr>
          <p:cNvPr id="89" name="图片 88"/>
          <p:cNvPicPr>
            <a:picLocks noChangeAspect="1"/>
          </p:cNvPicPr>
          <p:nvPr>
            <p:custDataLst>
              <p:tags r:id="rId77"/>
            </p:custDataLst>
          </p:nvPr>
        </p:nvPicPr>
        <p:blipFill>
          <a:blip r:embed="rId78">
            <a:extLst>
              <a:ext uri="{96DAC541-7B7A-43D3-8B79-37D633B846F1}">
                <asvg:svgBlip xmlns:asvg="http://schemas.microsoft.com/office/drawing/2016/SVG/main" r:embed="rId79"/>
              </a:ext>
            </a:extLst>
          </a:blip>
          <a:srcRect l="-17136" t="-16280" r="-17136" b="-16280"/>
          <a:stretch>
            <a:fillRect/>
          </a:stretch>
        </p:blipFill>
        <p:spPr>
          <a:xfrm>
            <a:off x="10989310" y="1400175"/>
            <a:ext cx="908050" cy="871220"/>
          </a:xfrm>
          <a:prstGeom prst="rect">
            <a:avLst/>
          </a:prstGeom>
        </p:spPr>
      </p:pic>
      <p:pic>
        <p:nvPicPr>
          <p:cNvPr id="91" name="图片 90"/>
          <p:cNvPicPr>
            <a:picLocks noChangeAspect="1"/>
          </p:cNvPicPr>
          <p:nvPr>
            <p:custDataLst>
              <p:tags r:id="rId80"/>
            </p:custDataLst>
          </p:nvPr>
        </p:nvPicPr>
        <p:blipFill>
          <a:blip r:embed="rId81">
            <a:extLst>
              <a:ext uri="{96DAC541-7B7A-43D3-8B79-37D633B846F1}">
                <asvg:svgBlip xmlns:asvg="http://schemas.microsoft.com/office/drawing/2016/SVG/main" r:embed="rId82"/>
              </a:ext>
            </a:extLst>
          </a:blip>
          <a:srcRect t="-4167" b="-4167"/>
          <a:stretch>
            <a:fillRect/>
          </a:stretch>
        </p:blipFill>
        <p:spPr>
          <a:xfrm>
            <a:off x="9296400" y="2290445"/>
            <a:ext cx="114300" cy="123825"/>
          </a:xfrm>
          <a:prstGeom prst="rect">
            <a:avLst/>
          </a:prstGeom>
        </p:spPr>
      </p:pic>
      <p:sp>
        <p:nvSpPr>
          <p:cNvPr id="92" name="文本框 91"/>
          <p:cNvSpPr txBox="1"/>
          <p:nvPr>
            <p:custDataLst>
              <p:tags r:id="rId83"/>
            </p:custDataLst>
          </p:nvPr>
        </p:nvSpPr>
        <p:spPr>
          <a:xfrm>
            <a:off x="9505950" y="2242185"/>
            <a:ext cx="1933575" cy="43053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lang="zh-CN" altLang="en-US" sz="12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时间复杂度：</a:t>
            </a:r>
            <a:r>
              <a:rPr lang="en-US" altLang="zh-CN" sz="12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O((V+E)logV)</a:t>
            </a:r>
            <a:endParaRPr lang="en-US" altLang="zh-CN" sz="12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0F172A">
                    <a:alpha val="70196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启发式排序优先队列维护开销。</a:t>
            </a:r>
            <a:endParaRPr sz="1200">
              <a:solidFill>
                <a:srgbClr val="0F172A">
                  <a:alpha val="70196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93" name="图片 92"/>
          <p:cNvPicPr>
            <a:picLocks noChangeAspect="1"/>
          </p:cNvPicPr>
          <p:nvPr>
            <p:custDataLst>
              <p:tags r:id="rId84"/>
            </p:custDataLst>
          </p:nvPr>
        </p:nvPicPr>
        <p:blipFill>
          <a:blip r:embed="rId81">
            <a:extLst>
              <a:ext uri="{96DAC541-7B7A-43D3-8B79-37D633B846F1}">
                <asvg:svgBlip xmlns:asvg="http://schemas.microsoft.com/office/drawing/2016/SVG/main" r:embed="rId82"/>
              </a:ext>
            </a:extLst>
          </a:blip>
          <a:srcRect t="-4167" b="-4167"/>
          <a:stretch>
            <a:fillRect/>
          </a:stretch>
        </p:blipFill>
        <p:spPr>
          <a:xfrm>
            <a:off x="9296400" y="2921000"/>
            <a:ext cx="114300" cy="123825"/>
          </a:xfrm>
          <a:prstGeom prst="rect">
            <a:avLst/>
          </a:prstGeom>
        </p:spPr>
      </p:pic>
      <p:sp>
        <p:nvSpPr>
          <p:cNvPr id="94" name="文本框 93"/>
          <p:cNvSpPr txBox="1"/>
          <p:nvPr>
            <p:custDataLst>
              <p:tags r:id="rId85"/>
            </p:custDataLst>
          </p:nvPr>
        </p:nvSpPr>
        <p:spPr>
          <a:xfrm>
            <a:off x="9505950" y="2872740"/>
            <a:ext cx="1990725" cy="63055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lang="zh-CN" altLang="en-US" sz="12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空间复杂度：</a:t>
            </a:r>
            <a:r>
              <a:rPr lang="en-US" altLang="zh-CN" sz="12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O(V)</a:t>
            </a:r>
            <a:endParaRPr lang="en-US" altLang="zh-CN" sz="12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1200">
                <a:solidFill>
                  <a:srgbClr val="0F172A">
                    <a:alpha val="70196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Open/Closed</a:t>
            </a:r>
            <a:r>
              <a:rPr lang="zh-CN" altLang="en-US" sz="1200">
                <a:solidFill>
                  <a:srgbClr val="0F172A">
                    <a:alpha val="70196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集合存储已访问和待访问节点。</a:t>
            </a:r>
            <a:endParaRPr lang="zh-CN" altLang="en-US" sz="1200">
              <a:solidFill>
                <a:srgbClr val="0F172A">
                  <a:alpha val="70196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95" name="图片 94"/>
          <p:cNvPicPr>
            <a:picLocks noChangeAspect="1"/>
          </p:cNvPicPr>
          <p:nvPr>
            <p:custDataLst>
              <p:tags r:id="rId86"/>
            </p:custDataLst>
          </p:nvPr>
        </p:nvPicPr>
        <p:blipFill>
          <a:blip r:embed="rId81">
            <a:extLst>
              <a:ext uri="{96DAC541-7B7A-43D3-8B79-37D633B846F1}">
                <asvg:svgBlip xmlns:asvg="http://schemas.microsoft.com/office/drawing/2016/SVG/main" r:embed="rId82"/>
              </a:ext>
            </a:extLst>
          </a:blip>
          <a:srcRect t="-4167" b="-4167"/>
          <a:stretch>
            <a:fillRect/>
          </a:stretch>
        </p:blipFill>
        <p:spPr>
          <a:xfrm>
            <a:off x="9296400" y="3673475"/>
            <a:ext cx="114300" cy="123825"/>
          </a:xfrm>
          <a:prstGeom prst="rect">
            <a:avLst/>
          </a:prstGeom>
        </p:spPr>
      </p:pic>
      <p:sp>
        <p:nvSpPr>
          <p:cNvPr id="96" name="文本框 95"/>
          <p:cNvSpPr txBox="1"/>
          <p:nvPr>
            <p:custDataLst>
              <p:tags r:id="rId87"/>
            </p:custDataLst>
          </p:nvPr>
        </p:nvSpPr>
        <p:spPr>
          <a:xfrm>
            <a:off x="9505950" y="3625215"/>
            <a:ext cx="1990725" cy="63055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2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启发式优势</a:t>
            </a:r>
            <a:endParaRPr sz="12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5000"/>
              </a:lnSpc>
            </a:pPr>
            <a:r>
              <a:rPr lang="en-US" sz="1200">
                <a:solidFill>
                  <a:srgbClr val="0F172A">
                    <a:alpha val="70196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f=g+h</a:t>
            </a:r>
            <a:r>
              <a:rPr lang="zh-CN" altLang="en-US" sz="1200">
                <a:solidFill>
                  <a:srgbClr val="0F172A">
                    <a:alpha val="70196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评估函数引导，搜索效率高。</a:t>
            </a:r>
            <a:endParaRPr lang="zh-CN" altLang="en-US" sz="1200">
              <a:solidFill>
                <a:srgbClr val="0F172A">
                  <a:alpha val="70196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109" name="组合 108"/>
          <p:cNvGrpSpPr/>
          <p:nvPr/>
        </p:nvGrpSpPr>
        <p:grpSpPr>
          <a:xfrm>
            <a:off x="9296400" y="5805170"/>
            <a:ext cx="2199640" cy="328930"/>
            <a:chOff x="14640" y="9142"/>
            <a:chExt cx="3464" cy="518"/>
          </a:xfrm>
        </p:grpSpPr>
        <p:sp>
          <p:nvSpPr>
            <p:cNvPr id="97" name="任意多边形 96"/>
            <p:cNvSpPr/>
            <p:nvPr>
              <p:custDataLst>
                <p:tags r:id="rId88"/>
              </p:custDataLst>
            </p:nvPr>
          </p:nvSpPr>
          <p:spPr>
            <a:xfrm>
              <a:off x="14640" y="9142"/>
              <a:ext cx="3465" cy="518"/>
            </a:xfrm>
            <a:custGeom>
              <a:avLst/>
              <a:gdLst>
                <a:gd name="sw" fmla="*/ 1 w 3465"/>
                <a:gd name="sh" fmla="*/ 1 h 517"/>
                <a:gd name="mins" fmla="min sw sh"/>
                <a:gd name="dsw" fmla="+- 0 sw mins"/>
                <a:gd name="dsh" fmla="+- 0 sh mins"/>
                <a:gd name="p0x0" fmla="*/ 0 w 3465"/>
                <a:gd name="p0y0" fmla="*/ 0 h 517"/>
                <a:gd name="p0x1" fmla="*/ 3465 w 3465"/>
                <a:gd name="p0y1" fmla="*/ 0 h 517"/>
                <a:gd name="p0x2" fmla="*/ 3465 w 3465"/>
                <a:gd name="p0y2" fmla="*/ 517 h 517"/>
                <a:gd name="p0x3" fmla="*/ 0 w 3465"/>
                <a:gd name="p0y3" fmla="*/ 517 h 517"/>
                <a:gd name="p0x4" fmla="*/ 0 w 3465"/>
                <a:gd name="p0y4" fmla="*/ 0 h 517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2000"/>
            </a:p>
          </p:txBody>
        </p:sp>
        <p:sp>
          <p:nvSpPr>
            <p:cNvPr id="98" name="任意多边形 97"/>
            <p:cNvSpPr/>
            <p:nvPr>
              <p:custDataLst>
                <p:tags r:id="rId89"/>
              </p:custDataLst>
            </p:nvPr>
          </p:nvSpPr>
          <p:spPr>
            <a:xfrm>
              <a:off x="14647" y="9142"/>
              <a:ext cx="3450" cy="15"/>
            </a:xfrm>
            <a:custGeom>
              <a:avLst/>
              <a:gdLst>
                <a:gd name="sw" fmla="*/ 1 w 3450"/>
                <a:gd name="sh" fmla="*/ 1 h 15"/>
                <a:gd name="mins" fmla="min sw sh"/>
                <a:gd name="dsw" fmla="+- 0 sw mins"/>
                <a:gd name="dsh" fmla="+- 0 sh mins"/>
                <a:gd name="p0x0" fmla="*/ 0 w 3450"/>
                <a:gd name="p0y0" fmla="*/ 0 h 15"/>
                <a:gd name="p0x1" fmla="*/ 29 w 3450"/>
                <a:gd name="p0y1" fmla="*/ 0 h 15"/>
                <a:gd name="p0x2" fmla="*/ 29 w 3450"/>
                <a:gd name="p0y2" fmla="*/ 15 h 15"/>
                <a:gd name="p0x3" fmla="*/ 0 w 3450"/>
                <a:gd name="p0y3" fmla="*/ 15 h 15"/>
                <a:gd name="p0x4" fmla="*/ 0 w 3450"/>
                <a:gd name="p0y4" fmla="*/ 0 h 15"/>
                <a:gd name="p0x5" fmla="*/ 45 w 3450"/>
                <a:gd name="p0y5" fmla="*/ 0 h 15"/>
                <a:gd name="p0x6" fmla="*/ 75 w 3450"/>
                <a:gd name="p0y6" fmla="*/ 0 h 15"/>
                <a:gd name="p0x7" fmla="*/ 75 w 3450"/>
                <a:gd name="p0y7" fmla="*/ 15 h 15"/>
                <a:gd name="p0x8" fmla="*/ 45 w 3450"/>
                <a:gd name="p0y8" fmla="*/ 15 h 15"/>
                <a:gd name="p0x9" fmla="*/ 45 w 3450"/>
                <a:gd name="p0y9" fmla="*/ 0 h 15"/>
                <a:gd name="p0x10" fmla="*/ 90 w 3450"/>
                <a:gd name="p0y10" fmla="*/ 0 h 15"/>
                <a:gd name="p0x11" fmla="*/ 120 w 3450"/>
                <a:gd name="p0y11" fmla="*/ 0 h 15"/>
                <a:gd name="p0x12" fmla="*/ 120 w 3450"/>
                <a:gd name="p0y12" fmla="*/ 15 h 15"/>
                <a:gd name="p0x13" fmla="*/ 90 w 3450"/>
                <a:gd name="p0y13" fmla="*/ 15 h 15"/>
                <a:gd name="p0x14" fmla="*/ 90 w 3450"/>
                <a:gd name="p0y14" fmla="*/ 0 h 15"/>
                <a:gd name="p0x15" fmla="*/ 135 w 3450"/>
                <a:gd name="p0y15" fmla="*/ 0 h 15"/>
                <a:gd name="p0x16" fmla="*/ 165 w 3450"/>
                <a:gd name="p0y16" fmla="*/ 0 h 15"/>
                <a:gd name="p0x17" fmla="*/ 165 w 3450"/>
                <a:gd name="p0y17" fmla="*/ 15 h 15"/>
                <a:gd name="p0x18" fmla="*/ 135 w 3450"/>
                <a:gd name="p0y18" fmla="*/ 15 h 15"/>
                <a:gd name="p0x19" fmla="*/ 135 w 3450"/>
                <a:gd name="p0y19" fmla="*/ 0 h 15"/>
                <a:gd name="p0x20" fmla="*/ 180 w 3450"/>
                <a:gd name="p0y20" fmla="*/ 0 h 15"/>
                <a:gd name="p0x21" fmla="*/ 210 w 3450"/>
                <a:gd name="p0y21" fmla="*/ 0 h 15"/>
                <a:gd name="p0x22" fmla="*/ 209 w 3450"/>
                <a:gd name="p0y22" fmla="*/ 15 h 15"/>
                <a:gd name="p0x23" fmla="*/ 180 w 3450"/>
                <a:gd name="p0y23" fmla="*/ 15 h 15"/>
                <a:gd name="p0x24" fmla="*/ 180 w 3450"/>
                <a:gd name="p0y24" fmla="*/ 0 h 15"/>
                <a:gd name="p0x25" fmla="*/ 225 w 3450"/>
                <a:gd name="p0y25" fmla="*/ 0 h 15"/>
                <a:gd name="p0x26" fmla="*/ 255 w 3450"/>
                <a:gd name="p0y26" fmla="*/ 0 h 15"/>
                <a:gd name="p0x27" fmla="*/ 255 w 3450"/>
                <a:gd name="p0y27" fmla="*/ 15 h 15"/>
                <a:gd name="p0x28" fmla="*/ 225 w 3450"/>
                <a:gd name="p0y28" fmla="*/ 15 h 15"/>
                <a:gd name="p0x29" fmla="*/ 225 w 3450"/>
                <a:gd name="p0y29" fmla="*/ 0 h 15"/>
                <a:gd name="p0x30" fmla="*/ 270 w 3450"/>
                <a:gd name="p0y30" fmla="*/ 0 h 15"/>
                <a:gd name="p0x31" fmla="*/ 299 w 3450"/>
                <a:gd name="p0y31" fmla="*/ 0 h 15"/>
                <a:gd name="p0x32" fmla="*/ 299 w 3450"/>
                <a:gd name="p0y32" fmla="*/ 15 h 15"/>
                <a:gd name="p0x33" fmla="*/ 270 w 3450"/>
                <a:gd name="p0y33" fmla="*/ 15 h 15"/>
                <a:gd name="p0x34" fmla="*/ 270 w 3450"/>
                <a:gd name="p0y34" fmla="*/ 0 h 15"/>
                <a:gd name="p0x35" fmla="*/ 314 w 3450"/>
                <a:gd name="p0y35" fmla="*/ 0 h 15"/>
                <a:gd name="p0x36" fmla="*/ 345 w 3450"/>
                <a:gd name="p0y36" fmla="*/ 0 h 15"/>
                <a:gd name="p0x37" fmla="*/ 345 w 3450"/>
                <a:gd name="p0y37" fmla="*/ 15 h 15"/>
                <a:gd name="p0x38" fmla="*/ 314 w 3450"/>
                <a:gd name="p0y38" fmla="*/ 15 h 15"/>
                <a:gd name="p0x39" fmla="*/ 314 w 3450"/>
                <a:gd name="p0y39" fmla="*/ 0 h 15"/>
                <a:gd name="p0x40" fmla="*/ 359 w 3450"/>
                <a:gd name="p0y40" fmla="*/ 0 h 15"/>
                <a:gd name="p0x41" fmla="*/ 389 w 3450"/>
                <a:gd name="p0y41" fmla="*/ 0 h 15"/>
                <a:gd name="p0x42" fmla="*/ 389 w 3450"/>
                <a:gd name="p0y42" fmla="*/ 15 h 15"/>
                <a:gd name="p0x43" fmla="*/ 359 w 3450"/>
                <a:gd name="p0y43" fmla="*/ 15 h 15"/>
                <a:gd name="p0x44" fmla="*/ 359 w 3450"/>
                <a:gd name="p0y44" fmla="*/ 0 h 15"/>
                <a:gd name="p0x45" fmla="*/ 405 w 3450"/>
                <a:gd name="p0y45" fmla="*/ 0 h 15"/>
                <a:gd name="p0x46" fmla="*/ 435 w 3450"/>
                <a:gd name="p0y46" fmla="*/ 0 h 15"/>
                <a:gd name="p0x47" fmla="*/ 435 w 3450"/>
                <a:gd name="p0y47" fmla="*/ 15 h 15"/>
                <a:gd name="p0x48" fmla="*/ 405 w 3450"/>
                <a:gd name="p0y48" fmla="*/ 15 h 15"/>
                <a:gd name="p0x49" fmla="*/ 405 w 3450"/>
                <a:gd name="p0y49" fmla="*/ 0 h 15"/>
                <a:gd name="p0x50" fmla="*/ 449 w 3450"/>
                <a:gd name="p0y50" fmla="*/ 0 h 15"/>
                <a:gd name="p0x51" fmla="*/ 479 w 3450"/>
                <a:gd name="p0y51" fmla="*/ 0 h 15"/>
                <a:gd name="p0x52" fmla="*/ 479 w 3450"/>
                <a:gd name="p0y52" fmla="*/ 15 h 15"/>
                <a:gd name="p0x53" fmla="*/ 449 w 3450"/>
                <a:gd name="p0y53" fmla="*/ 15 h 15"/>
                <a:gd name="p0x54" fmla="*/ 449 w 3450"/>
                <a:gd name="p0y54" fmla="*/ 0 h 15"/>
                <a:gd name="p0x55" fmla="*/ 495 w 3450"/>
                <a:gd name="p0y55" fmla="*/ 0 h 15"/>
                <a:gd name="p0x56" fmla="*/ 525 w 3450"/>
                <a:gd name="p0y56" fmla="*/ 0 h 15"/>
                <a:gd name="p0x57" fmla="*/ 525 w 3450"/>
                <a:gd name="p0y57" fmla="*/ 15 h 15"/>
                <a:gd name="p0x58" fmla="*/ 495 w 3450"/>
                <a:gd name="p0y58" fmla="*/ 15 h 15"/>
                <a:gd name="p0x59" fmla="*/ 495 w 3450"/>
                <a:gd name="p0y59" fmla="*/ 0 h 15"/>
                <a:gd name="p0x60" fmla="*/ 540 w 3450"/>
                <a:gd name="p0y60" fmla="*/ 0 h 15"/>
                <a:gd name="p0x61" fmla="*/ 570 w 3450"/>
                <a:gd name="p0y61" fmla="*/ 0 h 15"/>
                <a:gd name="p0x62" fmla="*/ 570 w 3450"/>
                <a:gd name="p0y62" fmla="*/ 15 h 15"/>
                <a:gd name="p0x63" fmla="*/ 540 w 3450"/>
                <a:gd name="p0y63" fmla="*/ 15 h 15"/>
                <a:gd name="p0x64" fmla="*/ 540 w 3450"/>
                <a:gd name="p0y64" fmla="*/ 0 h 15"/>
                <a:gd name="p0x65" fmla="*/ 585 w 3450"/>
                <a:gd name="p0y65" fmla="*/ 0 h 15"/>
                <a:gd name="p0x66" fmla="*/ 615 w 3450"/>
                <a:gd name="p0y66" fmla="*/ 0 h 15"/>
                <a:gd name="p0x67" fmla="*/ 615 w 3450"/>
                <a:gd name="p0y67" fmla="*/ 15 h 15"/>
                <a:gd name="p0x68" fmla="*/ 585 w 3450"/>
                <a:gd name="p0y68" fmla="*/ 15 h 15"/>
                <a:gd name="p0x69" fmla="*/ 585 w 3450"/>
                <a:gd name="p0y69" fmla="*/ 0 h 15"/>
                <a:gd name="p0x70" fmla="*/ 630 w 3450"/>
                <a:gd name="p0y70" fmla="*/ 0 h 15"/>
                <a:gd name="p0x71" fmla="*/ 660 w 3450"/>
                <a:gd name="p0y71" fmla="*/ 0 h 15"/>
                <a:gd name="p0x72" fmla="*/ 660 w 3450"/>
                <a:gd name="p0y72" fmla="*/ 15 h 15"/>
                <a:gd name="p0x73" fmla="*/ 630 w 3450"/>
                <a:gd name="p0y73" fmla="*/ 15 h 15"/>
                <a:gd name="p0x74" fmla="*/ 630 w 3450"/>
                <a:gd name="p0y74" fmla="*/ 0 h 15"/>
                <a:gd name="p0x75" fmla="*/ 675 w 3450"/>
                <a:gd name="p0y75" fmla="*/ 0 h 15"/>
                <a:gd name="p0x76" fmla="*/ 705 w 3450"/>
                <a:gd name="p0y76" fmla="*/ 0 h 15"/>
                <a:gd name="p0x77" fmla="*/ 705 w 3450"/>
                <a:gd name="p0y77" fmla="*/ 15 h 15"/>
                <a:gd name="p0x78" fmla="*/ 675 w 3450"/>
                <a:gd name="p0y78" fmla="*/ 15 h 15"/>
                <a:gd name="p0x79" fmla="*/ 675 w 3450"/>
                <a:gd name="p0y79" fmla="*/ 0 h 15"/>
                <a:gd name="p0x80" fmla="*/ 720 w 3450"/>
                <a:gd name="p0y80" fmla="*/ 0 h 15"/>
                <a:gd name="p0x81" fmla="*/ 750 w 3450"/>
                <a:gd name="p0y81" fmla="*/ 0 h 15"/>
                <a:gd name="p0x82" fmla="*/ 750 w 3450"/>
                <a:gd name="p0y82" fmla="*/ 15 h 15"/>
                <a:gd name="p0x83" fmla="*/ 720 w 3450"/>
                <a:gd name="p0y83" fmla="*/ 15 h 15"/>
                <a:gd name="p0x84" fmla="*/ 720 w 3450"/>
                <a:gd name="p0y84" fmla="*/ 0 h 15"/>
                <a:gd name="p0x85" fmla="*/ 765 w 3450"/>
                <a:gd name="p0y85" fmla="*/ 0 h 15"/>
                <a:gd name="p0x86" fmla="*/ 795 w 3450"/>
                <a:gd name="p0y86" fmla="*/ 0 h 15"/>
                <a:gd name="p0x87" fmla="*/ 795 w 3450"/>
                <a:gd name="p0y87" fmla="*/ 15 h 15"/>
                <a:gd name="p0x88" fmla="*/ 765 w 3450"/>
                <a:gd name="p0y88" fmla="*/ 15 h 15"/>
                <a:gd name="p0x89" fmla="*/ 765 w 3450"/>
                <a:gd name="p0y89" fmla="*/ 0 h 15"/>
                <a:gd name="p0x90" fmla="*/ 810 w 3450"/>
                <a:gd name="p0y90" fmla="*/ 0 h 15"/>
                <a:gd name="p0x91" fmla="*/ 840 w 3450"/>
                <a:gd name="p0y91" fmla="*/ 0 h 15"/>
                <a:gd name="p0x92" fmla="*/ 840 w 3450"/>
                <a:gd name="p0y92" fmla="*/ 15 h 15"/>
                <a:gd name="p0x93" fmla="*/ 810 w 3450"/>
                <a:gd name="p0y93" fmla="*/ 15 h 15"/>
                <a:gd name="p0x94" fmla="*/ 810 w 3450"/>
                <a:gd name="p0y94" fmla="*/ 0 h 15"/>
                <a:gd name="p0x95" fmla="*/ 854 w 3450"/>
                <a:gd name="p0y95" fmla="*/ 0 h 15"/>
                <a:gd name="p0x96" fmla="*/ 885 w 3450"/>
                <a:gd name="p0y96" fmla="*/ 0 h 15"/>
                <a:gd name="p0x97" fmla="*/ 885 w 3450"/>
                <a:gd name="p0y97" fmla="*/ 15 h 15"/>
                <a:gd name="p0x98" fmla="*/ 854 w 3450"/>
                <a:gd name="p0y98" fmla="*/ 15 h 15"/>
                <a:gd name="p0x99" fmla="*/ 854 w 3450"/>
                <a:gd name="p0y99" fmla="*/ 0 h 15"/>
                <a:gd name="p0x100" fmla="*/ 900 w 3450"/>
                <a:gd name="p0y100" fmla="*/ 0 h 15"/>
                <a:gd name="p0x101" fmla="*/ 930 w 3450"/>
                <a:gd name="p0y101" fmla="*/ 0 h 15"/>
                <a:gd name="p0x102" fmla="*/ 930 w 3450"/>
                <a:gd name="p0y102" fmla="*/ 15 h 15"/>
                <a:gd name="p0x103" fmla="*/ 900 w 3450"/>
                <a:gd name="p0y103" fmla="*/ 15 h 15"/>
                <a:gd name="p0x104" fmla="*/ 900 w 3450"/>
                <a:gd name="p0y104" fmla="*/ 0 h 15"/>
                <a:gd name="p0x105" fmla="*/ 945 w 3450"/>
                <a:gd name="p0y105" fmla="*/ 0 h 15"/>
                <a:gd name="p0x106" fmla="*/ 975 w 3450"/>
                <a:gd name="p0y106" fmla="*/ 0 h 15"/>
                <a:gd name="p0x107" fmla="*/ 975 w 3450"/>
                <a:gd name="p0y107" fmla="*/ 15 h 15"/>
                <a:gd name="p0x108" fmla="*/ 945 w 3450"/>
                <a:gd name="p0y108" fmla="*/ 15 h 15"/>
                <a:gd name="p0x109" fmla="*/ 945 w 3450"/>
                <a:gd name="p0y109" fmla="*/ 0 h 15"/>
                <a:gd name="p0x110" fmla="*/ 990 w 3450"/>
                <a:gd name="p0y110" fmla="*/ 0 h 15"/>
                <a:gd name="p0x111" fmla="*/ 1020 w 3450"/>
                <a:gd name="p0y111" fmla="*/ 0 h 15"/>
                <a:gd name="p0x112" fmla="*/ 1020 w 3450"/>
                <a:gd name="p0y112" fmla="*/ 15 h 15"/>
                <a:gd name="p0x113" fmla="*/ 990 w 3450"/>
                <a:gd name="p0y113" fmla="*/ 15 h 15"/>
                <a:gd name="p0x114" fmla="*/ 990 w 3450"/>
                <a:gd name="p0y114" fmla="*/ 0 h 15"/>
                <a:gd name="p0x115" fmla="*/ 1034 w 3450"/>
                <a:gd name="p0y115" fmla="*/ 0 h 15"/>
                <a:gd name="p0x116" fmla="*/ 1065 w 3450"/>
                <a:gd name="p0y116" fmla="*/ 0 h 15"/>
                <a:gd name="p0x117" fmla="*/ 1065 w 3450"/>
                <a:gd name="p0y117" fmla="*/ 15 h 15"/>
                <a:gd name="p0x118" fmla="*/ 1034 w 3450"/>
                <a:gd name="p0y118" fmla="*/ 15 h 15"/>
                <a:gd name="p0x119" fmla="*/ 1034 w 3450"/>
                <a:gd name="p0y119" fmla="*/ 0 h 15"/>
                <a:gd name="p0x120" fmla="*/ 1080 w 3450"/>
                <a:gd name="p0y120" fmla="*/ 0 h 15"/>
                <a:gd name="p0x121" fmla="*/ 1110 w 3450"/>
                <a:gd name="p0y121" fmla="*/ 0 h 15"/>
                <a:gd name="p0x122" fmla="*/ 1110 w 3450"/>
                <a:gd name="p0y122" fmla="*/ 15 h 15"/>
                <a:gd name="p0x123" fmla="*/ 1080 w 3450"/>
                <a:gd name="p0y123" fmla="*/ 15 h 15"/>
                <a:gd name="p0x124" fmla="*/ 1080 w 3450"/>
                <a:gd name="p0y124" fmla="*/ 0 h 15"/>
                <a:gd name="p0x125" fmla="*/ 1125 w 3450"/>
                <a:gd name="p0y125" fmla="*/ 0 h 15"/>
                <a:gd name="p0x126" fmla="*/ 1155 w 3450"/>
                <a:gd name="p0y126" fmla="*/ 0 h 15"/>
                <a:gd name="p0x127" fmla="*/ 1155 w 3450"/>
                <a:gd name="p0y127" fmla="*/ 15 h 15"/>
                <a:gd name="p0x128" fmla="*/ 1125 w 3450"/>
                <a:gd name="p0y128" fmla="*/ 15 h 15"/>
                <a:gd name="p0x129" fmla="*/ 1125 w 3450"/>
                <a:gd name="p0y129" fmla="*/ 0 h 15"/>
                <a:gd name="p0x130" fmla="*/ 1170 w 3450"/>
                <a:gd name="p0y130" fmla="*/ 0 h 15"/>
                <a:gd name="p0x131" fmla="*/ 1200 w 3450"/>
                <a:gd name="p0y131" fmla="*/ 0 h 15"/>
                <a:gd name="p0x132" fmla="*/ 1200 w 3450"/>
                <a:gd name="p0y132" fmla="*/ 15 h 15"/>
                <a:gd name="p0x133" fmla="*/ 1170 w 3450"/>
                <a:gd name="p0y133" fmla="*/ 15 h 15"/>
                <a:gd name="p0x134" fmla="*/ 1170 w 3450"/>
                <a:gd name="p0y134" fmla="*/ 0 h 15"/>
                <a:gd name="p0x135" fmla="*/ 1215 w 3450"/>
                <a:gd name="p0y135" fmla="*/ 0 h 15"/>
                <a:gd name="p0x136" fmla="*/ 1244 w 3450"/>
                <a:gd name="p0y136" fmla="*/ 0 h 15"/>
                <a:gd name="p0x137" fmla="*/ 1244 w 3450"/>
                <a:gd name="p0y137" fmla="*/ 15 h 15"/>
                <a:gd name="p0x138" fmla="*/ 1215 w 3450"/>
                <a:gd name="p0y138" fmla="*/ 15 h 15"/>
                <a:gd name="p0x139" fmla="*/ 1215 w 3450"/>
                <a:gd name="p0y139" fmla="*/ 0 h 15"/>
                <a:gd name="p0x140" fmla="*/ 1260 w 3450"/>
                <a:gd name="p0y140" fmla="*/ 0 h 15"/>
                <a:gd name="p0x141" fmla="*/ 1290 w 3450"/>
                <a:gd name="p0y141" fmla="*/ 0 h 15"/>
                <a:gd name="p0x142" fmla="*/ 1290 w 3450"/>
                <a:gd name="p0y142" fmla="*/ 15 h 15"/>
                <a:gd name="p0x143" fmla="*/ 1260 w 3450"/>
                <a:gd name="p0y143" fmla="*/ 15 h 15"/>
                <a:gd name="p0x144" fmla="*/ 1260 w 3450"/>
                <a:gd name="p0y144" fmla="*/ 0 h 15"/>
                <a:gd name="p0x145" fmla="*/ 1305 w 3450"/>
                <a:gd name="p0y145" fmla="*/ 0 h 15"/>
                <a:gd name="p0x146" fmla="*/ 1334 w 3450"/>
                <a:gd name="p0y146" fmla="*/ 0 h 15"/>
                <a:gd name="p0x147" fmla="*/ 1334 w 3450"/>
                <a:gd name="p0y147" fmla="*/ 15 h 15"/>
                <a:gd name="p0x148" fmla="*/ 1305 w 3450"/>
                <a:gd name="p0y148" fmla="*/ 15 h 15"/>
                <a:gd name="p0x149" fmla="*/ 1305 w 3450"/>
                <a:gd name="p0y149" fmla="*/ 0 h 15"/>
                <a:gd name="p0x150" fmla="*/ 1350 w 3450"/>
                <a:gd name="p0y150" fmla="*/ 0 h 15"/>
                <a:gd name="p0x151" fmla="*/ 1380 w 3450"/>
                <a:gd name="p0y151" fmla="*/ 0 h 15"/>
                <a:gd name="p0x152" fmla="*/ 1380 w 3450"/>
                <a:gd name="p0y152" fmla="*/ 15 h 15"/>
                <a:gd name="p0x153" fmla="*/ 1350 w 3450"/>
                <a:gd name="p0y153" fmla="*/ 15 h 15"/>
                <a:gd name="p0x154" fmla="*/ 1350 w 3450"/>
                <a:gd name="p0y154" fmla="*/ 0 h 15"/>
                <a:gd name="p0x155" fmla="*/ 1395 w 3450"/>
                <a:gd name="p0y155" fmla="*/ 0 h 15"/>
                <a:gd name="p0x156" fmla="*/ 1424 w 3450"/>
                <a:gd name="p0y156" fmla="*/ 0 h 15"/>
                <a:gd name="p0x157" fmla="*/ 1424 w 3450"/>
                <a:gd name="p0y157" fmla="*/ 15 h 15"/>
                <a:gd name="p0x158" fmla="*/ 1395 w 3450"/>
                <a:gd name="p0y158" fmla="*/ 15 h 15"/>
                <a:gd name="p0x159" fmla="*/ 1395 w 3450"/>
                <a:gd name="p0y159" fmla="*/ 0 h 15"/>
                <a:gd name="p0x160" fmla="*/ 1440 w 3450"/>
                <a:gd name="p0y160" fmla="*/ 0 h 15"/>
                <a:gd name="p0x161" fmla="*/ 1470 w 3450"/>
                <a:gd name="p0y161" fmla="*/ 0 h 15"/>
                <a:gd name="p0x162" fmla="*/ 1470 w 3450"/>
                <a:gd name="p0y162" fmla="*/ 15 h 15"/>
                <a:gd name="p0x163" fmla="*/ 1440 w 3450"/>
                <a:gd name="p0y163" fmla="*/ 15 h 15"/>
                <a:gd name="p0x164" fmla="*/ 1440 w 3450"/>
                <a:gd name="p0y164" fmla="*/ 0 h 15"/>
                <a:gd name="p0x165" fmla="*/ 1485 w 3450"/>
                <a:gd name="p0y165" fmla="*/ 0 h 15"/>
                <a:gd name="p0x166" fmla="*/ 1515 w 3450"/>
                <a:gd name="p0y166" fmla="*/ 0 h 15"/>
                <a:gd name="p0x167" fmla="*/ 1515 w 3450"/>
                <a:gd name="p0y167" fmla="*/ 15 h 15"/>
                <a:gd name="p0x168" fmla="*/ 1485 w 3450"/>
                <a:gd name="p0y168" fmla="*/ 15 h 15"/>
                <a:gd name="p0x169" fmla="*/ 1485 w 3450"/>
                <a:gd name="p0y169" fmla="*/ 0 h 15"/>
                <a:gd name="p0x170" fmla="*/ 1530 w 3450"/>
                <a:gd name="p0y170" fmla="*/ 0 h 15"/>
                <a:gd name="p0x171" fmla="*/ 1560 w 3450"/>
                <a:gd name="p0y171" fmla="*/ 0 h 15"/>
                <a:gd name="p0x172" fmla="*/ 1560 w 3450"/>
                <a:gd name="p0y172" fmla="*/ 15 h 15"/>
                <a:gd name="p0x173" fmla="*/ 1530 w 3450"/>
                <a:gd name="p0y173" fmla="*/ 15 h 15"/>
                <a:gd name="p0x174" fmla="*/ 1530 w 3450"/>
                <a:gd name="p0y174" fmla="*/ 0 h 15"/>
                <a:gd name="p0x175" fmla="*/ 1575 w 3450"/>
                <a:gd name="p0y175" fmla="*/ 0 h 15"/>
                <a:gd name="p0x176" fmla="*/ 1605 w 3450"/>
                <a:gd name="p0y176" fmla="*/ 0 h 15"/>
                <a:gd name="p0x177" fmla="*/ 1605 w 3450"/>
                <a:gd name="p0y177" fmla="*/ 15 h 15"/>
                <a:gd name="p0x178" fmla="*/ 1575 w 3450"/>
                <a:gd name="p0y178" fmla="*/ 15 h 15"/>
                <a:gd name="p0x179" fmla="*/ 1575 w 3450"/>
                <a:gd name="p0y179" fmla="*/ 0 h 15"/>
                <a:gd name="p0x180" fmla="*/ 1620 w 3450"/>
                <a:gd name="p0y180" fmla="*/ 0 h 15"/>
                <a:gd name="p0x181" fmla="*/ 1650 w 3450"/>
                <a:gd name="p0y181" fmla="*/ 0 h 15"/>
                <a:gd name="p0x182" fmla="*/ 1650 w 3450"/>
                <a:gd name="p0y182" fmla="*/ 15 h 15"/>
                <a:gd name="p0x183" fmla="*/ 1620 w 3450"/>
                <a:gd name="p0y183" fmla="*/ 15 h 15"/>
                <a:gd name="p0x184" fmla="*/ 1620 w 3450"/>
                <a:gd name="p0y184" fmla="*/ 0 h 15"/>
                <a:gd name="p0x185" fmla="*/ 1665 w 3450"/>
                <a:gd name="p0y185" fmla="*/ 0 h 15"/>
                <a:gd name="p0x186" fmla="*/ 1694 w 3450"/>
                <a:gd name="p0y186" fmla="*/ 0 h 15"/>
                <a:gd name="p0x187" fmla="*/ 1694 w 3450"/>
                <a:gd name="p0y187" fmla="*/ 15 h 15"/>
                <a:gd name="p0x188" fmla="*/ 1665 w 3450"/>
                <a:gd name="p0y188" fmla="*/ 15 h 15"/>
                <a:gd name="p0x189" fmla="*/ 1665 w 3450"/>
                <a:gd name="p0y189" fmla="*/ 0 h 15"/>
                <a:gd name="p0x190" fmla="*/ 1710 w 3450"/>
                <a:gd name="p0y190" fmla="*/ 0 h 15"/>
                <a:gd name="p0x191" fmla="*/ 1740 w 3450"/>
                <a:gd name="p0y191" fmla="*/ 0 h 15"/>
                <a:gd name="p0x192" fmla="*/ 1740 w 3450"/>
                <a:gd name="p0y192" fmla="*/ 15 h 15"/>
                <a:gd name="p0x193" fmla="*/ 1710 w 3450"/>
                <a:gd name="p0y193" fmla="*/ 15 h 15"/>
                <a:gd name="p0x194" fmla="*/ 1710 w 3450"/>
                <a:gd name="p0y194" fmla="*/ 0 h 15"/>
                <a:gd name="p0x195" fmla="*/ 1755 w 3450"/>
                <a:gd name="p0y195" fmla="*/ 0 h 15"/>
                <a:gd name="p0x196" fmla="*/ 1785 w 3450"/>
                <a:gd name="p0y196" fmla="*/ 0 h 15"/>
                <a:gd name="p0x197" fmla="*/ 1785 w 3450"/>
                <a:gd name="p0y197" fmla="*/ 15 h 15"/>
                <a:gd name="p0x198" fmla="*/ 1755 w 3450"/>
                <a:gd name="p0y198" fmla="*/ 15 h 15"/>
                <a:gd name="p0x199" fmla="*/ 1755 w 3450"/>
                <a:gd name="p0y199" fmla="*/ 0 h 15"/>
                <a:gd name="p0x200" fmla="*/ 1800 w 3450"/>
                <a:gd name="p0y200" fmla="*/ 0 h 15"/>
                <a:gd name="p0x201" fmla="*/ 1830 w 3450"/>
                <a:gd name="p0y201" fmla="*/ 0 h 15"/>
                <a:gd name="p0x202" fmla="*/ 1830 w 3450"/>
                <a:gd name="p0y202" fmla="*/ 15 h 15"/>
                <a:gd name="p0x203" fmla="*/ 1800 w 3450"/>
                <a:gd name="p0y203" fmla="*/ 15 h 15"/>
                <a:gd name="p0x204" fmla="*/ 1800 w 3450"/>
                <a:gd name="p0y204" fmla="*/ 0 h 15"/>
                <a:gd name="p0x205" fmla="*/ 1845 w 3450"/>
                <a:gd name="p0y205" fmla="*/ 0 h 15"/>
                <a:gd name="p0x206" fmla="*/ 1875 w 3450"/>
                <a:gd name="p0y206" fmla="*/ 0 h 15"/>
                <a:gd name="p0x207" fmla="*/ 1875 w 3450"/>
                <a:gd name="p0y207" fmla="*/ 15 h 15"/>
                <a:gd name="p0x208" fmla="*/ 1845 w 3450"/>
                <a:gd name="p0y208" fmla="*/ 15 h 15"/>
                <a:gd name="p0x209" fmla="*/ 1845 w 3450"/>
                <a:gd name="p0y209" fmla="*/ 0 h 15"/>
                <a:gd name="p0x210" fmla="*/ 1890 w 3450"/>
                <a:gd name="p0y210" fmla="*/ 0 h 15"/>
                <a:gd name="p0x211" fmla="*/ 1920 w 3450"/>
                <a:gd name="p0y211" fmla="*/ 0 h 15"/>
                <a:gd name="p0x212" fmla="*/ 1920 w 3450"/>
                <a:gd name="p0y212" fmla="*/ 15 h 15"/>
                <a:gd name="p0x213" fmla="*/ 1890 w 3450"/>
                <a:gd name="p0y213" fmla="*/ 15 h 15"/>
                <a:gd name="p0x214" fmla="*/ 1890 w 3450"/>
                <a:gd name="p0y214" fmla="*/ 0 h 15"/>
                <a:gd name="p0x215" fmla="*/ 1935 w 3450"/>
                <a:gd name="p0y215" fmla="*/ 0 h 15"/>
                <a:gd name="p0x216" fmla="*/ 1965 w 3450"/>
                <a:gd name="p0y216" fmla="*/ 0 h 15"/>
                <a:gd name="p0x217" fmla="*/ 1965 w 3450"/>
                <a:gd name="p0y217" fmla="*/ 15 h 15"/>
                <a:gd name="p0x218" fmla="*/ 1935 w 3450"/>
                <a:gd name="p0y218" fmla="*/ 15 h 15"/>
                <a:gd name="p0x219" fmla="*/ 1935 w 3450"/>
                <a:gd name="p0y219" fmla="*/ 0 h 15"/>
                <a:gd name="p0x220" fmla="*/ 1980 w 3450"/>
                <a:gd name="p0y220" fmla="*/ 0 h 15"/>
                <a:gd name="p0x221" fmla="*/ 2010 w 3450"/>
                <a:gd name="p0y221" fmla="*/ 0 h 15"/>
                <a:gd name="p0x222" fmla="*/ 2010 w 3450"/>
                <a:gd name="p0y222" fmla="*/ 15 h 15"/>
                <a:gd name="p0x223" fmla="*/ 1980 w 3450"/>
                <a:gd name="p0y223" fmla="*/ 15 h 15"/>
                <a:gd name="p0x224" fmla="*/ 1980 w 3450"/>
                <a:gd name="p0y224" fmla="*/ 0 h 15"/>
                <a:gd name="p0x225" fmla="*/ 2025 w 3450"/>
                <a:gd name="p0y225" fmla="*/ 0 h 15"/>
                <a:gd name="p0x226" fmla="*/ 2055 w 3450"/>
                <a:gd name="p0y226" fmla="*/ 0 h 15"/>
                <a:gd name="p0x227" fmla="*/ 2055 w 3450"/>
                <a:gd name="p0y227" fmla="*/ 15 h 15"/>
                <a:gd name="p0x228" fmla="*/ 2025 w 3450"/>
                <a:gd name="p0y228" fmla="*/ 15 h 15"/>
                <a:gd name="p0x229" fmla="*/ 2025 w 3450"/>
                <a:gd name="p0y229" fmla="*/ 0 h 15"/>
                <a:gd name="p0x230" fmla="*/ 2070 w 3450"/>
                <a:gd name="p0y230" fmla="*/ 0 h 15"/>
                <a:gd name="p0x231" fmla="*/ 2100 w 3450"/>
                <a:gd name="p0y231" fmla="*/ 0 h 15"/>
                <a:gd name="p0x232" fmla="*/ 2100 w 3450"/>
                <a:gd name="p0y232" fmla="*/ 15 h 15"/>
                <a:gd name="p0x233" fmla="*/ 2070 w 3450"/>
                <a:gd name="p0y233" fmla="*/ 15 h 15"/>
                <a:gd name="p0x234" fmla="*/ 2070 w 3450"/>
                <a:gd name="p0y234" fmla="*/ 0 h 15"/>
                <a:gd name="p0x235" fmla="*/ 2115 w 3450"/>
                <a:gd name="p0y235" fmla="*/ 0 h 15"/>
                <a:gd name="p0x236" fmla="*/ 2145 w 3450"/>
                <a:gd name="p0y236" fmla="*/ 0 h 15"/>
                <a:gd name="p0x237" fmla="*/ 2145 w 3450"/>
                <a:gd name="p0y237" fmla="*/ 15 h 15"/>
                <a:gd name="p0x238" fmla="*/ 2115 w 3450"/>
                <a:gd name="p0y238" fmla="*/ 15 h 15"/>
                <a:gd name="p0x239" fmla="*/ 2115 w 3450"/>
                <a:gd name="p0y239" fmla="*/ 0 h 15"/>
                <a:gd name="p0x240" fmla="*/ 2160 w 3450"/>
                <a:gd name="p0y240" fmla="*/ 0 h 15"/>
                <a:gd name="p0x241" fmla="*/ 2190 w 3450"/>
                <a:gd name="p0y241" fmla="*/ 0 h 15"/>
                <a:gd name="p0x242" fmla="*/ 2190 w 3450"/>
                <a:gd name="p0y242" fmla="*/ 15 h 15"/>
                <a:gd name="p0x243" fmla="*/ 2160 w 3450"/>
                <a:gd name="p0y243" fmla="*/ 15 h 15"/>
                <a:gd name="p0x244" fmla="*/ 2160 w 3450"/>
                <a:gd name="p0y244" fmla="*/ 0 h 15"/>
                <a:gd name="p0x245" fmla="*/ 2205 w 3450"/>
                <a:gd name="p0y245" fmla="*/ 0 h 15"/>
                <a:gd name="p0x246" fmla="*/ 2235 w 3450"/>
                <a:gd name="p0y246" fmla="*/ 0 h 15"/>
                <a:gd name="p0x247" fmla="*/ 2235 w 3450"/>
                <a:gd name="p0y247" fmla="*/ 15 h 15"/>
                <a:gd name="p0x248" fmla="*/ 2205 w 3450"/>
                <a:gd name="p0y248" fmla="*/ 15 h 15"/>
                <a:gd name="p0x249" fmla="*/ 2205 w 3450"/>
                <a:gd name="p0y249" fmla="*/ 0 h 15"/>
                <a:gd name="p0x250" fmla="*/ 2250 w 3450"/>
                <a:gd name="p0y250" fmla="*/ 0 h 15"/>
                <a:gd name="p0x251" fmla="*/ 2280 w 3450"/>
                <a:gd name="p0y251" fmla="*/ 0 h 15"/>
                <a:gd name="p0x252" fmla="*/ 2280 w 3450"/>
                <a:gd name="p0y252" fmla="*/ 15 h 15"/>
                <a:gd name="p0x253" fmla="*/ 2250 w 3450"/>
                <a:gd name="p0y253" fmla="*/ 15 h 15"/>
                <a:gd name="p0x254" fmla="*/ 2250 w 3450"/>
                <a:gd name="p0y254" fmla="*/ 0 h 15"/>
                <a:gd name="p0x255" fmla="*/ 2295 w 3450"/>
                <a:gd name="p0y255" fmla="*/ 0 h 15"/>
                <a:gd name="p0x256" fmla="*/ 2325 w 3450"/>
                <a:gd name="p0y256" fmla="*/ 0 h 15"/>
                <a:gd name="p0x257" fmla="*/ 2325 w 3450"/>
                <a:gd name="p0y257" fmla="*/ 15 h 15"/>
                <a:gd name="p0x258" fmla="*/ 2295 w 3450"/>
                <a:gd name="p0y258" fmla="*/ 15 h 15"/>
                <a:gd name="p0x259" fmla="*/ 2295 w 3450"/>
                <a:gd name="p0y259" fmla="*/ 0 h 15"/>
                <a:gd name="p0x260" fmla="*/ 2340 w 3450"/>
                <a:gd name="p0y260" fmla="*/ 0 h 15"/>
                <a:gd name="p0x261" fmla="*/ 2370 w 3450"/>
                <a:gd name="p0y261" fmla="*/ 0 h 15"/>
                <a:gd name="p0x262" fmla="*/ 2370 w 3450"/>
                <a:gd name="p0y262" fmla="*/ 15 h 15"/>
                <a:gd name="p0x263" fmla="*/ 2340 w 3450"/>
                <a:gd name="p0y263" fmla="*/ 15 h 15"/>
                <a:gd name="p0x264" fmla="*/ 2340 w 3450"/>
                <a:gd name="p0y264" fmla="*/ 0 h 15"/>
                <a:gd name="p0x265" fmla="*/ 2385 w 3450"/>
                <a:gd name="p0y265" fmla="*/ 0 h 15"/>
                <a:gd name="p0x266" fmla="*/ 2415 w 3450"/>
                <a:gd name="p0y266" fmla="*/ 0 h 15"/>
                <a:gd name="p0x267" fmla="*/ 2415 w 3450"/>
                <a:gd name="p0y267" fmla="*/ 15 h 15"/>
                <a:gd name="p0x268" fmla="*/ 2385 w 3450"/>
                <a:gd name="p0y268" fmla="*/ 15 h 15"/>
                <a:gd name="p0x269" fmla="*/ 2385 w 3450"/>
                <a:gd name="p0y269" fmla="*/ 0 h 15"/>
                <a:gd name="p0x270" fmla="*/ 2430 w 3450"/>
                <a:gd name="p0y270" fmla="*/ 0 h 15"/>
                <a:gd name="p0x271" fmla="*/ 2460 w 3450"/>
                <a:gd name="p0y271" fmla="*/ 0 h 15"/>
                <a:gd name="p0x272" fmla="*/ 2460 w 3450"/>
                <a:gd name="p0y272" fmla="*/ 15 h 15"/>
                <a:gd name="p0x273" fmla="*/ 2430 w 3450"/>
                <a:gd name="p0y273" fmla="*/ 15 h 15"/>
                <a:gd name="p0x274" fmla="*/ 2430 w 3450"/>
                <a:gd name="p0y274" fmla="*/ 0 h 15"/>
                <a:gd name="p0x275" fmla="*/ 2475 w 3450"/>
                <a:gd name="p0y275" fmla="*/ 0 h 15"/>
                <a:gd name="p0x276" fmla="*/ 2505 w 3450"/>
                <a:gd name="p0y276" fmla="*/ 0 h 15"/>
                <a:gd name="p0x277" fmla="*/ 2505 w 3450"/>
                <a:gd name="p0y277" fmla="*/ 15 h 15"/>
                <a:gd name="p0x278" fmla="*/ 2475 w 3450"/>
                <a:gd name="p0y278" fmla="*/ 15 h 15"/>
                <a:gd name="p0x279" fmla="*/ 2475 w 3450"/>
                <a:gd name="p0y279" fmla="*/ 0 h 15"/>
                <a:gd name="p0x280" fmla="*/ 2520 w 3450"/>
                <a:gd name="p0y280" fmla="*/ 0 h 15"/>
                <a:gd name="p0x281" fmla="*/ 2550 w 3450"/>
                <a:gd name="p0y281" fmla="*/ 0 h 15"/>
                <a:gd name="p0x282" fmla="*/ 2550 w 3450"/>
                <a:gd name="p0y282" fmla="*/ 15 h 15"/>
                <a:gd name="p0x283" fmla="*/ 2520 w 3450"/>
                <a:gd name="p0y283" fmla="*/ 15 h 15"/>
                <a:gd name="p0x284" fmla="*/ 2520 w 3450"/>
                <a:gd name="p0y284" fmla="*/ 0 h 15"/>
                <a:gd name="p0x285" fmla="*/ 2565 w 3450"/>
                <a:gd name="p0y285" fmla="*/ 0 h 15"/>
                <a:gd name="p0x286" fmla="*/ 2595 w 3450"/>
                <a:gd name="p0y286" fmla="*/ 0 h 15"/>
                <a:gd name="p0x287" fmla="*/ 2595 w 3450"/>
                <a:gd name="p0y287" fmla="*/ 15 h 15"/>
                <a:gd name="p0x288" fmla="*/ 2565 w 3450"/>
                <a:gd name="p0y288" fmla="*/ 15 h 15"/>
                <a:gd name="p0x289" fmla="*/ 2565 w 3450"/>
                <a:gd name="p0y289" fmla="*/ 0 h 15"/>
                <a:gd name="p0x290" fmla="*/ 2610 w 3450"/>
                <a:gd name="p0y290" fmla="*/ 0 h 15"/>
                <a:gd name="p0x291" fmla="*/ 2640 w 3450"/>
                <a:gd name="p0y291" fmla="*/ 0 h 15"/>
                <a:gd name="p0x292" fmla="*/ 2640 w 3450"/>
                <a:gd name="p0y292" fmla="*/ 15 h 15"/>
                <a:gd name="p0x293" fmla="*/ 2610 w 3450"/>
                <a:gd name="p0y293" fmla="*/ 15 h 15"/>
                <a:gd name="p0x294" fmla="*/ 2610 w 3450"/>
                <a:gd name="p0y294" fmla="*/ 0 h 15"/>
                <a:gd name="p0x295" fmla="*/ 2655 w 3450"/>
                <a:gd name="p0y295" fmla="*/ 0 h 15"/>
                <a:gd name="p0x296" fmla="*/ 2685 w 3450"/>
                <a:gd name="p0y296" fmla="*/ 0 h 15"/>
                <a:gd name="p0x297" fmla="*/ 2685 w 3450"/>
                <a:gd name="p0y297" fmla="*/ 15 h 15"/>
                <a:gd name="p0x298" fmla="*/ 2655 w 3450"/>
                <a:gd name="p0y298" fmla="*/ 15 h 15"/>
                <a:gd name="p0x299" fmla="*/ 2655 w 3450"/>
                <a:gd name="p0y299" fmla="*/ 0 h 15"/>
                <a:gd name="p0x300" fmla="*/ 2700 w 3450"/>
                <a:gd name="p0y300" fmla="*/ 0 h 15"/>
                <a:gd name="p0x301" fmla="*/ 2730 w 3450"/>
                <a:gd name="p0y301" fmla="*/ 0 h 15"/>
                <a:gd name="p0x302" fmla="*/ 2730 w 3450"/>
                <a:gd name="p0y302" fmla="*/ 15 h 15"/>
                <a:gd name="p0x303" fmla="*/ 2700 w 3450"/>
                <a:gd name="p0y303" fmla="*/ 15 h 15"/>
                <a:gd name="p0x304" fmla="*/ 2700 w 3450"/>
                <a:gd name="p0y304" fmla="*/ 0 h 15"/>
                <a:gd name="p0x305" fmla="*/ 2745 w 3450"/>
                <a:gd name="p0y305" fmla="*/ 0 h 15"/>
                <a:gd name="p0x306" fmla="*/ 2775 w 3450"/>
                <a:gd name="p0y306" fmla="*/ 0 h 15"/>
                <a:gd name="p0x307" fmla="*/ 2775 w 3450"/>
                <a:gd name="p0y307" fmla="*/ 15 h 15"/>
                <a:gd name="p0x308" fmla="*/ 2745 w 3450"/>
                <a:gd name="p0y308" fmla="*/ 15 h 15"/>
                <a:gd name="p0x309" fmla="*/ 2745 w 3450"/>
                <a:gd name="p0y309" fmla="*/ 0 h 15"/>
                <a:gd name="p0x310" fmla="*/ 2790 w 3450"/>
                <a:gd name="p0y310" fmla="*/ 0 h 15"/>
                <a:gd name="p0x311" fmla="*/ 2820 w 3450"/>
                <a:gd name="p0y311" fmla="*/ 0 h 15"/>
                <a:gd name="p0x312" fmla="*/ 2820 w 3450"/>
                <a:gd name="p0y312" fmla="*/ 15 h 15"/>
                <a:gd name="p0x313" fmla="*/ 2790 w 3450"/>
                <a:gd name="p0y313" fmla="*/ 15 h 15"/>
                <a:gd name="p0x314" fmla="*/ 2790 w 3450"/>
                <a:gd name="p0y314" fmla="*/ 0 h 15"/>
                <a:gd name="p0x315" fmla="*/ 2835 w 3450"/>
                <a:gd name="p0y315" fmla="*/ 0 h 15"/>
                <a:gd name="p0x316" fmla="*/ 2865 w 3450"/>
                <a:gd name="p0y316" fmla="*/ 0 h 15"/>
                <a:gd name="p0x317" fmla="*/ 2865 w 3450"/>
                <a:gd name="p0y317" fmla="*/ 15 h 15"/>
                <a:gd name="p0x318" fmla="*/ 2835 w 3450"/>
                <a:gd name="p0y318" fmla="*/ 15 h 15"/>
                <a:gd name="p0x319" fmla="*/ 2835 w 3450"/>
                <a:gd name="p0y319" fmla="*/ 0 h 15"/>
                <a:gd name="p0x320" fmla="*/ 2880 w 3450"/>
                <a:gd name="p0y320" fmla="*/ 0 h 15"/>
                <a:gd name="p0x321" fmla="*/ 2910 w 3450"/>
                <a:gd name="p0y321" fmla="*/ 0 h 15"/>
                <a:gd name="p0x322" fmla="*/ 2910 w 3450"/>
                <a:gd name="p0y322" fmla="*/ 15 h 15"/>
                <a:gd name="p0x323" fmla="*/ 2880 w 3450"/>
                <a:gd name="p0y323" fmla="*/ 15 h 15"/>
                <a:gd name="p0x324" fmla="*/ 2880 w 3450"/>
                <a:gd name="p0y324" fmla="*/ 0 h 15"/>
                <a:gd name="p0x325" fmla="*/ 2925 w 3450"/>
                <a:gd name="p0y325" fmla="*/ 0 h 15"/>
                <a:gd name="p0x326" fmla="*/ 2955 w 3450"/>
                <a:gd name="p0y326" fmla="*/ 0 h 15"/>
                <a:gd name="p0x327" fmla="*/ 2955 w 3450"/>
                <a:gd name="p0y327" fmla="*/ 15 h 15"/>
                <a:gd name="p0x328" fmla="*/ 2925 w 3450"/>
                <a:gd name="p0y328" fmla="*/ 15 h 15"/>
                <a:gd name="p0x329" fmla="*/ 2925 w 3450"/>
                <a:gd name="p0y329" fmla="*/ 0 h 15"/>
                <a:gd name="p0x330" fmla="*/ 2970 w 3450"/>
                <a:gd name="p0y330" fmla="*/ 0 h 15"/>
                <a:gd name="p0x331" fmla="*/ 3000 w 3450"/>
                <a:gd name="p0y331" fmla="*/ 0 h 15"/>
                <a:gd name="p0x332" fmla="*/ 3000 w 3450"/>
                <a:gd name="p0y332" fmla="*/ 15 h 15"/>
                <a:gd name="p0x333" fmla="*/ 2970 w 3450"/>
                <a:gd name="p0y333" fmla="*/ 15 h 15"/>
                <a:gd name="p0x334" fmla="*/ 2970 w 3450"/>
                <a:gd name="p0y334" fmla="*/ 0 h 15"/>
                <a:gd name="p0x335" fmla="*/ 3015 w 3450"/>
                <a:gd name="p0y335" fmla="*/ 0 h 15"/>
                <a:gd name="p0x336" fmla="*/ 3045 w 3450"/>
                <a:gd name="p0y336" fmla="*/ 0 h 15"/>
                <a:gd name="p0x337" fmla="*/ 3045 w 3450"/>
                <a:gd name="p0y337" fmla="*/ 15 h 15"/>
                <a:gd name="p0x338" fmla="*/ 3015 w 3450"/>
                <a:gd name="p0y338" fmla="*/ 15 h 15"/>
                <a:gd name="p0x339" fmla="*/ 3015 w 3450"/>
                <a:gd name="p0y339" fmla="*/ 0 h 15"/>
                <a:gd name="p0x340" fmla="*/ 3060 w 3450"/>
                <a:gd name="p0y340" fmla="*/ 0 h 15"/>
                <a:gd name="p0x341" fmla="*/ 3090 w 3450"/>
                <a:gd name="p0y341" fmla="*/ 0 h 15"/>
                <a:gd name="p0x342" fmla="*/ 3090 w 3450"/>
                <a:gd name="p0y342" fmla="*/ 15 h 15"/>
                <a:gd name="p0x343" fmla="*/ 3060 w 3450"/>
                <a:gd name="p0y343" fmla="*/ 15 h 15"/>
                <a:gd name="p0x344" fmla="*/ 3060 w 3450"/>
                <a:gd name="p0y344" fmla="*/ 0 h 15"/>
                <a:gd name="p0x345" fmla="*/ 3105 w 3450"/>
                <a:gd name="p0y345" fmla="*/ 0 h 15"/>
                <a:gd name="p0x346" fmla="*/ 3135 w 3450"/>
                <a:gd name="p0y346" fmla="*/ 0 h 15"/>
                <a:gd name="p0x347" fmla="*/ 3135 w 3450"/>
                <a:gd name="p0y347" fmla="*/ 15 h 15"/>
                <a:gd name="p0x348" fmla="*/ 3105 w 3450"/>
                <a:gd name="p0y348" fmla="*/ 15 h 15"/>
                <a:gd name="p0x349" fmla="*/ 3105 w 3450"/>
                <a:gd name="p0y349" fmla="*/ 0 h 15"/>
                <a:gd name="p0x350" fmla="*/ 3150 w 3450"/>
                <a:gd name="p0y350" fmla="*/ 0 h 15"/>
                <a:gd name="p0x351" fmla="*/ 3180 w 3450"/>
                <a:gd name="p0y351" fmla="*/ 0 h 15"/>
                <a:gd name="p0x352" fmla="*/ 3180 w 3450"/>
                <a:gd name="p0y352" fmla="*/ 15 h 15"/>
                <a:gd name="p0x353" fmla="*/ 3150 w 3450"/>
                <a:gd name="p0y353" fmla="*/ 15 h 15"/>
                <a:gd name="p0x354" fmla="*/ 3150 w 3450"/>
                <a:gd name="p0y354" fmla="*/ 0 h 15"/>
                <a:gd name="p0x355" fmla="*/ 3195 w 3450"/>
                <a:gd name="p0y355" fmla="*/ 0 h 15"/>
                <a:gd name="p0x356" fmla="*/ 3225 w 3450"/>
                <a:gd name="p0y356" fmla="*/ 0 h 15"/>
                <a:gd name="p0x357" fmla="*/ 3225 w 3450"/>
                <a:gd name="p0y357" fmla="*/ 15 h 15"/>
                <a:gd name="p0x358" fmla="*/ 3195 w 3450"/>
                <a:gd name="p0y358" fmla="*/ 15 h 15"/>
                <a:gd name="p0x359" fmla="*/ 3195 w 3450"/>
                <a:gd name="p0y359" fmla="*/ 0 h 15"/>
                <a:gd name="p0x360" fmla="*/ 3240 w 3450"/>
                <a:gd name="p0y360" fmla="*/ 0 h 15"/>
                <a:gd name="p0x361" fmla="*/ 3270 w 3450"/>
                <a:gd name="p0y361" fmla="*/ 0 h 15"/>
                <a:gd name="p0x362" fmla="*/ 3270 w 3450"/>
                <a:gd name="p0y362" fmla="*/ 15 h 15"/>
                <a:gd name="p0x363" fmla="*/ 3240 w 3450"/>
                <a:gd name="p0y363" fmla="*/ 15 h 15"/>
                <a:gd name="p0x364" fmla="*/ 3240 w 3450"/>
                <a:gd name="p0y364" fmla="*/ 0 h 15"/>
                <a:gd name="p0x365" fmla="*/ 3285 w 3450"/>
                <a:gd name="p0y365" fmla="*/ 0 h 15"/>
                <a:gd name="p0x366" fmla="*/ 3315 w 3450"/>
                <a:gd name="p0y366" fmla="*/ 0 h 15"/>
                <a:gd name="p0x367" fmla="*/ 3315 w 3450"/>
                <a:gd name="p0y367" fmla="*/ 15 h 15"/>
                <a:gd name="p0x368" fmla="*/ 3285 w 3450"/>
                <a:gd name="p0y368" fmla="*/ 15 h 15"/>
                <a:gd name="p0x369" fmla="*/ 3285 w 3450"/>
                <a:gd name="p0y369" fmla="*/ 0 h 15"/>
                <a:gd name="p0x370" fmla="*/ 3330 w 3450"/>
                <a:gd name="p0y370" fmla="*/ 0 h 15"/>
                <a:gd name="p0x371" fmla="*/ 3360 w 3450"/>
                <a:gd name="p0y371" fmla="*/ 0 h 15"/>
                <a:gd name="p0x372" fmla="*/ 3360 w 3450"/>
                <a:gd name="p0y372" fmla="*/ 15 h 15"/>
                <a:gd name="p0x373" fmla="*/ 3330 w 3450"/>
                <a:gd name="p0y373" fmla="*/ 15 h 15"/>
                <a:gd name="p0x374" fmla="*/ 3330 w 3450"/>
                <a:gd name="p0y374" fmla="*/ 0 h 15"/>
                <a:gd name="p0x375" fmla="*/ 3375 w 3450"/>
                <a:gd name="p0y375" fmla="*/ 0 h 15"/>
                <a:gd name="p0x376" fmla="*/ 3405 w 3450"/>
                <a:gd name="p0y376" fmla="*/ 0 h 15"/>
                <a:gd name="p0x377" fmla="*/ 3405 w 3450"/>
                <a:gd name="p0y377" fmla="*/ 15 h 15"/>
                <a:gd name="p0x378" fmla="*/ 3375 w 3450"/>
                <a:gd name="p0y378" fmla="*/ 15 h 15"/>
                <a:gd name="p0x379" fmla="*/ 3375 w 3450"/>
                <a:gd name="p0y379" fmla="*/ 0 h 15"/>
                <a:gd name="p0x380" fmla="*/ 3420 w 3450"/>
                <a:gd name="p0y380" fmla="*/ 0 h 15"/>
                <a:gd name="p0x381" fmla="*/ 3450 w 3450"/>
                <a:gd name="p0y381" fmla="*/ 0 h 15"/>
                <a:gd name="p0x382" fmla="*/ 3450 w 3450"/>
                <a:gd name="p0y382" fmla="*/ 15 h 15"/>
                <a:gd name="p0x383" fmla="*/ 3420 w 3450"/>
                <a:gd name="p0y383" fmla="*/ 15 h 15"/>
                <a:gd name="p0x384" fmla="*/ 3420 w 3450"/>
                <a:gd name="p0y384" fmla="*/ 0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moveTo>
                    <a:pt x="p0x5" y="p0y5"/>
                  </a:moveTo>
                  <a:lnTo>
                    <a:pt x="p0x6" y="p0y6"/>
                  </a:lnTo>
                  <a:lnTo>
                    <a:pt x="p0x7" y="p0y7"/>
                  </a:lnTo>
                  <a:lnTo>
                    <a:pt x="p0x8" y="p0y8"/>
                  </a:lnTo>
                  <a:lnTo>
                    <a:pt x="p0x9" y="p0y9"/>
                  </a:lnTo>
                  <a:moveTo>
                    <a:pt x="p0x10" y="p0y10"/>
                  </a:moveTo>
                  <a:lnTo>
                    <a:pt x="p0x11" y="p0y11"/>
                  </a:lnTo>
                  <a:lnTo>
                    <a:pt x="p0x12" y="p0y12"/>
                  </a:lnTo>
                  <a:lnTo>
                    <a:pt x="p0x13" y="p0y13"/>
                  </a:lnTo>
                  <a:lnTo>
                    <a:pt x="p0x14" y="p0y14"/>
                  </a:lnTo>
                  <a:moveTo>
                    <a:pt x="p0x15" y="p0y15"/>
                  </a:moveTo>
                  <a:lnTo>
                    <a:pt x="p0x16" y="p0y16"/>
                  </a:lnTo>
                  <a:lnTo>
                    <a:pt x="p0x17" y="p0y17"/>
                  </a:lnTo>
                  <a:lnTo>
                    <a:pt x="p0x18" y="p0y18"/>
                  </a:lnTo>
                  <a:lnTo>
                    <a:pt x="p0x19" y="p0y19"/>
                  </a:lnTo>
                  <a:moveTo>
                    <a:pt x="p0x20" y="p0y20"/>
                  </a:moveTo>
                  <a:lnTo>
                    <a:pt x="p0x21" y="p0y21"/>
                  </a:lnTo>
                  <a:lnTo>
                    <a:pt x="p0x22" y="p0y22"/>
                  </a:lnTo>
                  <a:lnTo>
                    <a:pt x="p0x23" y="p0y23"/>
                  </a:lnTo>
                  <a:lnTo>
                    <a:pt x="p0x24" y="p0y24"/>
                  </a:lnTo>
                  <a:moveTo>
                    <a:pt x="p0x25" y="p0y25"/>
                  </a:moveTo>
                  <a:lnTo>
                    <a:pt x="p0x26" y="p0y26"/>
                  </a:lnTo>
                  <a:lnTo>
                    <a:pt x="p0x27" y="p0y27"/>
                  </a:lnTo>
                  <a:lnTo>
                    <a:pt x="p0x28" y="p0y28"/>
                  </a:lnTo>
                  <a:lnTo>
                    <a:pt x="p0x29" y="p0y29"/>
                  </a:lnTo>
                  <a:moveTo>
                    <a:pt x="p0x30" y="p0y30"/>
                  </a:moveTo>
                  <a:lnTo>
                    <a:pt x="p0x31" y="p0y31"/>
                  </a:lnTo>
                  <a:lnTo>
                    <a:pt x="p0x32" y="p0y32"/>
                  </a:lnTo>
                  <a:lnTo>
                    <a:pt x="p0x33" y="p0y33"/>
                  </a:lnTo>
                  <a:lnTo>
                    <a:pt x="p0x34" y="p0y34"/>
                  </a:lnTo>
                  <a:moveTo>
                    <a:pt x="p0x35" y="p0y35"/>
                  </a:moveTo>
                  <a:lnTo>
                    <a:pt x="p0x36" y="p0y36"/>
                  </a:lnTo>
                  <a:lnTo>
                    <a:pt x="p0x37" y="p0y37"/>
                  </a:lnTo>
                  <a:lnTo>
                    <a:pt x="p0x38" y="p0y38"/>
                  </a:lnTo>
                  <a:lnTo>
                    <a:pt x="p0x39" y="p0y39"/>
                  </a:lnTo>
                  <a:moveTo>
                    <a:pt x="p0x40" y="p0y40"/>
                  </a:moveTo>
                  <a:lnTo>
                    <a:pt x="p0x41" y="p0y41"/>
                  </a:lnTo>
                  <a:lnTo>
                    <a:pt x="p0x42" y="p0y42"/>
                  </a:lnTo>
                  <a:lnTo>
                    <a:pt x="p0x43" y="p0y43"/>
                  </a:lnTo>
                  <a:lnTo>
                    <a:pt x="p0x44" y="p0y44"/>
                  </a:lnTo>
                  <a:moveTo>
                    <a:pt x="p0x45" y="p0y45"/>
                  </a:moveTo>
                  <a:lnTo>
                    <a:pt x="p0x46" y="p0y46"/>
                  </a:lnTo>
                  <a:lnTo>
                    <a:pt x="p0x47" y="p0y47"/>
                  </a:lnTo>
                  <a:lnTo>
                    <a:pt x="p0x48" y="p0y48"/>
                  </a:lnTo>
                  <a:lnTo>
                    <a:pt x="p0x49" y="p0y49"/>
                  </a:lnTo>
                  <a:moveTo>
                    <a:pt x="p0x50" y="p0y50"/>
                  </a:moveTo>
                  <a:lnTo>
                    <a:pt x="p0x51" y="p0y51"/>
                  </a:lnTo>
                  <a:lnTo>
                    <a:pt x="p0x52" y="p0y52"/>
                  </a:lnTo>
                  <a:lnTo>
                    <a:pt x="p0x53" y="p0y53"/>
                  </a:lnTo>
                  <a:lnTo>
                    <a:pt x="p0x54" y="p0y54"/>
                  </a:lnTo>
                  <a:moveTo>
                    <a:pt x="p0x55" y="p0y55"/>
                  </a:moveTo>
                  <a:lnTo>
                    <a:pt x="p0x56" y="p0y56"/>
                  </a:lnTo>
                  <a:lnTo>
                    <a:pt x="p0x57" y="p0y57"/>
                  </a:lnTo>
                  <a:lnTo>
                    <a:pt x="p0x58" y="p0y58"/>
                  </a:lnTo>
                  <a:lnTo>
                    <a:pt x="p0x59" y="p0y59"/>
                  </a:lnTo>
                  <a:moveTo>
                    <a:pt x="p0x60" y="p0y60"/>
                  </a:moveTo>
                  <a:lnTo>
                    <a:pt x="p0x61" y="p0y61"/>
                  </a:lnTo>
                  <a:lnTo>
                    <a:pt x="p0x62" y="p0y62"/>
                  </a:lnTo>
                  <a:lnTo>
                    <a:pt x="p0x63" y="p0y63"/>
                  </a:lnTo>
                  <a:lnTo>
                    <a:pt x="p0x64" y="p0y64"/>
                  </a:lnTo>
                  <a:moveTo>
                    <a:pt x="p0x65" y="p0y65"/>
                  </a:moveTo>
                  <a:lnTo>
                    <a:pt x="p0x66" y="p0y66"/>
                  </a:lnTo>
                  <a:lnTo>
                    <a:pt x="p0x67" y="p0y67"/>
                  </a:lnTo>
                  <a:lnTo>
                    <a:pt x="p0x68" y="p0y68"/>
                  </a:lnTo>
                  <a:lnTo>
                    <a:pt x="p0x69" y="p0y69"/>
                  </a:lnTo>
                  <a:moveTo>
                    <a:pt x="p0x70" y="p0y70"/>
                  </a:moveTo>
                  <a:lnTo>
                    <a:pt x="p0x71" y="p0y71"/>
                  </a:lnTo>
                  <a:lnTo>
                    <a:pt x="p0x72" y="p0y72"/>
                  </a:lnTo>
                  <a:lnTo>
                    <a:pt x="p0x73" y="p0y73"/>
                  </a:lnTo>
                  <a:lnTo>
                    <a:pt x="p0x74" y="p0y74"/>
                  </a:lnTo>
                  <a:moveTo>
                    <a:pt x="p0x75" y="p0y75"/>
                  </a:moveTo>
                  <a:lnTo>
                    <a:pt x="p0x76" y="p0y76"/>
                  </a:lnTo>
                  <a:lnTo>
                    <a:pt x="p0x77" y="p0y77"/>
                  </a:lnTo>
                  <a:lnTo>
                    <a:pt x="p0x78" y="p0y78"/>
                  </a:lnTo>
                  <a:lnTo>
                    <a:pt x="p0x79" y="p0y79"/>
                  </a:lnTo>
                  <a:moveTo>
                    <a:pt x="p0x80" y="p0y80"/>
                  </a:moveTo>
                  <a:lnTo>
                    <a:pt x="p0x81" y="p0y81"/>
                  </a:lnTo>
                  <a:lnTo>
                    <a:pt x="p0x82" y="p0y82"/>
                  </a:lnTo>
                  <a:lnTo>
                    <a:pt x="p0x83" y="p0y83"/>
                  </a:lnTo>
                  <a:lnTo>
                    <a:pt x="p0x84" y="p0y84"/>
                  </a:lnTo>
                  <a:moveTo>
                    <a:pt x="p0x85" y="p0y85"/>
                  </a:moveTo>
                  <a:lnTo>
                    <a:pt x="p0x86" y="p0y86"/>
                  </a:lnTo>
                  <a:lnTo>
                    <a:pt x="p0x87" y="p0y87"/>
                  </a:lnTo>
                  <a:lnTo>
                    <a:pt x="p0x88" y="p0y88"/>
                  </a:lnTo>
                  <a:lnTo>
                    <a:pt x="p0x89" y="p0y89"/>
                  </a:lnTo>
                  <a:moveTo>
                    <a:pt x="p0x90" y="p0y90"/>
                  </a:moveTo>
                  <a:lnTo>
                    <a:pt x="p0x91" y="p0y91"/>
                  </a:lnTo>
                  <a:lnTo>
                    <a:pt x="p0x92" y="p0y92"/>
                  </a:lnTo>
                  <a:lnTo>
                    <a:pt x="p0x93" y="p0y93"/>
                  </a:lnTo>
                  <a:lnTo>
                    <a:pt x="p0x94" y="p0y94"/>
                  </a:lnTo>
                  <a:moveTo>
                    <a:pt x="p0x95" y="p0y95"/>
                  </a:moveTo>
                  <a:lnTo>
                    <a:pt x="p0x96" y="p0y96"/>
                  </a:lnTo>
                  <a:lnTo>
                    <a:pt x="p0x97" y="p0y97"/>
                  </a:lnTo>
                  <a:lnTo>
                    <a:pt x="p0x98" y="p0y98"/>
                  </a:lnTo>
                  <a:lnTo>
                    <a:pt x="p0x99" y="p0y99"/>
                  </a:lnTo>
                  <a:moveTo>
                    <a:pt x="p0x100" y="p0y100"/>
                  </a:moveTo>
                  <a:lnTo>
                    <a:pt x="p0x101" y="p0y101"/>
                  </a:lnTo>
                  <a:lnTo>
                    <a:pt x="p0x102" y="p0y102"/>
                  </a:lnTo>
                  <a:lnTo>
                    <a:pt x="p0x103" y="p0y103"/>
                  </a:lnTo>
                  <a:lnTo>
                    <a:pt x="p0x104" y="p0y104"/>
                  </a:lnTo>
                  <a:moveTo>
                    <a:pt x="p0x105" y="p0y105"/>
                  </a:moveTo>
                  <a:lnTo>
                    <a:pt x="p0x106" y="p0y106"/>
                  </a:lnTo>
                  <a:lnTo>
                    <a:pt x="p0x107" y="p0y107"/>
                  </a:lnTo>
                  <a:lnTo>
                    <a:pt x="p0x108" y="p0y108"/>
                  </a:lnTo>
                  <a:lnTo>
                    <a:pt x="p0x109" y="p0y109"/>
                  </a:lnTo>
                  <a:moveTo>
                    <a:pt x="p0x110" y="p0y110"/>
                  </a:moveTo>
                  <a:lnTo>
                    <a:pt x="p0x111" y="p0y111"/>
                  </a:lnTo>
                  <a:lnTo>
                    <a:pt x="p0x112" y="p0y112"/>
                  </a:lnTo>
                  <a:lnTo>
                    <a:pt x="p0x113" y="p0y113"/>
                  </a:lnTo>
                  <a:lnTo>
                    <a:pt x="p0x114" y="p0y114"/>
                  </a:lnTo>
                  <a:moveTo>
                    <a:pt x="p0x115" y="p0y115"/>
                  </a:moveTo>
                  <a:lnTo>
                    <a:pt x="p0x116" y="p0y116"/>
                  </a:lnTo>
                  <a:lnTo>
                    <a:pt x="p0x117" y="p0y117"/>
                  </a:lnTo>
                  <a:lnTo>
                    <a:pt x="p0x118" y="p0y118"/>
                  </a:lnTo>
                  <a:lnTo>
                    <a:pt x="p0x119" y="p0y119"/>
                  </a:lnTo>
                  <a:moveTo>
                    <a:pt x="p0x120" y="p0y120"/>
                  </a:moveTo>
                  <a:lnTo>
                    <a:pt x="p0x121" y="p0y121"/>
                  </a:lnTo>
                  <a:lnTo>
                    <a:pt x="p0x122" y="p0y122"/>
                  </a:lnTo>
                  <a:lnTo>
                    <a:pt x="p0x123" y="p0y123"/>
                  </a:lnTo>
                  <a:lnTo>
                    <a:pt x="p0x124" y="p0y124"/>
                  </a:lnTo>
                  <a:moveTo>
                    <a:pt x="p0x125" y="p0y125"/>
                  </a:moveTo>
                  <a:lnTo>
                    <a:pt x="p0x126" y="p0y126"/>
                  </a:lnTo>
                  <a:lnTo>
                    <a:pt x="p0x127" y="p0y127"/>
                  </a:lnTo>
                  <a:lnTo>
                    <a:pt x="p0x128" y="p0y128"/>
                  </a:lnTo>
                  <a:lnTo>
                    <a:pt x="p0x129" y="p0y129"/>
                  </a:lnTo>
                  <a:moveTo>
                    <a:pt x="p0x130" y="p0y130"/>
                  </a:moveTo>
                  <a:lnTo>
                    <a:pt x="p0x131" y="p0y131"/>
                  </a:lnTo>
                  <a:lnTo>
                    <a:pt x="p0x132" y="p0y132"/>
                  </a:lnTo>
                  <a:lnTo>
                    <a:pt x="p0x133" y="p0y133"/>
                  </a:lnTo>
                  <a:lnTo>
                    <a:pt x="p0x134" y="p0y134"/>
                  </a:lnTo>
                  <a:moveTo>
                    <a:pt x="p0x135" y="p0y135"/>
                  </a:moveTo>
                  <a:lnTo>
                    <a:pt x="p0x136" y="p0y136"/>
                  </a:lnTo>
                  <a:lnTo>
                    <a:pt x="p0x137" y="p0y137"/>
                  </a:lnTo>
                  <a:lnTo>
                    <a:pt x="p0x138" y="p0y138"/>
                  </a:lnTo>
                  <a:lnTo>
                    <a:pt x="p0x139" y="p0y139"/>
                  </a:lnTo>
                  <a:moveTo>
                    <a:pt x="p0x140" y="p0y140"/>
                  </a:moveTo>
                  <a:lnTo>
                    <a:pt x="p0x141" y="p0y141"/>
                  </a:lnTo>
                  <a:lnTo>
                    <a:pt x="p0x142" y="p0y142"/>
                  </a:lnTo>
                  <a:lnTo>
                    <a:pt x="p0x143" y="p0y143"/>
                  </a:lnTo>
                  <a:lnTo>
                    <a:pt x="p0x144" y="p0y144"/>
                  </a:lnTo>
                  <a:moveTo>
                    <a:pt x="p0x145" y="p0y145"/>
                  </a:moveTo>
                  <a:lnTo>
                    <a:pt x="p0x146" y="p0y146"/>
                  </a:lnTo>
                  <a:lnTo>
                    <a:pt x="p0x147" y="p0y147"/>
                  </a:lnTo>
                  <a:lnTo>
                    <a:pt x="p0x148" y="p0y148"/>
                  </a:lnTo>
                  <a:lnTo>
                    <a:pt x="p0x149" y="p0y149"/>
                  </a:lnTo>
                  <a:moveTo>
                    <a:pt x="p0x150" y="p0y150"/>
                  </a:moveTo>
                  <a:lnTo>
                    <a:pt x="p0x151" y="p0y151"/>
                  </a:lnTo>
                  <a:lnTo>
                    <a:pt x="p0x152" y="p0y152"/>
                  </a:lnTo>
                  <a:lnTo>
                    <a:pt x="p0x153" y="p0y153"/>
                  </a:lnTo>
                  <a:lnTo>
                    <a:pt x="p0x154" y="p0y154"/>
                  </a:lnTo>
                  <a:moveTo>
                    <a:pt x="p0x155" y="p0y155"/>
                  </a:moveTo>
                  <a:lnTo>
                    <a:pt x="p0x156" y="p0y156"/>
                  </a:lnTo>
                  <a:lnTo>
                    <a:pt x="p0x157" y="p0y157"/>
                  </a:lnTo>
                  <a:lnTo>
                    <a:pt x="p0x158" y="p0y158"/>
                  </a:lnTo>
                  <a:lnTo>
                    <a:pt x="p0x159" y="p0y159"/>
                  </a:lnTo>
                  <a:moveTo>
                    <a:pt x="p0x160" y="p0y160"/>
                  </a:moveTo>
                  <a:lnTo>
                    <a:pt x="p0x161" y="p0y161"/>
                  </a:lnTo>
                  <a:lnTo>
                    <a:pt x="p0x162" y="p0y162"/>
                  </a:lnTo>
                  <a:lnTo>
                    <a:pt x="p0x163" y="p0y163"/>
                  </a:lnTo>
                  <a:lnTo>
                    <a:pt x="p0x164" y="p0y164"/>
                  </a:lnTo>
                  <a:moveTo>
                    <a:pt x="p0x165" y="p0y165"/>
                  </a:moveTo>
                  <a:lnTo>
                    <a:pt x="p0x166" y="p0y166"/>
                  </a:lnTo>
                  <a:lnTo>
                    <a:pt x="p0x167" y="p0y167"/>
                  </a:lnTo>
                  <a:lnTo>
                    <a:pt x="p0x168" y="p0y168"/>
                  </a:lnTo>
                  <a:lnTo>
                    <a:pt x="p0x169" y="p0y169"/>
                  </a:lnTo>
                  <a:moveTo>
                    <a:pt x="p0x170" y="p0y170"/>
                  </a:moveTo>
                  <a:lnTo>
                    <a:pt x="p0x171" y="p0y171"/>
                  </a:lnTo>
                  <a:lnTo>
                    <a:pt x="p0x172" y="p0y172"/>
                  </a:lnTo>
                  <a:lnTo>
                    <a:pt x="p0x173" y="p0y173"/>
                  </a:lnTo>
                  <a:lnTo>
                    <a:pt x="p0x174" y="p0y174"/>
                  </a:lnTo>
                  <a:moveTo>
                    <a:pt x="p0x175" y="p0y175"/>
                  </a:moveTo>
                  <a:lnTo>
                    <a:pt x="p0x176" y="p0y176"/>
                  </a:lnTo>
                  <a:lnTo>
                    <a:pt x="p0x177" y="p0y177"/>
                  </a:lnTo>
                  <a:lnTo>
                    <a:pt x="p0x178" y="p0y178"/>
                  </a:lnTo>
                  <a:lnTo>
                    <a:pt x="p0x179" y="p0y179"/>
                  </a:lnTo>
                  <a:moveTo>
                    <a:pt x="p0x180" y="p0y180"/>
                  </a:moveTo>
                  <a:lnTo>
                    <a:pt x="p0x181" y="p0y181"/>
                  </a:lnTo>
                  <a:lnTo>
                    <a:pt x="p0x182" y="p0y182"/>
                  </a:lnTo>
                  <a:lnTo>
                    <a:pt x="p0x183" y="p0y183"/>
                  </a:lnTo>
                  <a:lnTo>
                    <a:pt x="p0x184" y="p0y184"/>
                  </a:lnTo>
                  <a:moveTo>
                    <a:pt x="p0x185" y="p0y185"/>
                  </a:moveTo>
                  <a:lnTo>
                    <a:pt x="p0x186" y="p0y186"/>
                  </a:lnTo>
                  <a:lnTo>
                    <a:pt x="p0x187" y="p0y187"/>
                  </a:lnTo>
                  <a:lnTo>
                    <a:pt x="p0x188" y="p0y188"/>
                  </a:lnTo>
                  <a:lnTo>
                    <a:pt x="p0x189" y="p0y189"/>
                  </a:lnTo>
                  <a:moveTo>
                    <a:pt x="p0x190" y="p0y190"/>
                  </a:moveTo>
                  <a:lnTo>
                    <a:pt x="p0x191" y="p0y191"/>
                  </a:lnTo>
                  <a:lnTo>
                    <a:pt x="p0x192" y="p0y192"/>
                  </a:lnTo>
                  <a:lnTo>
                    <a:pt x="p0x193" y="p0y193"/>
                  </a:lnTo>
                  <a:lnTo>
                    <a:pt x="p0x194" y="p0y194"/>
                  </a:lnTo>
                  <a:moveTo>
                    <a:pt x="p0x195" y="p0y195"/>
                  </a:moveTo>
                  <a:lnTo>
                    <a:pt x="p0x196" y="p0y196"/>
                  </a:lnTo>
                  <a:lnTo>
                    <a:pt x="p0x197" y="p0y197"/>
                  </a:lnTo>
                  <a:lnTo>
                    <a:pt x="p0x198" y="p0y198"/>
                  </a:lnTo>
                  <a:lnTo>
                    <a:pt x="p0x199" y="p0y199"/>
                  </a:lnTo>
                  <a:moveTo>
                    <a:pt x="p0x200" y="p0y200"/>
                  </a:moveTo>
                  <a:lnTo>
                    <a:pt x="p0x201" y="p0y201"/>
                  </a:lnTo>
                  <a:lnTo>
                    <a:pt x="p0x202" y="p0y202"/>
                  </a:lnTo>
                  <a:lnTo>
                    <a:pt x="p0x203" y="p0y203"/>
                  </a:lnTo>
                  <a:lnTo>
                    <a:pt x="p0x204" y="p0y204"/>
                  </a:lnTo>
                  <a:moveTo>
                    <a:pt x="p0x205" y="p0y205"/>
                  </a:moveTo>
                  <a:lnTo>
                    <a:pt x="p0x206" y="p0y206"/>
                  </a:lnTo>
                  <a:lnTo>
                    <a:pt x="p0x207" y="p0y207"/>
                  </a:lnTo>
                  <a:lnTo>
                    <a:pt x="p0x208" y="p0y208"/>
                  </a:lnTo>
                  <a:lnTo>
                    <a:pt x="p0x209" y="p0y209"/>
                  </a:lnTo>
                  <a:moveTo>
                    <a:pt x="p0x210" y="p0y210"/>
                  </a:moveTo>
                  <a:lnTo>
                    <a:pt x="p0x211" y="p0y211"/>
                  </a:lnTo>
                  <a:lnTo>
                    <a:pt x="p0x212" y="p0y212"/>
                  </a:lnTo>
                  <a:lnTo>
                    <a:pt x="p0x213" y="p0y213"/>
                  </a:lnTo>
                  <a:lnTo>
                    <a:pt x="p0x214" y="p0y214"/>
                  </a:lnTo>
                  <a:moveTo>
                    <a:pt x="p0x215" y="p0y215"/>
                  </a:moveTo>
                  <a:lnTo>
                    <a:pt x="p0x216" y="p0y216"/>
                  </a:lnTo>
                  <a:lnTo>
                    <a:pt x="p0x217" y="p0y217"/>
                  </a:lnTo>
                  <a:lnTo>
                    <a:pt x="p0x218" y="p0y218"/>
                  </a:lnTo>
                  <a:lnTo>
                    <a:pt x="p0x219" y="p0y219"/>
                  </a:lnTo>
                  <a:moveTo>
                    <a:pt x="p0x220" y="p0y220"/>
                  </a:moveTo>
                  <a:lnTo>
                    <a:pt x="p0x221" y="p0y221"/>
                  </a:lnTo>
                  <a:lnTo>
                    <a:pt x="p0x222" y="p0y222"/>
                  </a:lnTo>
                  <a:lnTo>
                    <a:pt x="p0x223" y="p0y223"/>
                  </a:lnTo>
                  <a:lnTo>
                    <a:pt x="p0x224" y="p0y224"/>
                  </a:lnTo>
                  <a:moveTo>
                    <a:pt x="p0x225" y="p0y225"/>
                  </a:moveTo>
                  <a:lnTo>
                    <a:pt x="p0x226" y="p0y226"/>
                  </a:lnTo>
                  <a:lnTo>
                    <a:pt x="p0x227" y="p0y227"/>
                  </a:lnTo>
                  <a:lnTo>
                    <a:pt x="p0x228" y="p0y228"/>
                  </a:lnTo>
                  <a:lnTo>
                    <a:pt x="p0x229" y="p0y229"/>
                  </a:lnTo>
                  <a:moveTo>
                    <a:pt x="p0x230" y="p0y230"/>
                  </a:moveTo>
                  <a:lnTo>
                    <a:pt x="p0x231" y="p0y231"/>
                  </a:lnTo>
                  <a:lnTo>
                    <a:pt x="p0x232" y="p0y232"/>
                  </a:lnTo>
                  <a:lnTo>
                    <a:pt x="p0x233" y="p0y233"/>
                  </a:lnTo>
                  <a:lnTo>
                    <a:pt x="p0x234" y="p0y234"/>
                  </a:lnTo>
                  <a:moveTo>
                    <a:pt x="p0x235" y="p0y235"/>
                  </a:moveTo>
                  <a:lnTo>
                    <a:pt x="p0x236" y="p0y236"/>
                  </a:lnTo>
                  <a:lnTo>
                    <a:pt x="p0x237" y="p0y237"/>
                  </a:lnTo>
                  <a:lnTo>
                    <a:pt x="p0x238" y="p0y238"/>
                  </a:lnTo>
                  <a:lnTo>
                    <a:pt x="p0x239" y="p0y239"/>
                  </a:lnTo>
                  <a:moveTo>
                    <a:pt x="p0x240" y="p0y240"/>
                  </a:moveTo>
                  <a:lnTo>
                    <a:pt x="p0x241" y="p0y241"/>
                  </a:lnTo>
                  <a:lnTo>
                    <a:pt x="p0x242" y="p0y242"/>
                  </a:lnTo>
                  <a:lnTo>
                    <a:pt x="p0x243" y="p0y243"/>
                  </a:lnTo>
                  <a:lnTo>
                    <a:pt x="p0x244" y="p0y244"/>
                  </a:lnTo>
                  <a:moveTo>
                    <a:pt x="p0x245" y="p0y245"/>
                  </a:moveTo>
                  <a:lnTo>
                    <a:pt x="p0x246" y="p0y246"/>
                  </a:lnTo>
                  <a:lnTo>
                    <a:pt x="p0x247" y="p0y247"/>
                  </a:lnTo>
                  <a:lnTo>
                    <a:pt x="p0x248" y="p0y248"/>
                  </a:lnTo>
                  <a:lnTo>
                    <a:pt x="p0x249" y="p0y249"/>
                  </a:lnTo>
                  <a:moveTo>
                    <a:pt x="p0x250" y="p0y250"/>
                  </a:moveTo>
                  <a:lnTo>
                    <a:pt x="p0x251" y="p0y251"/>
                  </a:lnTo>
                  <a:lnTo>
                    <a:pt x="p0x252" y="p0y252"/>
                  </a:lnTo>
                  <a:lnTo>
                    <a:pt x="p0x253" y="p0y253"/>
                  </a:lnTo>
                  <a:lnTo>
                    <a:pt x="p0x254" y="p0y254"/>
                  </a:lnTo>
                  <a:moveTo>
                    <a:pt x="p0x255" y="p0y255"/>
                  </a:moveTo>
                  <a:lnTo>
                    <a:pt x="p0x256" y="p0y256"/>
                  </a:lnTo>
                  <a:lnTo>
                    <a:pt x="p0x257" y="p0y257"/>
                  </a:lnTo>
                  <a:lnTo>
                    <a:pt x="p0x258" y="p0y258"/>
                  </a:lnTo>
                  <a:lnTo>
                    <a:pt x="p0x259" y="p0y259"/>
                  </a:lnTo>
                  <a:moveTo>
                    <a:pt x="p0x260" y="p0y260"/>
                  </a:moveTo>
                  <a:lnTo>
                    <a:pt x="p0x261" y="p0y261"/>
                  </a:lnTo>
                  <a:lnTo>
                    <a:pt x="p0x262" y="p0y262"/>
                  </a:lnTo>
                  <a:lnTo>
                    <a:pt x="p0x263" y="p0y263"/>
                  </a:lnTo>
                  <a:lnTo>
                    <a:pt x="p0x264" y="p0y264"/>
                  </a:lnTo>
                  <a:moveTo>
                    <a:pt x="p0x265" y="p0y265"/>
                  </a:moveTo>
                  <a:lnTo>
                    <a:pt x="p0x266" y="p0y266"/>
                  </a:lnTo>
                  <a:lnTo>
                    <a:pt x="p0x267" y="p0y267"/>
                  </a:lnTo>
                  <a:lnTo>
                    <a:pt x="p0x268" y="p0y268"/>
                  </a:lnTo>
                  <a:lnTo>
                    <a:pt x="p0x269" y="p0y269"/>
                  </a:lnTo>
                  <a:moveTo>
                    <a:pt x="p0x270" y="p0y270"/>
                  </a:moveTo>
                  <a:lnTo>
                    <a:pt x="p0x271" y="p0y271"/>
                  </a:lnTo>
                  <a:lnTo>
                    <a:pt x="p0x272" y="p0y272"/>
                  </a:lnTo>
                  <a:lnTo>
                    <a:pt x="p0x273" y="p0y273"/>
                  </a:lnTo>
                  <a:lnTo>
                    <a:pt x="p0x274" y="p0y274"/>
                  </a:lnTo>
                  <a:moveTo>
                    <a:pt x="p0x275" y="p0y275"/>
                  </a:moveTo>
                  <a:lnTo>
                    <a:pt x="p0x276" y="p0y276"/>
                  </a:lnTo>
                  <a:lnTo>
                    <a:pt x="p0x277" y="p0y277"/>
                  </a:lnTo>
                  <a:lnTo>
                    <a:pt x="p0x278" y="p0y278"/>
                  </a:lnTo>
                  <a:lnTo>
                    <a:pt x="p0x279" y="p0y279"/>
                  </a:lnTo>
                  <a:moveTo>
                    <a:pt x="p0x280" y="p0y280"/>
                  </a:moveTo>
                  <a:lnTo>
                    <a:pt x="p0x281" y="p0y281"/>
                  </a:lnTo>
                  <a:lnTo>
                    <a:pt x="p0x282" y="p0y282"/>
                  </a:lnTo>
                  <a:lnTo>
                    <a:pt x="p0x283" y="p0y283"/>
                  </a:lnTo>
                  <a:lnTo>
                    <a:pt x="p0x284" y="p0y284"/>
                  </a:lnTo>
                  <a:moveTo>
                    <a:pt x="p0x285" y="p0y285"/>
                  </a:moveTo>
                  <a:lnTo>
                    <a:pt x="p0x286" y="p0y286"/>
                  </a:lnTo>
                  <a:lnTo>
                    <a:pt x="p0x287" y="p0y287"/>
                  </a:lnTo>
                  <a:lnTo>
                    <a:pt x="p0x288" y="p0y288"/>
                  </a:lnTo>
                  <a:lnTo>
                    <a:pt x="p0x289" y="p0y289"/>
                  </a:lnTo>
                  <a:moveTo>
                    <a:pt x="p0x290" y="p0y290"/>
                  </a:moveTo>
                  <a:lnTo>
                    <a:pt x="p0x291" y="p0y291"/>
                  </a:lnTo>
                  <a:lnTo>
                    <a:pt x="p0x292" y="p0y292"/>
                  </a:lnTo>
                  <a:lnTo>
                    <a:pt x="p0x293" y="p0y293"/>
                  </a:lnTo>
                  <a:lnTo>
                    <a:pt x="p0x294" y="p0y294"/>
                  </a:lnTo>
                  <a:moveTo>
                    <a:pt x="p0x295" y="p0y295"/>
                  </a:moveTo>
                  <a:lnTo>
                    <a:pt x="p0x296" y="p0y296"/>
                  </a:lnTo>
                  <a:lnTo>
                    <a:pt x="p0x297" y="p0y297"/>
                  </a:lnTo>
                  <a:lnTo>
                    <a:pt x="p0x298" y="p0y298"/>
                  </a:lnTo>
                  <a:lnTo>
                    <a:pt x="p0x299" y="p0y299"/>
                  </a:lnTo>
                  <a:moveTo>
                    <a:pt x="p0x300" y="p0y300"/>
                  </a:moveTo>
                  <a:lnTo>
                    <a:pt x="p0x301" y="p0y301"/>
                  </a:lnTo>
                  <a:lnTo>
                    <a:pt x="p0x302" y="p0y302"/>
                  </a:lnTo>
                  <a:lnTo>
                    <a:pt x="p0x303" y="p0y303"/>
                  </a:lnTo>
                  <a:lnTo>
                    <a:pt x="p0x304" y="p0y304"/>
                  </a:lnTo>
                  <a:moveTo>
                    <a:pt x="p0x305" y="p0y305"/>
                  </a:moveTo>
                  <a:lnTo>
                    <a:pt x="p0x306" y="p0y306"/>
                  </a:lnTo>
                  <a:lnTo>
                    <a:pt x="p0x307" y="p0y307"/>
                  </a:lnTo>
                  <a:lnTo>
                    <a:pt x="p0x308" y="p0y308"/>
                  </a:lnTo>
                  <a:lnTo>
                    <a:pt x="p0x309" y="p0y309"/>
                  </a:lnTo>
                  <a:moveTo>
                    <a:pt x="p0x310" y="p0y310"/>
                  </a:moveTo>
                  <a:lnTo>
                    <a:pt x="p0x311" y="p0y311"/>
                  </a:lnTo>
                  <a:lnTo>
                    <a:pt x="p0x312" y="p0y312"/>
                  </a:lnTo>
                  <a:lnTo>
                    <a:pt x="p0x313" y="p0y313"/>
                  </a:lnTo>
                  <a:lnTo>
                    <a:pt x="p0x314" y="p0y314"/>
                  </a:lnTo>
                  <a:moveTo>
                    <a:pt x="p0x315" y="p0y315"/>
                  </a:moveTo>
                  <a:lnTo>
                    <a:pt x="p0x316" y="p0y316"/>
                  </a:lnTo>
                  <a:lnTo>
                    <a:pt x="p0x317" y="p0y317"/>
                  </a:lnTo>
                  <a:lnTo>
                    <a:pt x="p0x318" y="p0y318"/>
                  </a:lnTo>
                  <a:lnTo>
                    <a:pt x="p0x319" y="p0y319"/>
                  </a:lnTo>
                  <a:moveTo>
                    <a:pt x="p0x320" y="p0y320"/>
                  </a:moveTo>
                  <a:lnTo>
                    <a:pt x="p0x321" y="p0y321"/>
                  </a:lnTo>
                  <a:lnTo>
                    <a:pt x="p0x322" y="p0y322"/>
                  </a:lnTo>
                  <a:lnTo>
                    <a:pt x="p0x323" y="p0y323"/>
                  </a:lnTo>
                  <a:lnTo>
                    <a:pt x="p0x324" y="p0y324"/>
                  </a:lnTo>
                  <a:moveTo>
                    <a:pt x="p0x325" y="p0y325"/>
                  </a:moveTo>
                  <a:lnTo>
                    <a:pt x="p0x326" y="p0y326"/>
                  </a:lnTo>
                  <a:lnTo>
                    <a:pt x="p0x327" y="p0y327"/>
                  </a:lnTo>
                  <a:lnTo>
                    <a:pt x="p0x328" y="p0y328"/>
                  </a:lnTo>
                  <a:lnTo>
                    <a:pt x="p0x329" y="p0y329"/>
                  </a:lnTo>
                  <a:moveTo>
                    <a:pt x="p0x330" y="p0y330"/>
                  </a:moveTo>
                  <a:lnTo>
                    <a:pt x="p0x331" y="p0y331"/>
                  </a:lnTo>
                  <a:lnTo>
                    <a:pt x="p0x332" y="p0y332"/>
                  </a:lnTo>
                  <a:lnTo>
                    <a:pt x="p0x333" y="p0y333"/>
                  </a:lnTo>
                  <a:lnTo>
                    <a:pt x="p0x334" y="p0y334"/>
                  </a:lnTo>
                  <a:moveTo>
                    <a:pt x="p0x335" y="p0y335"/>
                  </a:moveTo>
                  <a:lnTo>
                    <a:pt x="p0x336" y="p0y336"/>
                  </a:lnTo>
                  <a:lnTo>
                    <a:pt x="p0x337" y="p0y337"/>
                  </a:lnTo>
                  <a:lnTo>
                    <a:pt x="p0x338" y="p0y338"/>
                  </a:lnTo>
                  <a:lnTo>
                    <a:pt x="p0x339" y="p0y339"/>
                  </a:lnTo>
                  <a:moveTo>
                    <a:pt x="p0x340" y="p0y340"/>
                  </a:moveTo>
                  <a:lnTo>
                    <a:pt x="p0x341" y="p0y341"/>
                  </a:lnTo>
                  <a:lnTo>
                    <a:pt x="p0x342" y="p0y342"/>
                  </a:lnTo>
                  <a:lnTo>
                    <a:pt x="p0x343" y="p0y343"/>
                  </a:lnTo>
                  <a:lnTo>
                    <a:pt x="p0x344" y="p0y344"/>
                  </a:lnTo>
                  <a:moveTo>
                    <a:pt x="p0x345" y="p0y345"/>
                  </a:moveTo>
                  <a:lnTo>
                    <a:pt x="p0x346" y="p0y346"/>
                  </a:lnTo>
                  <a:lnTo>
                    <a:pt x="p0x347" y="p0y347"/>
                  </a:lnTo>
                  <a:lnTo>
                    <a:pt x="p0x348" y="p0y348"/>
                  </a:lnTo>
                  <a:lnTo>
                    <a:pt x="p0x349" y="p0y349"/>
                  </a:lnTo>
                  <a:moveTo>
                    <a:pt x="p0x350" y="p0y350"/>
                  </a:moveTo>
                  <a:lnTo>
                    <a:pt x="p0x351" y="p0y351"/>
                  </a:lnTo>
                  <a:lnTo>
                    <a:pt x="p0x352" y="p0y352"/>
                  </a:lnTo>
                  <a:lnTo>
                    <a:pt x="p0x353" y="p0y353"/>
                  </a:lnTo>
                  <a:lnTo>
                    <a:pt x="p0x354" y="p0y354"/>
                  </a:lnTo>
                  <a:moveTo>
                    <a:pt x="p0x355" y="p0y355"/>
                  </a:moveTo>
                  <a:lnTo>
                    <a:pt x="p0x356" y="p0y356"/>
                  </a:lnTo>
                  <a:lnTo>
                    <a:pt x="p0x357" y="p0y357"/>
                  </a:lnTo>
                  <a:lnTo>
                    <a:pt x="p0x358" y="p0y358"/>
                  </a:lnTo>
                  <a:lnTo>
                    <a:pt x="p0x359" y="p0y359"/>
                  </a:lnTo>
                  <a:moveTo>
                    <a:pt x="p0x360" y="p0y360"/>
                  </a:moveTo>
                  <a:lnTo>
                    <a:pt x="p0x361" y="p0y361"/>
                  </a:lnTo>
                  <a:lnTo>
                    <a:pt x="p0x362" y="p0y362"/>
                  </a:lnTo>
                  <a:lnTo>
                    <a:pt x="p0x363" y="p0y363"/>
                  </a:lnTo>
                  <a:lnTo>
                    <a:pt x="p0x364" y="p0y364"/>
                  </a:lnTo>
                  <a:moveTo>
                    <a:pt x="p0x365" y="p0y365"/>
                  </a:moveTo>
                  <a:lnTo>
                    <a:pt x="p0x366" y="p0y366"/>
                  </a:lnTo>
                  <a:lnTo>
                    <a:pt x="p0x367" y="p0y367"/>
                  </a:lnTo>
                  <a:lnTo>
                    <a:pt x="p0x368" y="p0y368"/>
                  </a:lnTo>
                  <a:lnTo>
                    <a:pt x="p0x369" y="p0y369"/>
                  </a:lnTo>
                  <a:moveTo>
                    <a:pt x="p0x370" y="p0y370"/>
                  </a:moveTo>
                  <a:lnTo>
                    <a:pt x="p0x371" y="p0y371"/>
                  </a:lnTo>
                  <a:lnTo>
                    <a:pt x="p0x372" y="p0y372"/>
                  </a:lnTo>
                  <a:lnTo>
                    <a:pt x="p0x373" y="p0y373"/>
                  </a:lnTo>
                  <a:lnTo>
                    <a:pt x="p0x374" y="p0y374"/>
                  </a:lnTo>
                  <a:moveTo>
                    <a:pt x="p0x375" y="p0y375"/>
                  </a:moveTo>
                  <a:lnTo>
                    <a:pt x="p0x376" y="p0y376"/>
                  </a:lnTo>
                  <a:lnTo>
                    <a:pt x="p0x377" y="p0y377"/>
                  </a:lnTo>
                  <a:lnTo>
                    <a:pt x="p0x378" y="p0y378"/>
                  </a:lnTo>
                  <a:lnTo>
                    <a:pt x="p0x379" y="p0y379"/>
                  </a:lnTo>
                  <a:moveTo>
                    <a:pt x="p0x380" y="p0y380"/>
                  </a:moveTo>
                  <a:lnTo>
                    <a:pt x="p0x381" y="p0y381"/>
                  </a:lnTo>
                  <a:lnTo>
                    <a:pt x="p0x382" y="p0y382"/>
                  </a:lnTo>
                  <a:lnTo>
                    <a:pt x="p0x383" y="p0y383"/>
                  </a:lnTo>
                  <a:lnTo>
                    <a:pt x="p0x384" y="p0y384"/>
                  </a:lnTo>
                </a:path>
              </a:pathLst>
            </a:custGeom>
            <a:solidFill>
              <a:srgbClr val="E2E8F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2000"/>
            </a:p>
          </p:txBody>
        </p:sp>
      </p:grpSp>
      <p:sp>
        <p:nvSpPr>
          <p:cNvPr id="100" name="文本框 99"/>
          <p:cNvSpPr txBox="1"/>
          <p:nvPr>
            <p:custDataLst>
              <p:tags r:id="rId90"/>
            </p:custDataLst>
          </p:nvPr>
        </p:nvSpPr>
        <p:spPr>
          <a:xfrm>
            <a:off x="9613106" y="5957888"/>
            <a:ext cx="1566863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lang="zh-CN" altLang="en-US" sz="1000">
                <a:solidFill>
                  <a:srgbClr val="0F172A">
                    <a:alpha val="70196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启发搜索</a:t>
            </a:r>
            <a:r>
              <a:rPr lang="en-US" altLang="zh-CN" sz="1000">
                <a:solidFill>
                  <a:srgbClr val="0F172A">
                    <a:alpha val="70196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| </a:t>
            </a:r>
            <a:r>
              <a:rPr lang="zh-CN" altLang="en-US" sz="1000">
                <a:solidFill>
                  <a:srgbClr val="0F172A">
                    <a:alpha val="70196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效率较优</a:t>
            </a:r>
            <a:r>
              <a:rPr lang="en-US" altLang="zh-CN" sz="1000">
                <a:solidFill>
                  <a:srgbClr val="0F172A">
                    <a:alpha val="70196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f=g+h</a:t>
            </a:r>
            <a:endParaRPr lang="en-US" altLang="zh-CN" sz="1000">
              <a:solidFill>
                <a:srgbClr val="0F172A">
                  <a:alpha val="70196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7" name="文本框 86"/>
          <p:cNvSpPr txBox="1"/>
          <p:nvPr>
            <p:custDataLst>
              <p:tags r:id="rId91"/>
            </p:custDataLst>
          </p:nvPr>
        </p:nvSpPr>
        <p:spPr>
          <a:xfrm>
            <a:off x="10239375" y="1381125"/>
            <a:ext cx="619125" cy="4381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2800" b="1">
                <a:solidFill>
                  <a:srgbClr val="FFFFFF"/>
                </a:solidFill>
                <a:effectLst>
                  <a:outerShdw blurRad="57150" dist="19050" dir="5399999" algn="ctr" rotWithShape="0">
                    <a:srgbClr val="000000">
                      <a:alpha val="10196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A*</a:t>
            </a:r>
            <a:endParaRPr sz="2800" b="1">
              <a:solidFill>
                <a:srgbClr val="FFFFFF"/>
              </a:solidFill>
              <a:effectLst>
                <a:outerShdw blurRad="57150" dist="19050" dir="5399999" algn="ctr" rotWithShape="0">
                  <a:srgbClr val="000000">
                    <a:alpha val="10196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8" name="文本框 87"/>
          <p:cNvSpPr txBox="1"/>
          <p:nvPr>
            <p:custDataLst>
              <p:tags r:id="rId92"/>
            </p:custDataLst>
          </p:nvPr>
        </p:nvSpPr>
        <p:spPr>
          <a:xfrm>
            <a:off x="10034588" y="1785938"/>
            <a:ext cx="838200" cy="16668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000">
                <a:solidFill>
                  <a:srgbClr val="FFFFFF">
                    <a:alpha val="90196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A Star Search</a:t>
            </a:r>
            <a:endParaRPr sz="1000">
              <a:solidFill>
                <a:srgbClr val="FFFFFF">
                  <a:alpha val="90196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任意多边形 7"/>
          <p:cNvSpPr/>
          <p:nvPr>
            <p:custDataLst>
              <p:tags r:id="rId93"/>
            </p:custDataLst>
          </p:nvPr>
        </p:nvSpPr>
        <p:spPr>
          <a:xfrm>
            <a:off x="3081020" y="3633470"/>
            <a:ext cx="295275" cy="295275"/>
          </a:xfrm>
          <a:custGeom>
            <a:avLst/>
            <a:gdLst>
              <a:gd name="sw" fmla="*/ 1 w 465"/>
              <a:gd name="sh" fmla="*/ 1 h 465"/>
              <a:gd name="mins" fmla="min sw sh"/>
              <a:gd name="dsw" fmla="+- 0 sw mins"/>
              <a:gd name="dsh" fmla="+- 0 sh mins"/>
              <a:gd name="p0x0" fmla="*/ 232 w 465"/>
              <a:gd name="p0y0" fmla="*/ 0 h 465"/>
              <a:gd name="p0x1" fmla="*/ 360 w 465"/>
              <a:gd name="p0y1" fmla="*/ 0 h 465"/>
              <a:gd name="p0x2" fmla="*/ 465 w 465"/>
              <a:gd name="p0y2" fmla="*/ 104 h 465"/>
              <a:gd name="p0x3" fmla="*/ 465 w 465"/>
              <a:gd name="p0y3" fmla="*/ 232 h 465"/>
              <a:gd name="p0x4" fmla="*/ 465 w 465"/>
              <a:gd name="p0y4" fmla="*/ 360 h 465"/>
              <a:gd name="p0x5" fmla="*/ 360 w 465"/>
              <a:gd name="p0y5" fmla="*/ 465 h 465"/>
              <a:gd name="p0x6" fmla="*/ 232 w 465"/>
              <a:gd name="p0y6" fmla="*/ 465 h 465"/>
              <a:gd name="p0x7" fmla="*/ 104 w 465"/>
              <a:gd name="p0y7" fmla="*/ 465 h 465"/>
              <a:gd name="p0x8" fmla="*/ 0 w 465"/>
              <a:gd name="p0y8" fmla="*/ 360 h 465"/>
              <a:gd name="p0x9" fmla="*/ 0 w 465"/>
              <a:gd name="p0y9" fmla="*/ 232 h 465"/>
              <a:gd name="p0x10" fmla="*/ 0 w 465"/>
              <a:gd name="p0y10" fmla="*/ 104 h 465"/>
              <a:gd name="p0x11" fmla="*/ 104 w 465"/>
              <a:gd name="p0y11" fmla="*/ 0 h 465"/>
              <a:gd name="p0x12" fmla="*/ 232 w 465"/>
              <a:gd name="p0y12" fmla="*/ 0 h 46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F1F5F9"/>
          </a:solidFill>
          <a:ln w="9525" cmpd="sng">
            <a:solidFill>
              <a:srgbClr val="E2E8F0"/>
            </a:solidFill>
            <a:prstDash val="solid"/>
          </a:ln>
          <a:effectLst>
            <a:outerShdw blurRad="114300" dist="19050" dir="5399999" algn="ctr" rotWithShape="0">
              <a:srgbClr val="000000">
                <a:alpha val="10196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000"/>
          </a:p>
        </p:txBody>
      </p:sp>
      <p:pic>
        <p:nvPicPr>
          <p:cNvPr id="9" name="图片 8"/>
          <p:cNvPicPr>
            <a:picLocks noChangeAspect="1"/>
          </p:cNvPicPr>
          <p:nvPr>
            <p:custDataLst>
              <p:tags r:id="rId94"/>
            </p:custDataLst>
          </p:nvPr>
        </p:nvPicPr>
        <p:blipFill>
          <a:blip r:embed="rId95">
            <a:extLst>
              <a:ext uri="{96DAC541-7B7A-43D3-8B79-37D633B846F1}">
                <asvg:svgBlip xmlns:asvg="http://schemas.microsoft.com/office/drawing/2016/SVG/main" r:embed="rId96"/>
              </a:ext>
            </a:extLst>
          </a:blip>
          <a:srcRect l="-25000" t="-16061" r="-25000" b="-16061"/>
          <a:stretch>
            <a:fillRect/>
          </a:stretch>
        </p:blipFill>
        <p:spPr>
          <a:xfrm>
            <a:off x="3185795" y="3709670"/>
            <a:ext cx="85725" cy="138430"/>
          </a:xfrm>
          <a:prstGeom prst="rect">
            <a:avLst/>
          </a:prstGeom>
        </p:spPr>
      </p:pic>
      <p:sp>
        <p:nvSpPr>
          <p:cNvPr id="10" name="任意多边形 9"/>
          <p:cNvSpPr/>
          <p:nvPr>
            <p:custDataLst>
              <p:tags r:id="rId97"/>
            </p:custDataLst>
          </p:nvPr>
        </p:nvSpPr>
        <p:spPr>
          <a:xfrm>
            <a:off x="5948045" y="3633470"/>
            <a:ext cx="295275" cy="295275"/>
          </a:xfrm>
          <a:custGeom>
            <a:avLst/>
            <a:gdLst>
              <a:gd name="sw" fmla="*/ 1 w 465"/>
              <a:gd name="sh" fmla="*/ 1 h 465"/>
              <a:gd name="mins" fmla="min sw sh"/>
              <a:gd name="dsw" fmla="+- 0 sw mins"/>
              <a:gd name="dsh" fmla="+- 0 sh mins"/>
              <a:gd name="p0x0" fmla="*/ 232 w 465"/>
              <a:gd name="p0y0" fmla="*/ 0 h 465"/>
              <a:gd name="p0x1" fmla="*/ 360 w 465"/>
              <a:gd name="p0y1" fmla="*/ 0 h 465"/>
              <a:gd name="p0x2" fmla="*/ 465 w 465"/>
              <a:gd name="p0y2" fmla="*/ 104 h 465"/>
              <a:gd name="p0x3" fmla="*/ 465 w 465"/>
              <a:gd name="p0y3" fmla="*/ 232 h 465"/>
              <a:gd name="p0x4" fmla="*/ 465 w 465"/>
              <a:gd name="p0y4" fmla="*/ 360 h 465"/>
              <a:gd name="p0x5" fmla="*/ 360 w 465"/>
              <a:gd name="p0y5" fmla="*/ 465 h 465"/>
              <a:gd name="p0x6" fmla="*/ 232 w 465"/>
              <a:gd name="p0y6" fmla="*/ 465 h 465"/>
              <a:gd name="p0x7" fmla="*/ 104 w 465"/>
              <a:gd name="p0y7" fmla="*/ 465 h 465"/>
              <a:gd name="p0x8" fmla="*/ 0 w 465"/>
              <a:gd name="p0y8" fmla="*/ 360 h 465"/>
              <a:gd name="p0x9" fmla="*/ 0 w 465"/>
              <a:gd name="p0y9" fmla="*/ 232 h 465"/>
              <a:gd name="p0x10" fmla="*/ 0 w 465"/>
              <a:gd name="p0y10" fmla="*/ 104 h 465"/>
              <a:gd name="p0x11" fmla="*/ 104 w 465"/>
              <a:gd name="p0y11" fmla="*/ 0 h 465"/>
              <a:gd name="p0x12" fmla="*/ 232 w 465"/>
              <a:gd name="p0y12" fmla="*/ 0 h 46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F1F5F9"/>
          </a:solidFill>
          <a:ln w="9525" cmpd="sng">
            <a:solidFill>
              <a:srgbClr val="E2E8F0"/>
            </a:solidFill>
            <a:prstDash val="solid"/>
          </a:ln>
          <a:effectLst>
            <a:outerShdw blurRad="114300" dist="19050" dir="5399999" algn="ctr" rotWithShape="0">
              <a:srgbClr val="000000">
                <a:alpha val="10196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000"/>
          </a:p>
        </p:txBody>
      </p:sp>
      <p:pic>
        <p:nvPicPr>
          <p:cNvPr id="11" name="图片 10"/>
          <p:cNvPicPr>
            <a:picLocks noChangeAspect="1"/>
          </p:cNvPicPr>
          <p:nvPr>
            <p:custDataLst>
              <p:tags r:id="rId98"/>
            </p:custDataLst>
          </p:nvPr>
        </p:nvPicPr>
        <p:blipFill>
          <a:blip r:embed="rId95">
            <a:extLst>
              <a:ext uri="{96DAC541-7B7A-43D3-8B79-37D633B846F1}">
                <asvg:svgBlip xmlns:asvg="http://schemas.microsoft.com/office/drawing/2016/SVG/main" r:embed="rId96"/>
              </a:ext>
            </a:extLst>
          </a:blip>
          <a:srcRect l="-25000" t="-16061" r="-25000" b="-16061"/>
          <a:stretch>
            <a:fillRect/>
          </a:stretch>
        </p:blipFill>
        <p:spPr>
          <a:xfrm>
            <a:off x="6052820" y="3709670"/>
            <a:ext cx="85725" cy="138430"/>
          </a:xfrm>
          <a:prstGeom prst="rect">
            <a:avLst/>
          </a:prstGeom>
        </p:spPr>
      </p:pic>
      <p:sp>
        <p:nvSpPr>
          <p:cNvPr id="12" name="任意多边形 11"/>
          <p:cNvSpPr/>
          <p:nvPr>
            <p:custDataLst>
              <p:tags r:id="rId99"/>
            </p:custDataLst>
          </p:nvPr>
        </p:nvSpPr>
        <p:spPr>
          <a:xfrm>
            <a:off x="8815070" y="3633470"/>
            <a:ext cx="295275" cy="295275"/>
          </a:xfrm>
          <a:custGeom>
            <a:avLst/>
            <a:gdLst>
              <a:gd name="sw" fmla="*/ 1 w 465"/>
              <a:gd name="sh" fmla="*/ 1 h 465"/>
              <a:gd name="mins" fmla="min sw sh"/>
              <a:gd name="dsw" fmla="+- 0 sw mins"/>
              <a:gd name="dsh" fmla="+- 0 sh mins"/>
              <a:gd name="p0x0" fmla="*/ 232 w 465"/>
              <a:gd name="p0y0" fmla="*/ 0 h 465"/>
              <a:gd name="p0x1" fmla="*/ 360 w 465"/>
              <a:gd name="p0y1" fmla="*/ 0 h 465"/>
              <a:gd name="p0x2" fmla="*/ 465 w 465"/>
              <a:gd name="p0y2" fmla="*/ 104 h 465"/>
              <a:gd name="p0x3" fmla="*/ 465 w 465"/>
              <a:gd name="p0y3" fmla="*/ 232 h 465"/>
              <a:gd name="p0x4" fmla="*/ 465 w 465"/>
              <a:gd name="p0y4" fmla="*/ 360 h 465"/>
              <a:gd name="p0x5" fmla="*/ 360 w 465"/>
              <a:gd name="p0y5" fmla="*/ 465 h 465"/>
              <a:gd name="p0x6" fmla="*/ 232 w 465"/>
              <a:gd name="p0y6" fmla="*/ 465 h 465"/>
              <a:gd name="p0x7" fmla="*/ 104 w 465"/>
              <a:gd name="p0y7" fmla="*/ 465 h 465"/>
              <a:gd name="p0x8" fmla="*/ 0 w 465"/>
              <a:gd name="p0y8" fmla="*/ 360 h 465"/>
              <a:gd name="p0x9" fmla="*/ 0 w 465"/>
              <a:gd name="p0y9" fmla="*/ 232 h 465"/>
              <a:gd name="p0x10" fmla="*/ 0 w 465"/>
              <a:gd name="p0y10" fmla="*/ 104 h 465"/>
              <a:gd name="p0x11" fmla="*/ 104 w 465"/>
              <a:gd name="p0y11" fmla="*/ 0 h 465"/>
              <a:gd name="p0x12" fmla="*/ 232 w 465"/>
              <a:gd name="p0y12" fmla="*/ 0 h 46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F1F5F9"/>
          </a:solidFill>
          <a:ln w="9525" cmpd="sng">
            <a:solidFill>
              <a:srgbClr val="E2E8F0"/>
            </a:solidFill>
            <a:prstDash val="solid"/>
          </a:ln>
          <a:effectLst>
            <a:outerShdw blurRad="114300" dist="19050" dir="5399999" algn="ctr" rotWithShape="0">
              <a:srgbClr val="000000">
                <a:alpha val="10196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000"/>
          </a:p>
        </p:txBody>
      </p:sp>
      <p:pic>
        <p:nvPicPr>
          <p:cNvPr id="13" name="图片 12"/>
          <p:cNvPicPr>
            <a:picLocks noChangeAspect="1"/>
          </p:cNvPicPr>
          <p:nvPr>
            <p:custDataLst>
              <p:tags r:id="rId100"/>
            </p:custDataLst>
          </p:nvPr>
        </p:nvPicPr>
        <p:blipFill>
          <a:blip r:embed="rId95">
            <a:extLst>
              <a:ext uri="{96DAC541-7B7A-43D3-8B79-37D633B846F1}">
                <asvg:svgBlip xmlns:asvg="http://schemas.microsoft.com/office/drawing/2016/SVG/main" r:embed="rId96"/>
              </a:ext>
            </a:extLst>
          </a:blip>
          <a:srcRect l="-25000" t="-16061" r="-25000" b="-16061"/>
          <a:stretch>
            <a:fillRect/>
          </a:stretch>
        </p:blipFill>
        <p:spPr>
          <a:xfrm>
            <a:off x="8919845" y="3787775"/>
            <a:ext cx="85725" cy="13843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E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457200" y="433388"/>
            <a:ext cx="4095750" cy="5191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3000" b="1" spc="-75">
                <a:solidFill>
                  <a:srgbClr val="1E40AF"/>
                </a:solidFill>
                <a:latin typeface="微软雅黑" panose="020B0503020204020204" charset="-122"/>
                <a:ea typeface="微软雅黑" panose="020B0503020204020204" charset="-122"/>
              </a:rPr>
              <a:t>算法概览与复杂度对比</a:t>
            </a:r>
            <a:endParaRPr sz="3000" b="1" spc="-75">
              <a:solidFill>
                <a:srgbClr val="1E40A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3"/>
            </p:custDataLst>
          </p:nvPr>
        </p:nvSpPr>
        <p:spPr>
          <a:xfrm>
            <a:off x="2192655" y="1960880"/>
            <a:ext cx="7809865" cy="3379470"/>
          </a:xfrm>
          <a:custGeom>
            <a:avLst/>
            <a:gdLst>
              <a:gd name="sw" fmla="*/ 1 w 17745"/>
              <a:gd name="sh" fmla="*/ 1 h 6855"/>
              <a:gd name="mins" fmla="min sw sh"/>
              <a:gd name="dsw" fmla="+- 0 sw mins"/>
              <a:gd name="dsh" fmla="+- 0 sh mins"/>
              <a:gd name="p0x0" fmla="*/ 180 w 17745"/>
              <a:gd name="p0y0" fmla="*/ 0 h 6855"/>
              <a:gd name="p0x1" fmla="*/ 17565 w 17745"/>
              <a:gd name="p0y1" fmla="*/ 0 h 6855"/>
              <a:gd name="p0x2" fmla="*/ 17664 w 17745"/>
              <a:gd name="p0y2" fmla="*/ 0 h 6855"/>
              <a:gd name="p0x3" fmla="*/ 17745 w 17745"/>
              <a:gd name="p0y3" fmla="*/ 80 h 6855"/>
              <a:gd name="p0x4" fmla="*/ 17745 w 17745"/>
              <a:gd name="p0y4" fmla="*/ 180 h 6855"/>
              <a:gd name="p0x5" fmla="*/ 17745 w 17745"/>
              <a:gd name="p0y5" fmla="*/ 6675 h 6855"/>
              <a:gd name="p0x6" fmla="*/ 17745 w 17745"/>
              <a:gd name="p0y6" fmla="*/ 6774 h 6855"/>
              <a:gd name="p0x7" fmla="*/ 17664 w 17745"/>
              <a:gd name="p0y7" fmla="*/ 6855 h 6855"/>
              <a:gd name="p0x8" fmla="*/ 17565 w 17745"/>
              <a:gd name="p0y8" fmla="*/ 6855 h 6855"/>
              <a:gd name="p0x9" fmla="*/ 180 w 17745"/>
              <a:gd name="p0y9" fmla="*/ 6855 h 6855"/>
              <a:gd name="p0x10" fmla="*/ 80 w 17745"/>
              <a:gd name="p0y10" fmla="*/ 6855 h 6855"/>
              <a:gd name="p0x11" fmla="*/ 0 w 17745"/>
              <a:gd name="p0y11" fmla="*/ 6774 h 6855"/>
              <a:gd name="p0x12" fmla="*/ 0 w 17745"/>
              <a:gd name="p0y12" fmla="*/ 6675 h 6855"/>
              <a:gd name="p0x13" fmla="*/ 0 w 17745"/>
              <a:gd name="p0y13" fmla="*/ 180 h 6855"/>
              <a:gd name="p0x14" fmla="*/ 0 w 17745"/>
              <a:gd name="p0y14" fmla="*/ 80 h 6855"/>
              <a:gd name="p0x15" fmla="*/ 80 w 17745"/>
              <a:gd name="p0y15" fmla="*/ 0 h 6855"/>
              <a:gd name="p0x16" fmla="*/ 180 w 17745"/>
              <a:gd name="p0y16" fmla="*/ 0 h 685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1F5F9"/>
          </a:solidFill>
          <a:ln w="9525" cmpd="sng">
            <a:solidFill>
              <a:srgbClr val="E2E8F0"/>
            </a:solidFill>
            <a:prstDash val="solid"/>
          </a:ln>
          <a:effectLst>
            <a:outerShdw blurRad="28575" dist="9525" dir="5399999" algn="ctr" rotWithShape="0">
              <a:srgbClr val="000000">
                <a:alpha val="5098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157" name="组合 156"/>
          <p:cNvGrpSpPr/>
          <p:nvPr/>
        </p:nvGrpSpPr>
        <p:grpSpPr>
          <a:xfrm>
            <a:off x="2197735" y="1965960"/>
            <a:ext cx="7876540" cy="438150"/>
            <a:chOff x="735" y="1845"/>
            <a:chExt cx="17730" cy="690"/>
          </a:xfrm>
        </p:grpSpPr>
        <p:sp>
          <p:nvSpPr>
            <p:cNvPr id="5" name="任意多边形 4"/>
            <p:cNvSpPr/>
            <p:nvPr>
              <p:custDataLst>
                <p:tags r:id="rId4"/>
              </p:custDataLst>
            </p:nvPr>
          </p:nvSpPr>
          <p:spPr>
            <a:xfrm>
              <a:off x="735" y="1845"/>
              <a:ext cx="17730" cy="690"/>
            </a:xfrm>
            <a:custGeom>
              <a:avLst/>
              <a:gdLst>
                <a:gd name="sw" fmla="*/ 1 w 17730"/>
                <a:gd name="sh" fmla="*/ 1 h 690"/>
                <a:gd name="mins" fmla="min sw sh"/>
                <a:gd name="dsw" fmla="+- 0 sw mins"/>
                <a:gd name="dsh" fmla="+- 0 sh mins"/>
                <a:gd name="p0x0" fmla="*/ 0 w 17730"/>
                <a:gd name="p0y0" fmla="*/ 0 h 690"/>
                <a:gd name="p0x1" fmla="*/ 17730 w 17730"/>
                <a:gd name="p0y1" fmla="*/ 0 h 690"/>
                <a:gd name="p0x2" fmla="*/ 17730 w 17730"/>
                <a:gd name="p0y2" fmla="*/ 690 h 690"/>
                <a:gd name="p0x3" fmla="*/ 0 w 17730"/>
                <a:gd name="p0y3" fmla="*/ 690 h 690"/>
                <a:gd name="p0x4" fmla="*/ 0 w 17730"/>
                <a:gd name="p0y4" fmla="*/ 0 h 690"/>
              </a:gdLst>
              <a:ahLst/>
              <a:cxnLst/>
              <a:pathLst>
                <a:path w="17730" h="690">
                  <a:moveTo>
                    <a:pt x="180" y="0"/>
                  </a:moveTo>
                  <a:lnTo>
                    <a:pt x="17550" y="0"/>
                  </a:lnTo>
                  <a:cubicBezTo>
                    <a:pt x="17649" y="0"/>
                    <a:pt x="17730" y="81"/>
                    <a:pt x="17730" y="180"/>
                  </a:cubicBezTo>
                  <a:lnTo>
                    <a:pt x="17730" y="690"/>
                  </a:lnTo>
                  <a:lnTo>
                    <a:pt x="0" y="690"/>
                  </a:lnTo>
                  <a:lnTo>
                    <a:pt x="0" y="180"/>
                  </a:lnTo>
                  <a:cubicBezTo>
                    <a:pt x="0" y="81"/>
                    <a:pt x="81" y="0"/>
                    <a:pt x="180" y="0"/>
                  </a:cubicBezTo>
                  <a:close/>
                </a:path>
              </a:pathLst>
            </a:custGeom>
            <a:solidFill>
              <a:srgbClr val="EFF6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/>
            </a:p>
          </p:txBody>
        </p:sp>
        <p:sp>
          <p:nvSpPr>
            <p:cNvPr id="6" name="任意多边形 5"/>
            <p:cNvSpPr/>
            <p:nvPr>
              <p:custDataLst>
                <p:tags r:id="rId5"/>
              </p:custDataLst>
            </p:nvPr>
          </p:nvSpPr>
          <p:spPr>
            <a:xfrm>
              <a:off x="735" y="2520"/>
              <a:ext cx="17730" cy="15"/>
            </a:xfrm>
            <a:custGeom>
              <a:avLst/>
              <a:gdLst>
                <a:gd name="sw" fmla="*/ 1 w 17730"/>
                <a:gd name="sh" fmla="*/ 1 h 15"/>
                <a:gd name="mins" fmla="min sw sh"/>
                <a:gd name="dsw" fmla="+- 0 sw mins"/>
                <a:gd name="dsh" fmla="+- 0 sh mins"/>
                <a:gd name="p0x0" fmla="*/ 17730 w 17730"/>
                <a:gd name="p0y0" fmla="*/ 15 h 15"/>
                <a:gd name="p0x1" fmla="*/ 0 w 17730"/>
                <a:gd name="p0y1" fmla="*/ 15 h 15"/>
                <a:gd name="p0x2" fmla="*/ 0 w 17730"/>
                <a:gd name="p0y2" fmla="*/ 0 h 15"/>
                <a:gd name="p0x3" fmla="*/ 17730 w 17730"/>
                <a:gd name="p0y3" fmla="*/ 0 h 15"/>
                <a:gd name="p0x4" fmla="*/ 17730 w 17730"/>
                <a:gd name="p0y4" fmla="*/ 15 h 15"/>
              </a:gdLst>
              <a:ahLst/>
              <a:cxnLst/>
              <a:pathLst>
                <a:path w="17730" h="15">
                  <a:moveTo>
                    <a:pt x="17730" y="0"/>
                  </a:moveTo>
                  <a:lnTo>
                    <a:pt x="17730" y="15"/>
                  </a:lnTo>
                  <a:lnTo>
                    <a:pt x="0" y="15"/>
                  </a:lnTo>
                  <a:lnTo>
                    <a:pt x="0" y="0"/>
                  </a:lnTo>
                  <a:lnTo>
                    <a:pt x="17730" y="0"/>
                  </a:lnTo>
                  <a:close/>
                </a:path>
              </a:pathLst>
            </a:custGeom>
            <a:solidFill>
              <a:srgbClr val="DBEAFE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/>
            </a:p>
          </p:txBody>
        </p:sp>
      </p:grpSp>
      <p:grpSp>
        <p:nvGrpSpPr>
          <p:cNvPr id="158" name="组合 157"/>
          <p:cNvGrpSpPr/>
          <p:nvPr/>
        </p:nvGrpSpPr>
        <p:grpSpPr>
          <a:xfrm>
            <a:off x="2197735" y="1965960"/>
            <a:ext cx="1143000" cy="427990"/>
            <a:chOff x="735" y="1845"/>
            <a:chExt cx="1800" cy="674"/>
          </a:xfrm>
        </p:grpSpPr>
        <p:sp>
          <p:nvSpPr>
            <p:cNvPr id="8" name="任意多边形 7"/>
            <p:cNvSpPr/>
            <p:nvPr>
              <p:custDataLst>
                <p:tags r:id="rId6"/>
              </p:custDataLst>
            </p:nvPr>
          </p:nvSpPr>
          <p:spPr>
            <a:xfrm>
              <a:off x="735" y="1845"/>
              <a:ext cx="1800" cy="675"/>
            </a:xfrm>
            <a:custGeom>
              <a:avLst/>
              <a:gdLst>
                <a:gd name="sw" fmla="*/ 1 w 1800"/>
                <a:gd name="sh" fmla="*/ 1 h 675"/>
                <a:gd name="mins" fmla="min sw sh"/>
                <a:gd name="dsw" fmla="+- 0 sw mins"/>
                <a:gd name="dsh" fmla="+- 0 sh mins"/>
                <a:gd name="p0x0" fmla="*/ 0 w 1800"/>
                <a:gd name="p0y0" fmla="*/ 0 h 675"/>
                <a:gd name="p0x1" fmla="*/ 1800 w 1800"/>
                <a:gd name="p0y1" fmla="*/ 0 h 675"/>
                <a:gd name="p0x2" fmla="*/ 1800 w 1800"/>
                <a:gd name="p0y2" fmla="*/ 675 h 675"/>
                <a:gd name="p0x3" fmla="*/ 0 w 1800"/>
                <a:gd name="p0y3" fmla="*/ 675 h 675"/>
                <a:gd name="p0x4" fmla="*/ 0 w 1800"/>
                <a:gd name="p0y4" fmla="*/ 0 h 675"/>
              </a:gdLst>
              <a:ahLst/>
              <a:cxnLst/>
              <a:pathLst>
                <a:path w="1800" h="675">
                  <a:moveTo>
                    <a:pt x="180" y="0"/>
                  </a:moveTo>
                  <a:lnTo>
                    <a:pt x="1800" y="0"/>
                  </a:lnTo>
                  <a:lnTo>
                    <a:pt x="1800" y="675"/>
                  </a:lnTo>
                  <a:lnTo>
                    <a:pt x="0" y="675"/>
                  </a:lnTo>
                  <a:lnTo>
                    <a:pt x="0" y="180"/>
                  </a:lnTo>
                  <a:cubicBezTo>
                    <a:pt x="0" y="81"/>
                    <a:pt x="81" y="0"/>
                    <a:pt x="180" y="0"/>
                  </a:cubicBez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/>
            </a:p>
          </p:txBody>
        </p:sp>
        <p:sp>
          <p:nvSpPr>
            <p:cNvPr id="9" name="任意多边形 8"/>
            <p:cNvSpPr/>
            <p:nvPr>
              <p:custDataLst>
                <p:tags r:id="rId7"/>
              </p:custDataLst>
            </p:nvPr>
          </p:nvSpPr>
          <p:spPr>
            <a:xfrm>
              <a:off x="2520" y="1845"/>
              <a:ext cx="15" cy="675"/>
            </a:xfrm>
            <a:custGeom>
              <a:avLst/>
              <a:gdLst>
                <a:gd name="sw" fmla="*/ 1 w 15"/>
                <a:gd name="sh" fmla="*/ 1 h 675"/>
                <a:gd name="mins" fmla="min sw sh"/>
                <a:gd name="dsw" fmla="+- 0 sw mins"/>
                <a:gd name="dsh" fmla="+- 0 sh mins"/>
                <a:gd name="p0x0" fmla="*/ 15 w 15"/>
                <a:gd name="p0y0" fmla="*/ 0 h 675"/>
                <a:gd name="p0x1" fmla="*/ 15 w 15"/>
                <a:gd name="p0y1" fmla="*/ 675 h 675"/>
                <a:gd name="p0x2" fmla="*/ 0 w 15"/>
                <a:gd name="p0y2" fmla="*/ 675 h 675"/>
                <a:gd name="p0x3" fmla="*/ 0 w 15"/>
                <a:gd name="p0y3" fmla="*/ 0 h 675"/>
                <a:gd name="p0x4" fmla="*/ 15 w 15"/>
                <a:gd name="p0y4" fmla="*/ 0 h 675"/>
              </a:gdLst>
              <a:ahLst/>
              <a:cxnLst/>
              <a:pathLst>
                <a:path w="15" h="675">
                  <a:moveTo>
                    <a:pt x="15" y="0"/>
                  </a:moveTo>
                  <a:lnTo>
                    <a:pt x="15" y="675"/>
                  </a:lnTo>
                  <a:lnTo>
                    <a:pt x="0" y="675"/>
                  </a:lnTo>
                  <a:lnTo>
                    <a:pt x="0" y="0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DBEAFE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/>
            </a:p>
          </p:txBody>
        </p:sp>
      </p:grpSp>
      <p:sp>
        <p:nvSpPr>
          <p:cNvPr id="11" name="文本框 10"/>
          <p:cNvSpPr txBox="1"/>
          <p:nvPr>
            <p:custDataLst>
              <p:tags r:id="rId8"/>
            </p:custDataLst>
          </p:nvPr>
        </p:nvSpPr>
        <p:spPr>
          <a:xfrm>
            <a:off x="2273935" y="2080260"/>
            <a:ext cx="762076" cy="2000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sz="1200">
                <a:solidFill>
                  <a:srgbClr val="0F172A">
                    <a:alpha val="70196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对比维度</a:t>
            </a:r>
            <a:endParaRPr sz="1200">
              <a:solidFill>
                <a:srgbClr val="0F172A">
                  <a:alpha val="70196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59" name="组合 158"/>
          <p:cNvGrpSpPr/>
          <p:nvPr/>
        </p:nvGrpSpPr>
        <p:grpSpPr>
          <a:xfrm>
            <a:off x="3340735" y="1965960"/>
            <a:ext cx="1685290" cy="427990"/>
            <a:chOff x="2535" y="1845"/>
            <a:chExt cx="2654" cy="674"/>
          </a:xfrm>
        </p:grpSpPr>
        <p:sp>
          <p:nvSpPr>
            <p:cNvPr id="12" name="任意多边形 11"/>
            <p:cNvSpPr/>
            <p:nvPr>
              <p:custDataLst>
                <p:tags r:id="rId9"/>
              </p:custDataLst>
            </p:nvPr>
          </p:nvSpPr>
          <p:spPr>
            <a:xfrm>
              <a:off x="2535" y="1845"/>
              <a:ext cx="2655" cy="675"/>
            </a:xfrm>
            <a:custGeom>
              <a:avLst/>
              <a:gdLst>
                <a:gd name="sw" fmla="*/ 1 w 2655"/>
                <a:gd name="sh" fmla="*/ 1 h 675"/>
                <a:gd name="mins" fmla="min sw sh"/>
                <a:gd name="dsw" fmla="+- 0 sw mins"/>
                <a:gd name="dsh" fmla="+- 0 sh mins"/>
                <a:gd name="p0x0" fmla="*/ 0 w 2655"/>
                <a:gd name="p0y0" fmla="*/ 0 h 675"/>
                <a:gd name="p0x1" fmla="*/ 2655 w 2655"/>
                <a:gd name="p0y1" fmla="*/ 0 h 675"/>
                <a:gd name="p0x2" fmla="*/ 2655 w 2655"/>
                <a:gd name="p0y2" fmla="*/ 675 h 675"/>
                <a:gd name="p0x3" fmla="*/ 0 w 2655"/>
                <a:gd name="p0y3" fmla="*/ 675 h 675"/>
                <a:gd name="p0x4" fmla="*/ 0 w 2655"/>
                <a:gd name="p0y4" fmla="*/ 0 h 675"/>
              </a:gdLst>
              <a:ahLst/>
              <a:cxnLst/>
              <a:pathLst>
                <a:path w="2655" h="675">
                  <a:moveTo>
                    <a:pt x="0" y="0"/>
                  </a:moveTo>
                  <a:lnTo>
                    <a:pt x="2655" y="0"/>
                  </a:lnTo>
                  <a:lnTo>
                    <a:pt x="2655" y="675"/>
                  </a:lnTo>
                  <a:lnTo>
                    <a:pt x="0" y="675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/>
            </a:p>
          </p:txBody>
        </p:sp>
        <p:sp>
          <p:nvSpPr>
            <p:cNvPr id="13" name="任意多边形 12"/>
            <p:cNvSpPr/>
            <p:nvPr>
              <p:custDataLst>
                <p:tags r:id="rId10"/>
              </p:custDataLst>
            </p:nvPr>
          </p:nvSpPr>
          <p:spPr>
            <a:xfrm>
              <a:off x="5175" y="1845"/>
              <a:ext cx="15" cy="675"/>
            </a:xfrm>
            <a:custGeom>
              <a:avLst/>
              <a:gdLst>
                <a:gd name="sw" fmla="*/ 1 w 15"/>
                <a:gd name="sh" fmla="*/ 1 h 675"/>
                <a:gd name="mins" fmla="min sw sh"/>
                <a:gd name="dsw" fmla="+- 0 sw mins"/>
                <a:gd name="dsh" fmla="+- 0 sh mins"/>
                <a:gd name="p0x0" fmla="*/ 15 w 15"/>
                <a:gd name="p0y0" fmla="*/ 0 h 675"/>
                <a:gd name="p0x1" fmla="*/ 15 w 15"/>
                <a:gd name="p0y1" fmla="*/ 675 h 675"/>
                <a:gd name="p0x2" fmla="*/ 0 w 15"/>
                <a:gd name="p0y2" fmla="*/ 675 h 675"/>
                <a:gd name="p0x3" fmla="*/ 0 w 15"/>
                <a:gd name="p0y3" fmla="*/ 0 h 675"/>
                <a:gd name="p0x4" fmla="*/ 15 w 15"/>
                <a:gd name="p0y4" fmla="*/ 0 h 675"/>
              </a:gdLst>
              <a:ahLst/>
              <a:cxnLst/>
              <a:pathLst>
                <a:path w="15" h="675">
                  <a:moveTo>
                    <a:pt x="15" y="0"/>
                  </a:moveTo>
                  <a:lnTo>
                    <a:pt x="15" y="675"/>
                  </a:lnTo>
                  <a:lnTo>
                    <a:pt x="0" y="675"/>
                  </a:lnTo>
                  <a:lnTo>
                    <a:pt x="0" y="0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DBEAFE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/>
            </a:p>
          </p:txBody>
        </p:sp>
      </p:grpSp>
      <p:sp>
        <p:nvSpPr>
          <p:cNvPr id="15" name="文本框 14"/>
          <p:cNvSpPr txBox="1"/>
          <p:nvPr>
            <p:custDataLst>
              <p:tags r:id="rId11"/>
            </p:custDataLst>
          </p:nvPr>
        </p:nvSpPr>
        <p:spPr>
          <a:xfrm>
            <a:off x="3946982" y="2080260"/>
            <a:ext cx="463820" cy="2000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sz="1200" b="1">
                <a:solidFill>
                  <a:srgbClr val="1E40AF"/>
                </a:solidFill>
                <a:latin typeface="微软雅黑" panose="020B0503020204020204" charset="-122"/>
                <a:ea typeface="微软雅黑" panose="020B0503020204020204" charset="-122"/>
              </a:rPr>
              <a:t>DFS</a:t>
            </a:r>
            <a:endParaRPr sz="1200" b="1">
              <a:solidFill>
                <a:srgbClr val="1E40A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60" name="组合 159"/>
          <p:cNvGrpSpPr/>
          <p:nvPr/>
        </p:nvGrpSpPr>
        <p:grpSpPr>
          <a:xfrm>
            <a:off x="5026660" y="1965960"/>
            <a:ext cx="1685290" cy="427990"/>
            <a:chOff x="5190" y="1845"/>
            <a:chExt cx="2654" cy="674"/>
          </a:xfrm>
        </p:grpSpPr>
        <p:sp>
          <p:nvSpPr>
            <p:cNvPr id="16" name="任意多边形 15"/>
            <p:cNvSpPr/>
            <p:nvPr>
              <p:custDataLst>
                <p:tags r:id="rId12"/>
              </p:custDataLst>
            </p:nvPr>
          </p:nvSpPr>
          <p:spPr>
            <a:xfrm>
              <a:off x="5190" y="1845"/>
              <a:ext cx="2655" cy="675"/>
            </a:xfrm>
            <a:custGeom>
              <a:avLst/>
              <a:gdLst>
                <a:gd name="sw" fmla="*/ 1 w 2655"/>
                <a:gd name="sh" fmla="*/ 1 h 675"/>
                <a:gd name="mins" fmla="min sw sh"/>
                <a:gd name="dsw" fmla="+- 0 sw mins"/>
                <a:gd name="dsh" fmla="+- 0 sh mins"/>
                <a:gd name="p0x0" fmla="*/ 0 w 2655"/>
                <a:gd name="p0y0" fmla="*/ 0 h 675"/>
                <a:gd name="p0x1" fmla="*/ 2655 w 2655"/>
                <a:gd name="p0y1" fmla="*/ 0 h 675"/>
                <a:gd name="p0x2" fmla="*/ 2655 w 2655"/>
                <a:gd name="p0y2" fmla="*/ 675 h 675"/>
                <a:gd name="p0x3" fmla="*/ 0 w 2655"/>
                <a:gd name="p0y3" fmla="*/ 675 h 675"/>
                <a:gd name="p0x4" fmla="*/ 0 w 2655"/>
                <a:gd name="p0y4" fmla="*/ 0 h 675"/>
              </a:gdLst>
              <a:ahLst/>
              <a:cxnLst/>
              <a:pathLst>
                <a:path w="2655" h="675">
                  <a:moveTo>
                    <a:pt x="0" y="0"/>
                  </a:moveTo>
                  <a:lnTo>
                    <a:pt x="2655" y="0"/>
                  </a:lnTo>
                  <a:lnTo>
                    <a:pt x="2655" y="675"/>
                  </a:lnTo>
                  <a:lnTo>
                    <a:pt x="0" y="675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/>
            </a:p>
          </p:txBody>
        </p:sp>
        <p:sp>
          <p:nvSpPr>
            <p:cNvPr id="17" name="任意多边形 16"/>
            <p:cNvSpPr/>
            <p:nvPr>
              <p:custDataLst>
                <p:tags r:id="rId13"/>
              </p:custDataLst>
            </p:nvPr>
          </p:nvSpPr>
          <p:spPr>
            <a:xfrm>
              <a:off x="7830" y="1845"/>
              <a:ext cx="15" cy="675"/>
            </a:xfrm>
            <a:custGeom>
              <a:avLst/>
              <a:gdLst>
                <a:gd name="sw" fmla="*/ 1 w 15"/>
                <a:gd name="sh" fmla="*/ 1 h 675"/>
                <a:gd name="mins" fmla="min sw sh"/>
                <a:gd name="dsw" fmla="+- 0 sw mins"/>
                <a:gd name="dsh" fmla="+- 0 sh mins"/>
                <a:gd name="p0x0" fmla="*/ 15 w 15"/>
                <a:gd name="p0y0" fmla="*/ 0 h 675"/>
                <a:gd name="p0x1" fmla="*/ 15 w 15"/>
                <a:gd name="p0y1" fmla="*/ 675 h 675"/>
                <a:gd name="p0x2" fmla="*/ 0 w 15"/>
                <a:gd name="p0y2" fmla="*/ 675 h 675"/>
                <a:gd name="p0x3" fmla="*/ 0 w 15"/>
                <a:gd name="p0y3" fmla="*/ 0 h 675"/>
                <a:gd name="p0x4" fmla="*/ 15 w 15"/>
                <a:gd name="p0y4" fmla="*/ 0 h 675"/>
              </a:gdLst>
              <a:ahLst/>
              <a:cxnLst/>
              <a:pathLst>
                <a:path w="15" h="675">
                  <a:moveTo>
                    <a:pt x="15" y="0"/>
                  </a:moveTo>
                  <a:lnTo>
                    <a:pt x="15" y="675"/>
                  </a:lnTo>
                  <a:lnTo>
                    <a:pt x="0" y="675"/>
                  </a:lnTo>
                  <a:lnTo>
                    <a:pt x="0" y="0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DBEAFE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/>
            </a:p>
          </p:txBody>
        </p:sp>
      </p:grpSp>
      <p:sp>
        <p:nvSpPr>
          <p:cNvPr id="19" name="文本框 18"/>
          <p:cNvSpPr txBox="1"/>
          <p:nvPr>
            <p:custDataLst>
              <p:tags r:id="rId14"/>
            </p:custDataLst>
          </p:nvPr>
        </p:nvSpPr>
        <p:spPr>
          <a:xfrm>
            <a:off x="5637232" y="2080260"/>
            <a:ext cx="455266" cy="2000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sz="1200" b="1">
                <a:solidFill>
                  <a:srgbClr val="1E40AF"/>
                </a:solidFill>
                <a:latin typeface="微软雅黑" panose="020B0503020204020204" charset="-122"/>
                <a:ea typeface="微软雅黑" panose="020B0503020204020204" charset="-122"/>
              </a:rPr>
              <a:t>BFS</a:t>
            </a:r>
            <a:endParaRPr sz="1200" b="1">
              <a:solidFill>
                <a:srgbClr val="1E40A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61" name="组合 160"/>
          <p:cNvGrpSpPr/>
          <p:nvPr/>
        </p:nvGrpSpPr>
        <p:grpSpPr>
          <a:xfrm>
            <a:off x="6712585" y="1965960"/>
            <a:ext cx="1685290" cy="427990"/>
            <a:chOff x="7845" y="1845"/>
            <a:chExt cx="2654" cy="674"/>
          </a:xfrm>
        </p:grpSpPr>
        <p:sp>
          <p:nvSpPr>
            <p:cNvPr id="20" name="任意多边形 19"/>
            <p:cNvSpPr/>
            <p:nvPr>
              <p:custDataLst>
                <p:tags r:id="rId15"/>
              </p:custDataLst>
            </p:nvPr>
          </p:nvSpPr>
          <p:spPr>
            <a:xfrm>
              <a:off x="7845" y="1845"/>
              <a:ext cx="2655" cy="675"/>
            </a:xfrm>
            <a:custGeom>
              <a:avLst/>
              <a:gdLst>
                <a:gd name="sw" fmla="*/ 1 w 2655"/>
                <a:gd name="sh" fmla="*/ 1 h 675"/>
                <a:gd name="mins" fmla="min sw sh"/>
                <a:gd name="dsw" fmla="+- 0 sw mins"/>
                <a:gd name="dsh" fmla="+- 0 sh mins"/>
                <a:gd name="p0x0" fmla="*/ 0 w 2655"/>
                <a:gd name="p0y0" fmla="*/ 0 h 675"/>
                <a:gd name="p0x1" fmla="*/ 2655 w 2655"/>
                <a:gd name="p0y1" fmla="*/ 0 h 675"/>
                <a:gd name="p0x2" fmla="*/ 2655 w 2655"/>
                <a:gd name="p0y2" fmla="*/ 675 h 675"/>
                <a:gd name="p0x3" fmla="*/ 0 w 2655"/>
                <a:gd name="p0y3" fmla="*/ 675 h 675"/>
                <a:gd name="p0x4" fmla="*/ 0 w 2655"/>
                <a:gd name="p0y4" fmla="*/ 0 h 675"/>
              </a:gdLst>
              <a:ahLst/>
              <a:cxnLst/>
              <a:pathLst>
                <a:path w="2655" h="675">
                  <a:moveTo>
                    <a:pt x="0" y="0"/>
                  </a:moveTo>
                  <a:lnTo>
                    <a:pt x="2655" y="0"/>
                  </a:lnTo>
                  <a:lnTo>
                    <a:pt x="2655" y="675"/>
                  </a:lnTo>
                  <a:lnTo>
                    <a:pt x="0" y="675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/>
            </a:p>
          </p:txBody>
        </p:sp>
        <p:sp>
          <p:nvSpPr>
            <p:cNvPr id="21" name="任意多边形 20"/>
            <p:cNvSpPr/>
            <p:nvPr>
              <p:custDataLst>
                <p:tags r:id="rId16"/>
              </p:custDataLst>
            </p:nvPr>
          </p:nvSpPr>
          <p:spPr>
            <a:xfrm>
              <a:off x="10485" y="1845"/>
              <a:ext cx="15" cy="675"/>
            </a:xfrm>
            <a:custGeom>
              <a:avLst/>
              <a:gdLst>
                <a:gd name="sw" fmla="*/ 1 w 15"/>
                <a:gd name="sh" fmla="*/ 1 h 675"/>
                <a:gd name="mins" fmla="min sw sh"/>
                <a:gd name="dsw" fmla="+- 0 sw mins"/>
                <a:gd name="dsh" fmla="+- 0 sh mins"/>
                <a:gd name="p0x0" fmla="*/ 15 w 15"/>
                <a:gd name="p0y0" fmla="*/ 0 h 675"/>
                <a:gd name="p0x1" fmla="*/ 15 w 15"/>
                <a:gd name="p0y1" fmla="*/ 675 h 675"/>
                <a:gd name="p0x2" fmla="*/ 0 w 15"/>
                <a:gd name="p0y2" fmla="*/ 675 h 675"/>
                <a:gd name="p0x3" fmla="*/ 0 w 15"/>
                <a:gd name="p0y3" fmla="*/ 0 h 675"/>
                <a:gd name="p0x4" fmla="*/ 15 w 15"/>
                <a:gd name="p0y4" fmla="*/ 0 h 675"/>
              </a:gdLst>
              <a:ahLst/>
              <a:cxnLst/>
              <a:pathLst>
                <a:path w="15" h="675">
                  <a:moveTo>
                    <a:pt x="15" y="0"/>
                  </a:moveTo>
                  <a:lnTo>
                    <a:pt x="15" y="675"/>
                  </a:lnTo>
                  <a:lnTo>
                    <a:pt x="0" y="675"/>
                  </a:lnTo>
                  <a:lnTo>
                    <a:pt x="0" y="0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DBEAFE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/>
            </a:p>
          </p:txBody>
        </p:sp>
      </p:grpSp>
      <p:sp>
        <p:nvSpPr>
          <p:cNvPr id="23" name="文本框 22"/>
          <p:cNvSpPr txBox="1"/>
          <p:nvPr>
            <p:custDataLst>
              <p:tags r:id="rId17"/>
            </p:custDataLst>
          </p:nvPr>
        </p:nvSpPr>
        <p:spPr>
          <a:xfrm>
            <a:off x="7206618" y="2080260"/>
            <a:ext cx="688257" cy="2000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sz="1200" b="1">
                <a:solidFill>
                  <a:srgbClr val="1E40AF"/>
                </a:solidFill>
                <a:latin typeface="微软雅黑" panose="020B0503020204020204" charset="-122"/>
                <a:ea typeface="微软雅黑" panose="020B0503020204020204" charset="-122"/>
              </a:rPr>
              <a:t>Dijkstra</a:t>
            </a:r>
            <a:endParaRPr sz="1200" b="1">
              <a:solidFill>
                <a:srgbClr val="1E40A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62" name="组合 161"/>
          <p:cNvGrpSpPr/>
          <p:nvPr/>
        </p:nvGrpSpPr>
        <p:grpSpPr>
          <a:xfrm>
            <a:off x="8398510" y="1965960"/>
            <a:ext cx="1685290" cy="427990"/>
            <a:chOff x="10500" y="1845"/>
            <a:chExt cx="2654" cy="674"/>
          </a:xfrm>
        </p:grpSpPr>
        <p:sp>
          <p:nvSpPr>
            <p:cNvPr id="24" name="任意多边形 23"/>
            <p:cNvSpPr/>
            <p:nvPr>
              <p:custDataLst>
                <p:tags r:id="rId18"/>
              </p:custDataLst>
            </p:nvPr>
          </p:nvSpPr>
          <p:spPr>
            <a:xfrm>
              <a:off x="10500" y="1845"/>
              <a:ext cx="2655" cy="675"/>
            </a:xfrm>
            <a:custGeom>
              <a:avLst/>
              <a:gdLst>
                <a:gd name="sw" fmla="*/ 1 w 2655"/>
                <a:gd name="sh" fmla="*/ 1 h 675"/>
                <a:gd name="mins" fmla="min sw sh"/>
                <a:gd name="dsw" fmla="+- 0 sw mins"/>
                <a:gd name="dsh" fmla="+- 0 sh mins"/>
                <a:gd name="p0x0" fmla="*/ 0 w 2655"/>
                <a:gd name="p0y0" fmla="*/ 0 h 675"/>
                <a:gd name="p0x1" fmla="*/ 2655 w 2655"/>
                <a:gd name="p0y1" fmla="*/ 0 h 675"/>
                <a:gd name="p0x2" fmla="*/ 2655 w 2655"/>
                <a:gd name="p0y2" fmla="*/ 675 h 675"/>
                <a:gd name="p0x3" fmla="*/ 0 w 2655"/>
                <a:gd name="p0y3" fmla="*/ 675 h 675"/>
                <a:gd name="p0x4" fmla="*/ 0 w 2655"/>
                <a:gd name="p0y4" fmla="*/ 0 h 675"/>
              </a:gdLst>
              <a:ahLst/>
              <a:cxnLst/>
              <a:pathLst>
                <a:path w="2655" h="675">
                  <a:moveTo>
                    <a:pt x="0" y="0"/>
                  </a:moveTo>
                  <a:lnTo>
                    <a:pt x="2655" y="0"/>
                  </a:lnTo>
                  <a:lnTo>
                    <a:pt x="2655" y="675"/>
                  </a:lnTo>
                  <a:lnTo>
                    <a:pt x="0" y="675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/>
            </a:p>
          </p:txBody>
        </p:sp>
        <p:sp>
          <p:nvSpPr>
            <p:cNvPr id="25" name="任意多边形 24"/>
            <p:cNvSpPr/>
            <p:nvPr>
              <p:custDataLst>
                <p:tags r:id="rId19"/>
              </p:custDataLst>
            </p:nvPr>
          </p:nvSpPr>
          <p:spPr>
            <a:xfrm>
              <a:off x="13140" y="1845"/>
              <a:ext cx="15" cy="675"/>
            </a:xfrm>
            <a:custGeom>
              <a:avLst/>
              <a:gdLst>
                <a:gd name="sw" fmla="*/ 1 w 15"/>
                <a:gd name="sh" fmla="*/ 1 h 675"/>
                <a:gd name="mins" fmla="min sw sh"/>
                <a:gd name="dsw" fmla="+- 0 sw mins"/>
                <a:gd name="dsh" fmla="+- 0 sh mins"/>
                <a:gd name="p0x0" fmla="*/ 15 w 15"/>
                <a:gd name="p0y0" fmla="*/ 0 h 675"/>
                <a:gd name="p0x1" fmla="*/ 15 w 15"/>
                <a:gd name="p0y1" fmla="*/ 675 h 675"/>
                <a:gd name="p0x2" fmla="*/ 0 w 15"/>
                <a:gd name="p0y2" fmla="*/ 675 h 675"/>
                <a:gd name="p0x3" fmla="*/ 0 w 15"/>
                <a:gd name="p0y3" fmla="*/ 0 h 675"/>
                <a:gd name="p0x4" fmla="*/ 15 w 15"/>
                <a:gd name="p0y4" fmla="*/ 0 h 675"/>
              </a:gdLst>
              <a:ahLst/>
              <a:cxnLst/>
              <a:pathLst>
                <a:path w="15" h="675">
                  <a:moveTo>
                    <a:pt x="15" y="0"/>
                  </a:moveTo>
                  <a:lnTo>
                    <a:pt x="15" y="675"/>
                  </a:lnTo>
                  <a:lnTo>
                    <a:pt x="0" y="675"/>
                  </a:lnTo>
                  <a:lnTo>
                    <a:pt x="0" y="0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DBEAFE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/>
            </a:p>
          </p:txBody>
        </p:sp>
      </p:grpSp>
      <p:sp>
        <p:nvSpPr>
          <p:cNvPr id="27" name="文本框 26"/>
          <p:cNvSpPr txBox="1"/>
          <p:nvPr>
            <p:custDataLst>
              <p:tags r:id="rId20"/>
            </p:custDataLst>
          </p:nvPr>
        </p:nvSpPr>
        <p:spPr>
          <a:xfrm>
            <a:off x="9072032" y="2080260"/>
            <a:ext cx="329355" cy="2000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sz="1200" b="1">
                <a:solidFill>
                  <a:srgbClr val="1E40AF"/>
                </a:solidFill>
                <a:latin typeface="微软雅黑" panose="020B0503020204020204" charset="-122"/>
                <a:ea typeface="微软雅黑" panose="020B0503020204020204" charset="-122"/>
              </a:rPr>
              <a:t>A*</a:t>
            </a:r>
            <a:endParaRPr sz="1200" b="1">
              <a:solidFill>
                <a:srgbClr val="1E40A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64" name="组合 163"/>
          <p:cNvGrpSpPr/>
          <p:nvPr/>
        </p:nvGrpSpPr>
        <p:grpSpPr>
          <a:xfrm>
            <a:off x="2197735" y="2404110"/>
            <a:ext cx="7868920" cy="977900"/>
            <a:chOff x="735" y="2535"/>
            <a:chExt cx="17730" cy="1540"/>
          </a:xfrm>
        </p:grpSpPr>
        <p:sp>
          <p:nvSpPr>
            <p:cNvPr id="33" name="任意多边形 32"/>
            <p:cNvSpPr/>
            <p:nvPr>
              <p:custDataLst>
                <p:tags r:id="rId21"/>
              </p:custDataLst>
            </p:nvPr>
          </p:nvSpPr>
          <p:spPr>
            <a:xfrm>
              <a:off x="735" y="2535"/>
              <a:ext cx="17730" cy="1541"/>
            </a:xfrm>
            <a:custGeom>
              <a:avLst/>
              <a:gdLst>
                <a:gd name="sw" fmla="*/ 1 w 17730"/>
                <a:gd name="sh" fmla="*/ 1 h 1541"/>
                <a:gd name="mins" fmla="min sw sh"/>
                <a:gd name="dsw" fmla="+- 0 sw mins"/>
                <a:gd name="dsh" fmla="+- 0 sh mins"/>
                <a:gd name="p0x0" fmla="*/ 0 w 17730"/>
                <a:gd name="p0y0" fmla="*/ 0 h 1541"/>
                <a:gd name="p0x1" fmla="*/ 17730 w 17730"/>
                <a:gd name="p0y1" fmla="*/ 0 h 1541"/>
                <a:gd name="p0x2" fmla="*/ 17730 w 17730"/>
                <a:gd name="p0y2" fmla="*/ 1541 h 1541"/>
                <a:gd name="p0x3" fmla="*/ 0 w 17730"/>
                <a:gd name="p0y3" fmla="*/ 1541 h 1541"/>
                <a:gd name="p0x4" fmla="*/ 0 w 17730"/>
                <a:gd name="p0y4" fmla="*/ 0 h 1541"/>
              </a:gdLst>
              <a:ahLst/>
              <a:cxnLst/>
              <a:pathLst>
                <a:path w="17730" h="1541">
                  <a:moveTo>
                    <a:pt x="17730" y="0"/>
                  </a:moveTo>
                  <a:lnTo>
                    <a:pt x="17730" y="1541"/>
                  </a:lnTo>
                  <a:lnTo>
                    <a:pt x="0" y="1541"/>
                  </a:lnTo>
                  <a:lnTo>
                    <a:pt x="0" y="0"/>
                  </a:lnTo>
                  <a:lnTo>
                    <a:pt x="1773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/>
            </a:p>
          </p:txBody>
        </p:sp>
        <p:sp>
          <p:nvSpPr>
            <p:cNvPr id="34" name="任意多边形 33"/>
            <p:cNvSpPr/>
            <p:nvPr>
              <p:custDataLst>
                <p:tags r:id="rId22"/>
              </p:custDataLst>
            </p:nvPr>
          </p:nvSpPr>
          <p:spPr>
            <a:xfrm>
              <a:off x="735" y="4061"/>
              <a:ext cx="17730" cy="15"/>
            </a:xfrm>
            <a:custGeom>
              <a:avLst/>
              <a:gdLst>
                <a:gd name="sw" fmla="*/ 1 w 17730"/>
                <a:gd name="sh" fmla="*/ 1 h 15"/>
                <a:gd name="mins" fmla="min sw sh"/>
                <a:gd name="dsw" fmla="+- 0 sw mins"/>
                <a:gd name="dsh" fmla="+- 0 sh mins"/>
                <a:gd name="p0x0" fmla="*/ 17730 w 17730"/>
                <a:gd name="p0y0" fmla="*/ 15 h 15"/>
                <a:gd name="p0x1" fmla="*/ 0 w 17730"/>
                <a:gd name="p0y1" fmla="*/ 15 h 15"/>
                <a:gd name="p0x2" fmla="*/ 0 w 17730"/>
                <a:gd name="p0y2" fmla="*/ 0 h 15"/>
                <a:gd name="p0x3" fmla="*/ 17730 w 17730"/>
                <a:gd name="p0y3" fmla="*/ 0 h 15"/>
                <a:gd name="p0x4" fmla="*/ 17730 w 17730"/>
                <a:gd name="p0y4" fmla="*/ 15 h 15"/>
              </a:gdLst>
              <a:ahLst/>
              <a:cxnLst/>
              <a:pathLst>
                <a:path w="17730" h="15">
                  <a:moveTo>
                    <a:pt x="17730" y="0"/>
                  </a:moveTo>
                  <a:lnTo>
                    <a:pt x="17730" y="15"/>
                  </a:lnTo>
                  <a:lnTo>
                    <a:pt x="0" y="15"/>
                  </a:lnTo>
                  <a:lnTo>
                    <a:pt x="0" y="0"/>
                  </a:lnTo>
                  <a:lnTo>
                    <a:pt x="17730" y="0"/>
                  </a:lnTo>
                  <a:close/>
                </a:path>
              </a:pathLst>
            </a:custGeom>
            <a:solidFill>
              <a:srgbClr val="E2E8F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/>
            </a:p>
          </p:txBody>
        </p:sp>
      </p:grpSp>
      <p:grpSp>
        <p:nvGrpSpPr>
          <p:cNvPr id="165" name="组合 164"/>
          <p:cNvGrpSpPr/>
          <p:nvPr/>
        </p:nvGrpSpPr>
        <p:grpSpPr>
          <a:xfrm>
            <a:off x="2197735" y="2404110"/>
            <a:ext cx="1143000" cy="969010"/>
            <a:chOff x="735" y="2535"/>
            <a:chExt cx="1800" cy="1526"/>
          </a:xfrm>
        </p:grpSpPr>
        <p:sp>
          <p:nvSpPr>
            <p:cNvPr id="36" name="任意多边形 35"/>
            <p:cNvSpPr/>
            <p:nvPr>
              <p:custDataLst>
                <p:tags r:id="rId23"/>
              </p:custDataLst>
            </p:nvPr>
          </p:nvSpPr>
          <p:spPr>
            <a:xfrm>
              <a:off x="735" y="2535"/>
              <a:ext cx="1800" cy="1526"/>
            </a:xfrm>
            <a:custGeom>
              <a:avLst/>
              <a:gdLst>
                <a:gd name="sw" fmla="*/ 1 w 1800"/>
                <a:gd name="sh" fmla="*/ 1 h 1526"/>
                <a:gd name="mins" fmla="min sw sh"/>
                <a:gd name="dsw" fmla="+- 0 sw mins"/>
                <a:gd name="dsh" fmla="+- 0 sh mins"/>
                <a:gd name="p0x0" fmla="*/ 0 w 1800"/>
                <a:gd name="p0y0" fmla="*/ 0 h 1526"/>
                <a:gd name="p0x1" fmla="*/ 1800 w 1800"/>
                <a:gd name="p0y1" fmla="*/ 0 h 1526"/>
                <a:gd name="p0x2" fmla="*/ 1800 w 1800"/>
                <a:gd name="p0y2" fmla="*/ 1526 h 1526"/>
                <a:gd name="p0x3" fmla="*/ 0 w 1800"/>
                <a:gd name="p0y3" fmla="*/ 1526 h 1526"/>
                <a:gd name="p0x4" fmla="*/ 0 w 1800"/>
                <a:gd name="p0y4" fmla="*/ 0 h 1526"/>
              </a:gdLst>
              <a:ahLst/>
              <a:cxnLst/>
              <a:pathLst>
                <a:path w="1800" h="1526">
                  <a:moveTo>
                    <a:pt x="1800" y="0"/>
                  </a:moveTo>
                  <a:lnTo>
                    <a:pt x="1800" y="1526"/>
                  </a:lnTo>
                  <a:lnTo>
                    <a:pt x="0" y="1526"/>
                  </a:lnTo>
                  <a:lnTo>
                    <a:pt x="0" y="0"/>
                  </a:lnTo>
                  <a:lnTo>
                    <a:pt x="1800" y="0"/>
                  </a:lnTo>
                  <a:close/>
                </a:path>
              </a:pathLst>
            </a:custGeom>
            <a:solidFill>
              <a:srgbClr val="F8FAFC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/>
            </a:p>
          </p:txBody>
        </p:sp>
        <p:sp>
          <p:nvSpPr>
            <p:cNvPr id="37" name="任意多边形 36"/>
            <p:cNvSpPr/>
            <p:nvPr>
              <p:custDataLst>
                <p:tags r:id="rId24"/>
              </p:custDataLst>
            </p:nvPr>
          </p:nvSpPr>
          <p:spPr>
            <a:xfrm>
              <a:off x="2520" y="2535"/>
              <a:ext cx="15" cy="1526"/>
            </a:xfrm>
            <a:custGeom>
              <a:avLst/>
              <a:gdLst>
                <a:gd name="sw" fmla="*/ 1 w 15"/>
                <a:gd name="sh" fmla="*/ 1 h 1526"/>
                <a:gd name="mins" fmla="min sw sh"/>
                <a:gd name="dsw" fmla="+- 0 sw mins"/>
                <a:gd name="dsh" fmla="+- 0 sh mins"/>
                <a:gd name="p0x0" fmla="*/ 15 w 15"/>
                <a:gd name="p0y0" fmla="*/ 0 h 1526"/>
                <a:gd name="p0x1" fmla="*/ 15 w 15"/>
                <a:gd name="p0y1" fmla="*/ 1526 h 1526"/>
                <a:gd name="p0x2" fmla="*/ 0 w 15"/>
                <a:gd name="p0y2" fmla="*/ 1526 h 1526"/>
                <a:gd name="p0x3" fmla="*/ 0 w 15"/>
                <a:gd name="p0y3" fmla="*/ 0 h 1526"/>
                <a:gd name="p0x4" fmla="*/ 15 w 15"/>
                <a:gd name="p0y4" fmla="*/ 0 h 1526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F1F5F9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39" name="图片 38"/>
          <p:cNvPicPr>
            <a:picLocks noChangeAspect="1"/>
          </p:cNvPicPr>
          <p:nvPr>
            <p:custDataLst>
              <p:tags r:id="rId25"/>
            </p:custDataLst>
          </p:nvPr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 t="-3125" b="-3125"/>
          <a:stretch>
            <a:fillRect/>
          </a:stretch>
        </p:blipFill>
        <p:spPr>
          <a:xfrm>
            <a:off x="2350135" y="2807335"/>
            <a:ext cx="152400" cy="161925"/>
          </a:xfrm>
          <a:prstGeom prst="rect">
            <a:avLst/>
          </a:prstGeom>
        </p:spPr>
      </p:pic>
      <p:sp>
        <p:nvSpPr>
          <p:cNvPr id="40" name="文本框 39"/>
          <p:cNvSpPr txBox="1"/>
          <p:nvPr>
            <p:custDataLst>
              <p:tags r:id="rId28"/>
            </p:custDataLst>
          </p:nvPr>
        </p:nvSpPr>
        <p:spPr>
          <a:xfrm>
            <a:off x="2611996" y="2688669"/>
            <a:ext cx="609676" cy="40005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sz="1200">
                <a:solidFill>
                  <a:srgbClr val="0F172A">
                    <a:alpha val="70196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时间复杂度</a:t>
            </a:r>
            <a:endParaRPr sz="1200">
              <a:solidFill>
                <a:srgbClr val="0F172A">
                  <a:alpha val="70196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66" name="组合 165"/>
          <p:cNvGrpSpPr/>
          <p:nvPr/>
        </p:nvGrpSpPr>
        <p:grpSpPr>
          <a:xfrm>
            <a:off x="3340735" y="2404110"/>
            <a:ext cx="1685290" cy="969010"/>
            <a:chOff x="2535" y="2535"/>
            <a:chExt cx="2654" cy="1526"/>
          </a:xfrm>
        </p:grpSpPr>
        <p:sp>
          <p:nvSpPr>
            <p:cNvPr id="41" name="任意多边形 40"/>
            <p:cNvSpPr/>
            <p:nvPr>
              <p:custDataLst>
                <p:tags r:id="rId29"/>
              </p:custDataLst>
            </p:nvPr>
          </p:nvSpPr>
          <p:spPr>
            <a:xfrm>
              <a:off x="2535" y="2535"/>
              <a:ext cx="2655" cy="1526"/>
            </a:xfrm>
            <a:custGeom>
              <a:avLst/>
              <a:gdLst>
                <a:gd name="sw" fmla="*/ 1 w 2655"/>
                <a:gd name="sh" fmla="*/ 1 h 1526"/>
                <a:gd name="mins" fmla="min sw sh"/>
                <a:gd name="dsw" fmla="+- 0 sw mins"/>
                <a:gd name="dsh" fmla="+- 0 sh mins"/>
                <a:gd name="p0x0" fmla="*/ 0 w 2655"/>
                <a:gd name="p0y0" fmla="*/ 0 h 1526"/>
                <a:gd name="p0x1" fmla="*/ 2655 w 2655"/>
                <a:gd name="p0y1" fmla="*/ 0 h 1526"/>
                <a:gd name="p0x2" fmla="*/ 2655 w 2655"/>
                <a:gd name="p0y2" fmla="*/ 1526 h 1526"/>
                <a:gd name="p0x3" fmla="*/ 0 w 2655"/>
                <a:gd name="p0y3" fmla="*/ 1526 h 1526"/>
                <a:gd name="p0x4" fmla="*/ 0 w 2655"/>
                <a:gd name="p0y4" fmla="*/ 0 h 1526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2" name="任意多边形 41"/>
            <p:cNvSpPr/>
            <p:nvPr>
              <p:custDataLst>
                <p:tags r:id="rId30"/>
              </p:custDataLst>
            </p:nvPr>
          </p:nvSpPr>
          <p:spPr>
            <a:xfrm>
              <a:off x="5175" y="2535"/>
              <a:ext cx="15" cy="1526"/>
            </a:xfrm>
            <a:custGeom>
              <a:avLst/>
              <a:gdLst>
                <a:gd name="sw" fmla="*/ 1 w 15"/>
                <a:gd name="sh" fmla="*/ 1 h 1526"/>
                <a:gd name="mins" fmla="min sw sh"/>
                <a:gd name="dsw" fmla="+- 0 sw mins"/>
                <a:gd name="dsh" fmla="+- 0 sh mins"/>
                <a:gd name="p0x0" fmla="*/ 15 w 15"/>
                <a:gd name="p0y0" fmla="*/ 0 h 1526"/>
                <a:gd name="p0x1" fmla="*/ 15 w 15"/>
                <a:gd name="p0y1" fmla="*/ 1526 h 1526"/>
                <a:gd name="p0x2" fmla="*/ 0 w 15"/>
                <a:gd name="p0y2" fmla="*/ 1526 h 1526"/>
                <a:gd name="p0x3" fmla="*/ 0 w 15"/>
                <a:gd name="p0y3" fmla="*/ 0 h 1526"/>
                <a:gd name="p0x4" fmla="*/ 15 w 15"/>
                <a:gd name="p0y4" fmla="*/ 0 h 1526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F1F5F9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44" name="文本框 43"/>
          <p:cNvSpPr txBox="1"/>
          <p:nvPr>
            <p:custDataLst>
              <p:tags r:id="rId31"/>
            </p:custDataLst>
          </p:nvPr>
        </p:nvSpPr>
        <p:spPr>
          <a:xfrm>
            <a:off x="3841016" y="2788682"/>
            <a:ext cx="675751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2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O(V+E)</a:t>
            </a:r>
            <a:endParaRPr sz="12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67" name="组合 166"/>
          <p:cNvGrpSpPr/>
          <p:nvPr/>
        </p:nvGrpSpPr>
        <p:grpSpPr>
          <a:xfrm>
            <a:off x="5026660" y="2404110"/>
            <a:ext cx="1685290" cy="969010"/>
            <a:chOff x="5190" y="2535"/>
            <a:chExt cx="2654" cy="1526"/>
          </a:xfrm>
        </p:grpSpPr>
        <p:sp>
          <p:nvSpPr>
            <p:cNvPr id="45" name="任意多边形 44"/>
            <p:cNvSpPr/>
            <p:nvPr>
              <p:custDataLst>
                <p:tags r:id="rId32"/>
              </p:custDataLst>
            </p:nvPr>
          </p:nvSpPr>
          <p:spPr>
            <a:xfrm>
              <a:off x="5190" y="2535"/>
              <a:ext cx="2655" cy="1526"/>
            </a:xfrm>
            <a:custGeom>
              <a:avLst/>
              <a:gdLst>
                <a:gd name="sw" fmla="*/ 1 w 2655"/>
                <a:gd name="sh" fmla="*/ 1 h 1526"/>
                <a:gd name="mins" fmla="min sw sh"/>
                <a:gd name="dsw" fmla="+- 0 sw mins"/>
                <a:gd name="dsh" fmla="+- 0 sh mins"/>
                <a:gd name="p0x0" fmla="*/ 0 w 2655"/>
                <a:gd name="p0y0" fmla="*/ 0 h 1526"/>
                <a:gd name="p0x1" fmla="*/ 2655 w 2655"/>
                <a:gd name="p0y1" fmla="*/ 0 h 1526"/>
                <a:gd name="p0x2" fmla="*/ 2655 w 2655"/>
                <a:gd name="p0y2" fmla="*/ 1526 h 1526"/>
                <a:gd name="p0x3" fmla="*/ 0 w 2655"/>
                <a:gd name="p0y3" fmla="*/ 1526 h 1526"/>
                <a:gd name="p0x4" fmla="*/ 0 w 2655"/>
                <a:gd name="p0y4" fmla="*/ 0 h 1526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6" name="任意多边形 45"/>
            <p:cNvSpPr/>
            <p:nvPr>
              <p:custDataLst>
                <p:tags r:id="rId33"/>
              </p:custDataLst>
            </p:nvPr>
          </p:nvSpPr>
          <p:spPr>
            <a:xfrm>
              <a:off x="7830" y="2535"/>
              <a:ext cx="15" cy="1526"/>
            </a:xfrm>
            <a:custGeom>
              <a:avLst/>
              <a:gdLst>
                <a:gd name="sw" fmla="*/ 1 w 15"/>
                <a:gd name="sh" fmla="*/ 1 h 1526"/>
                <a:gd name="mins" fmla="min sw sh"/>
                <a:gd name="dsw" fmla="+- 0 sw mins"/>
                <a:gd name="dsh" fmla="+- 0 sh mins"/>
                <a:gd name="p0x0" fmla="*/ 15 w 15"/>
                <a:gd name="p0y0" fmla="*/ 0 h 1526"/>
                <a:gd name="p0x1" fmla="*/ 15 w 15"/>
                <a:gd name="p0y1" fmla="*/ 1526 h 1526"/>
                <a:gd name="p0x2" fmla="*/ 0 w 15"/>
                <a:gd name="p0y2" fmla="*/ 1526 h 1526"/>
                <a:gd name="p0x3" fmla="*/ 0 w 15"/>
                <a:gd name="p0y3" fmla="*/ 0 h 1526"/>
                <a:gd name="p0x4" fmla="*/ 15 w 15"/>
                <a:gd name="p0y4" fmla="*/ 0 h 1526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F1F5F9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48" name="文本框 47"/>
          <p:cNvSpPr txBox="1"/>
          <p:nvPr>
            <p:custDataLst>
              <p:tags r:id="rId34"/>
            </p:custDataLst>
          </p:nvPr>
        </p:nvSpPr>
        <p:spPr>
          <a:xfrm>
            <a:off x="5526941" y="2788682"/>
            <a:ext cx="675751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2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O(V+E)</a:t>
            </a:r>
            <a:endParaRPr sz="12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68" name="组合 167"/>
          <p:cNvGrpSpPr/>
          <p:nvPr/>
        </p:nvGrpSpPr>
        <p:grpSpPr>
          <a:xfrm>
            <a:off x="6712585" y="2404110"/>
            <a:ext cx="1685290" cy="969010"/>
            <a:chOff x="7845" y="2535"/>
            <a:chExt cx="2654" cy="1526"/>
          </a:xfrm>
        </p:grpSpPr>
        <p:sp>
          <p:nvSpPr>
            <p:cNvPr id="49" name="任意多边形 48"/>
            <p:cNvSpPr/>
            <p:nvPr>
              <p:custDataLst>
                <p:tags r:id="rId35"/>
              </p:custDataLst>
            </p:nvPr>
          </p:nvSpPr>
          <p:spPr>
            <a:xfrm>
              <a:off x="7845" y="2535"/>
              <a:ext cx="2655" cy="1526"/>
            </a:xfrm>
            <a:custGeom>
              <a:avLst/>
              <a:gdLst>
                <a:gd name="sw" fmla="*/ 1 w 2655"/>
                <a:gd name="sh" fmla="*/ 1 h 1526"/>
                <a:gd name="mins" fmla="min sw sh"/>
                <a:gd name="dsw" fmla="+- 0 sw mins"/>
                <a:gd name="dsh" fmla="+- 0 sh mins"/>
                <a:gd name="p0x0" fmla="*/ 0 w 2655"/>
                <a:gd name="p0y0" fmla="*/ 0 h 1526"/>
                <a:gd name="p0x1" fmla="*/ 2655 w 2655"/>
                <a:gd name="p0y1" fmla="*/ 0 h 1526"/>
                <a:gd name="p0x2" fmla="*/ 2655 w 2655"/>
                <a:gd name="p0y2" fmla="*/ 1526 h 1526"/>
                <a:gd name="p0x3" fmla="*/ 0 w 2655"/>
                <a:gd name="p0y3" fmla="*/ 1526 h 1526"/>
                <a:gd name="p0x4" fmla="*/ 0 w 2655"/>
                <a:gd name="p0y4" fmla="*/ 0 h 1526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0" name="任意多边形 49"/>
            <p:cNvSpPr/>
            <p:nvPr>
              <p:custDataLst>
                <p:tags r:id="rId36"/>
              </p:custDataLst>
            </p:nvPr>
          </p:nvSpPr>
          <p:spPr>
            <a:xfrm>
              <a:off x="10485" y="2535"/>
              <a:ext cx="15" cy="1526"/>
            </a:xfrm>
            <a:custGeom>
              <a:avLst/>
              <a:gdLst>
                <a:gd name="sw" fmla="*/ 1 w 15"/>
                <a:gd name="sh" fmla="*/ 1 h 1526"/>
                <a:gd name="mins" fmla="min sw sh"/>
                <a:gd name="dsw" fmla="+- 0 sw mins"/>
                <a:gd name="dsh" fmla="+- 0 sh mins"/>
                <a:gd name="p0x0" fmla="*/ 15 w 15"/>
                <a:gd name="p0y0" fmla="*/ 0 h 1526"/>
                <a:gd name="p0x1" fmla="*/ 15 w 15"/>
                <a:gd name="p0y1" fmla="*/ 1526 h 1526"/>
                <a:gd name="p0x2" fmla="*/ 0 w 15"/>
                <a:gd name="p0y2" fmla="*/ 1526 h 1526"/>
                <a:gd name="p0x3" fmla="*/ 0 w 15"/>
                <a:gd name="p0y3" fmla="*/ 0 h 1526"/>
                <a:gd name="p0x4" fmla="*/ 15 w 15"/>
                <a:gd name="p0y4" fmla="*/ 0 h 1526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F1F5F9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52" name="文本框 51"/>
          <p:cNvSpPr txBox="1"/>
          <p:nvPr>
            <p:custDataLst>
              <p:tags r:id="rId37"/>
            </p:custDataLst>
          </p:nvPr>
        </p:nvSpPr>
        <p:spPr>
          <a:xfrm>
            <a:off x="6999373" y="2788682"/>
            <a:ext cx="1102814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lang="en-US" altLang="zh-CN" sz="12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O(V</a:t>
            </a:r>
            <a:r>
              <a:rPr lang="en-US" altLang="en-US" sz="12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²</a:t>
            </a:r>
            <a:r>
              <a:rPr lang="en-US" altLang="zh-CN" sz="12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logV)</a:t>
            </a:r>
            <a:endParaRPr lang="en-US" altLang="zh-CN" sz="12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69" name="组合 168"/>
          <p:cNvGrpSpPr/>
          <p:nvPr/>
        </p:nvGrpSpPr>
        <p:grpSpPr>
          <a:xfrm>
            <a:off x="8398510" y="2404110"/>
            <a:ext cx="1685290" cy="969010"/>
            <a:chOff x="10500" y="2535"/>
            <a:chExt cx="2654" cy="1526"/>
          </a:xfrm>
        </p:grpSpPr>
        <p:sp>
          <p:nvSpPr>
            <p:cNvPr id="53" name="任意多边形 52"/>
            <p:cNvSpPr/>
            <p:nvPr>
              <p:custDataLst>
                <p:tags r:id="rId38"/>
              </p:custDataLst>
            </p:nvPr>
          </p:nvSpPr>
          <p:spPr>
            <a:xfrm>
              <a:off x="10500" y="2535"/>
              <a:ext cx="2655" cy="1526"/>
            </a:xfrm>
            <a:custGeom>
              <a:avLst/>
              <a:gdLst>
                <a:gd name="sw" fmla="*/ 1 w 2655"/>
                <a:gd name="sh" fmla="*/ 1 h 1526"/>
                <a:gd name="mins" fmla="min sw sh"/>
                <a:gd name="dsw" fmla="+- 0 sw mins"/>
                <a:gd name="dsh" fmla="+- 0 sh mins"/>
                <a:gd name="p0x0" fmla="*/ 0 w 2655"/>
                <a:gd name="p0y0" fmla="*/ 0 h 1526"/>
                <a:gd name="p0x1" fmla="*/ 2655 w 2655"/>
                <a:gd name="p0y1" fmla="*/ 0 h 1526"/>
                <a:gd name="p0x2" fmla="*/ 2655 w 2655"/>
                <a:gd name="p0y2" fmla="*/ 1526 h 1526"/>
                <a:gd name="p0x3" fmla="*/ 0 w 2655"/>
                <a:gd name="p0y3" fmla="*/ 1526 h 1526"/>
                <a:gd name="p0x4" fmla="*/ 0 w 2655"/>
                <a:gd name="p0y4" fmla="*/ 0 h 1526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4" name="任意多边形 53"/>
            <p:cNvSpPr/>
            <p:nvPr>
              <p:custDataLst>
                <p:tags r:id="rId39"/>
              </p:custDataLst>
            </p:nvPr>
          </p:nvSpPr>
          <p:spPr>
            <a:xfrm>
              <a:off x="13140" y="2535"/>
              <a:ext cx="15" cy="1526"/>
            </a:xfrm>
            <a:custGeom>
              <a:avLst/>
              <a:gdLst>
                <a:gd name="sw" fmla="*/ 1 w 15"/>
                <a:gd name="sh" fmla="*/ 1 h 1526"/>
                <a:gd name="mins" fmla="min sw sh"/>
                <a:gd name="dsw" fmla="+- 0 sw mins"/>
                <a:gd name="dsh" fmla="+- 0 sh mins"/>
                <a:gd name="p0x0" fmla="*/ 15 w 15"/>
                <a:gd name="p0y0" fmla="*/ 0 h 1526"/>
                <a:gd name="p0x1" fmla="*/ 15 w 15"/>
                <a:gd name="p0y1" fmla="*/ 1526 h 1526"/>
                <a:gd name="p0x2" fmla="*/ 0 w 15"/>
                <a:gd name="p0y2" fmla="*/ 1526 h 1526"/>
                <a:gd name="p0x3" fmla="*/ 0 w 15"/>
                <a:gd name="p0y3" fmla="*/ 0 h 1526"/>
                <a:gd name="p0x4" fmla="*/ 15 w 15"/>
                <a:gd name="p0y4" fmla="*/ 0 h 1526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F1F5F9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56" name="文本框 55"/>
          <p:cNvSpPr txBox="1"/>
          <p:nvPr>
            <p:custDataLst>
              <p:tags r:id="rId40"/>
            </p:custDataLst>
          </p:nvPr>
        </p:nvSpPr>
        <p:spPr>
          <a:xfrm>
            <a:off x="8685298" y="2788682"/>
            <a:ext cx="1102814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2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O((V+E)logV)</a:t>
            </a:r>
            <a:endParaRPr sz="12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71" name="组合 170"/>
          <p:cNvGrpSpPr/>
          <p:nvPr/>
        </p:nvGrpSpPr>
        <p:grpSpPr>
          <a:xfrm>
            <a:off x="2197735" y="3382645"/>
            <a:ext cx="7868285" cy="977900"/>
            <a:chOff x="735" y="4076"/>
            <a:chExt cx="17730" cy="1540"/>
          </a:xfrm>
        </p:grpSpPr>
        <p:sp>
          <p:nvSpPr>
            <p:cNvPr id="62" name="任意多边形 61"/>
            <p:cNvSpPr/>
            <p:nvPr>
              <p:custDataLst>
                <p:tags r:id="rId41"/>
              </p:custDataLst>
            </p:nvPr>
          </p:nvSpPr>
          <p:spPr>
            <a:xfrm>
              <a:off x="735" y="4076"/>
              <a:ext cx="17730" cy="1541"/>
            </a:xfrm>
            <a:custGeom>
              <a:avLst/>
              <a:gdLst>
                <a:gd name="sw" fmla="*/ 1 w 17730"/>
                <a:gd name="sh" fmla="*/ 1 h 1541"/>
                <a:gd name="mins" fmla="min sw sh"/>
                <a:gd name="dsw" fmla="+- 0 sw mins"/>
                <a:gd name="dsh" fmla="+- 0 sh mins"/>
                <a:gd name="p0x0" fmla="*/ 0 w 17730"/>
                <a:gd name="p0y0" fmla="*/ 0 h 1541"/>
                <a:gd name="p0x1" fmla="*/ 17730 w 17730"/>
                <a:gd name="p0y1" fmla="*/ 0 h 1541"/>
                <a:gd name="p0x2" fmla="*/ 17730 w 17730"/>
                <a:gd name="p0y2" fmla="*/ 1541 h 1541"/>
                <a:gd name="p0x3" fmla="*/ 0 w 17730"/>
                <a:gd name="p0y3" fmla="*/ 1541 h 1541"/>
                <a:gd name="p0x4" fmla="*/ 0 w 17730"/>
                <a:gd name="p0y4" fmla="*/ 0 h 1541"/>
              </a:gdLst>
              <a:ahLst/>
              <a:cxnLst/>
              <a:pathLst>
                <a:path w="17730" h="1541">
                  <a:moveTo>
                    <a:pt x="17730" y="0"/>
                  </a:moveTo>
                  <a:lnTo>
                    <a:pt x="17730" y="1541"/>
                  </a:lnTo>
                  <a:lnTo>
                    <a:pt x="0" y="1541"/>
                  </a:lnTo>
                  <a:lnTo>
                    <a:pt x="0" y="0"/>
                  </a:lnTo>
                  <a:lnTo>
                    <a:pt x="1773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/>
            </a:p>
          </p:txBody>
        </p:sp>
        <p:sp>
          <p:nvSpPr>
            <p:cNvPr id="63" name="任意多边形 62"/>
            <p:cNvSpPr/>
            <p:nvPr>
              <p:custDataLst>
                <p:tags r:id="rId42"/>
              </p:custDataLst>
            </p:nvPr>
          </p:nvSpPr>
          <p:spPr>
            <a:xfrm>
              <a:off x="735" y="5602"/>
              <a:ext cx="17730" cy="15"/>
            </a:xfrm>
            <a:custGeom>
              <a:avLst/>
              <a:gdLst>
                <a:gd name="sw" fmla="*/ 1 w 17730"/>
                <a:gd name="sh" fmla="*/ 1 h 15"/>
                <a:gd name="mins" fmla="min sw sh"/>
                <a:gd name="dsw" fmla="+- 0 sw mins"/>
                <a:gd name="dsh" fmla="+- 0 sh mins"/>
                <a:gd name="p0x0" fmla="*/ 17730 w 17730"/>
                <a:gd name="p0y0" fmla="*/ 15 h 15"/>
                <a:gd name="p0x1" fmla="*/ 0 w 17730"/>
                <a:gd name="p0y1" fmla="*/ 15 h 15"/>
                <a:gd name="p0x2" fmla="*/ 0 w 17730"/>
                <a:gd name="p0y2" fmla="*/ 0 h 15"/>
                <a:gd name="p0x3" fmla="*/ 17730 w 17730"/>
                <a:gd name="p0y3" fmla="*/ 0 h 15"/>
                <a:gd name="p0x4" fmla="*/ 17730 w 17730"/>
                <a:gd name="p0y4" fmla="*/ 15 h 15"/>
              </a:gdLst>
              <a:ahLst/>
              <a:cxnLst/>
              <a:pathLst>
                <a:path w="17730" h="15">
                  <a:moveTo>
                    <a:pt x="17730" y="0"/>
                  </a:moveTo>
                  <a:lnTo>
                    <a:pt x="17730" y="15"/>
                  </a:lnTo>
                  <a:lnTo>
                    <a:pt x="0" y="15"/>
                  </a:lnTo>
                  <a:lnTo>
                    <a:pt x="0" y="0"/>
                  </a:lnTo>
                  <a:lnTo>
                    <a:pt x="17730" y="0"/>
                  </a:lnTo>
                  <a:close/>
                </a:path>
              </a:pathLst>
            </a:custGeom>
            <a:solidFill>
              <a:srgbClr val="E2E8F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/>
            </a:p>
          </p:txBody>
        </p:sp>
      </p:grpSp>
      <p:grpSp>
        <p:nvGrpSpPr>
          <p:cNvPr id="172" name="组合 171"/>
          <p:cNvGrpSpPr/>
          <p:nvPr/>
        </p:nvGrpSpPr>
        <p:grpSpPr>
          <a:xfrm>
            <a:off x="2197735" y="3382645"/>
            <a:ext cx="1143000" cy="969010"/>
            <a:chOff x="735" y="4076"/>
            <a:chExt cx="1800" cy="1526"/>
          </a:xfrm>
        </p:grpSpPr>
        <p:sp>
          <p:nvSpPr>
            <p:cNvPr id="65" name="任意多边形 64"/>
            <p:cNvSpPr/>
            <p:nvPr>
              <p:custDataLst>
                <p:tags r:id="rId43"/>
              </p:custDataLst>
            </p:nvPr>
          </p:nvSpPr>
          <p:spPr>
            <a:xfrm>
              <a:off x="735" y="4076"/>
              <a:ext cx="1800" cy="1526"/>
            </a:xfrm>
            <a:custGeom>
              <a:avLst/>
              <a:gdLst>
                <a:gd name="sw" fmla="*/ 1 w 1800"/>
                <a:gd name="sh" fmla="*/ 1 h 1526"/>
                <a:gd name="mins" fmla="min sw sh"/>
                <a:gd name="dsw" fmla="+- 0 sw mins"/>
                <a:gd name="dsh" fmla="+- 0 sh mins"/>
                <a:gd name="p0x0" fmla="*/ 0 w 1800"/>
                <a:gd name="p0y0" fmla="*/ 0 h 1526"/>
                <a:gd name="p0x1" fmla="*/ 1800 w 1800"/>
                <a:gd name="p0y1" fmla="*/ 0 h 1526"/>
                <a:gd name="p0x2" fmla="*/ 1800 w 1800"/>
                <a:gd name="p0y2" fmla="*/ 1526 h 1526"/>
                <a:gd name="p0x3" fmla="*/ 0 w 1800"/>
                <a:gd name="p0y3" fmla="*/ 1526 h 1526"/>
                <a:gd name="p0x4" fmla="*/ 0 w 1800"/>
                <a:gd name="p0y4" fmla="*/ 0 h 1526"/>
              </a:gdLst>
              <a:ahLst/>
              <a:cxnLst/>
              <a:pathLst>
                <a:path w="1800" h="1526">
                  <a:moveTo>
                    <a:pt x="1800" y="0"/>
                  </a:moveTo>
                  <a:lnTo>
                    <a:pt x="1800" y="1526"/>
                  </a:lnTo>
                  <a:lnTo>
                    <a:pt x="0" y="1526"/>
                  </a:lnTo>
                  <a:lnTo>
                    <a:pt x="0" y="0"/>
                  </a:lnTo>
                  <a:lnTo>
                    <a:pt x="1800" y="0"/>
                  </a:lnTo>
                  <a:close/>
                </a:path>
              </a:pathLst>
            </a:custGeom>
            <a:solidFill>
              <a:srgbClr val="F8FAFC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/>
            </a:p>
          </p:txBody>
        </p:sp>
        <p:sp>
          <p:nvSpPr>
            <p:cNvPr id="66" name="任意多边形 65"/>
            <p:cNvSpPr/>
            <p:nvPr>
              <p:custDataLst>
                <p:tags r:id="rId44"/>
              </p:custDataLst>
            </p:nvPr>
          </p:nvSpPr>
          <p:spPr>
            <a:xfrm>
              <a:off x="2520" y="4076"/>
              <a:ext cx="15" cy="1526"/>
            </a:xfrm>
            <a:custGeom>
              <a:avLst/>
              <a:gdLst>
                <a:gd name="sw" fmla="*/ 1 w 15"/>
                <a:gd name="sh" fmla="*/ 1 h 1526"/>
                <a:gd name="mins" fmla="min sw sh"/>
                <a:gd name="dsw" fmla="+- 0 sw mins"/>
                <a:gd name="dsh" fmla="+- 0 sh mins"/>
                <a:gd name="p0x0" fmla="*/ 15 w 15"/>
                <a:gd name="p0y0" fmla="*/ 0 h 1526"/>
                <a:gd name="p0x1" fmla="*/ 15 w 15"/>
                <a:gd name="p0y1" fmla="*/ 1526 h 1526"/>
                <a:gd name="p0x2" fmla="*/ 0 w 15"/>
                <a:gd name="p0y2" fmla="*/ 1526 h 1526"/>
                <a:gd name="p0x3" fmla="*/ 0 w 15"/>
                <a:gd name="p0y3" fmla="*/ 0 h 1526"/>
                <a:gd name="p0x4" fmla="*/ 15 w 15"/>
                <a:gd name="p0y4" fmla="*/ 0 h 1526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F1F5F9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68" name="图片 67"/>
          <p:cNvPicPr>
            <a:picLocks noChangeAspect="1"/>
          </p:cNvPicPr>
          <p:nvPr>
            <p:custDataLst>
              <p:tags r:id="rId45"/>
            </p:custDataLst>
          </p:nvPr>
        </p:nvPicPr>
        <p:blipFill>
          <a:blip r:embed="rId46"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rcRect t="-20833" b="-20833"/>
          <a:stretch>
            <a:fillRect/>
          </a:stretch>
        </p:blipFill>
        <p:spPr>
          <a:xfrm>
            <a:off x="2350135" y="3785870"/>
            <a:ext cx="171450" cy="161925"/>
          </a:xfrm>
          <a:prstGeom prst="rect">
            <a:avLst/>
          </a:prstGeom>
        </p:spPr>
      </p:pic>
      <p:sp>
        <p:nvSpPr>
          <p:cNvPr id="69" name="文本框 68"/>
          <p:cNvSpPr txBox="1"/>
          <p:nvPr>
            <p:custDataLst>
              <p:tags r:id="rId48"/>
            </p:custDataLst>
          </p:nvPr>
        </p:nvSpPr>
        <p:spPr>
          <a:xfrm>
            <a:off x="2621521" y="3667363"/>
            <a:ext cx="609676" cy="40005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sz="1200">
                <a:solidFill>
                  <a:srgbClr val="0F172A">
                    <a:alpha val="70196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空间复杂度</a:t>
            </a:r>
            <a:endParaRPr sz="1200">
              <a:solidFill>
                <a:srgbClr val="0F172A">
                  <a:alpha val="70196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73" name="组合 172"/>
          <p:cNvGrpSpPr/>
          <p:nvPr/>
        </p:nvGrpSpPr>
        <p:grpSpPr>
          <a:xfrm>
            <a:off x="3340735" y="3382645"/>
            <a:ext cx="1685290" cy="969010"/>
            <a:chOff x="2535" y="4076"/>
            <a:chExt cx="2654" cy="1526"/>
          </a:xfrm>
        </p:grpSpPr>
        <p:sp>
          <p:nvSpPr>
            <p:cNvPr id="70" name="任意多边形 69"/>
            <p:cNvSpPr/>
            <p:nvPr>
              <p:custDataLst>
                <p:tags r:id="rId49"/>
              </p:custDataLst>
            </p:nvPr>
          </p:nvSpPr>
          <p:spPr>
            <a:xfrm>
              <a:off x="2535" y="4076"/>
              <a:ext cx="2655" cy="1526"/>
            </a:xfrm>
            <a:custGeom>
              <a:avLst/>
              <a:gdLst>
                <a:gd name="sw" fmla="*/ 1 w 2655"/>
                <a:gd name="sh" fmla="*/ 1 h 1526"/>
                <a:gd name="mins" fmla="min sw sh"/>
                <a:gd name="dsw" fmla="+- 0 sw mins"/>
                <a:gd name="dsh" fmla="+- 0 sh mins"/>
                <a:gd name="p0x0" fmla="*/ 0 w 2655"/>
                <a:gd name="p0y0" fmla="*/ 0 h 1526"/>
                <a:gd name="p0x1" fmla="*/ 2655 w 2655"/>
                <a:gd name="p0y1" fmla="*/ 0 h 1526"/>
                <a:gd name="p0x2" fmla="*/ 2655 w 2655"/>
                <a:gd name="p0y2" fmla="*/ 1526 h 1526"/>
                <a:gd name="p0x3" fmla="*/ 0 w 2655"/>
                <a:gd name="p0y3" fmla="*/ 1526 h 1526"/>
                <a:gd name="p0x4" fmla="*/ 0 w 2655"/>
                <a:gd name="p0y4" fmla="*/ 0 h 1526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1" name="任意多边形 70"/>
            <p:cNvSpPr/>
            <p:nvPr>
              <p:custDataLst>
                <p:tags r:id="rId50"/>
              </p:custDataLst>
            </p:nvPr>
          </p:nvSpPr>
          <p:spPr>
            <a:xfrm>
              <a:off x="5175" y="4076"/>
              <a:ext cx="15" cy="1526"/>
            </a:xfrm>
            <a:custGeom>
              <a:avLst/>
              <a:gdLst>
                <a:gd name="sw" fmla="*/ 1 w 15"/>
                <a:gd name="sh" fmla="*/ 1 h 1526"/>
                <a:gd name="mins" fmla="min sw sh"/>
                <a:gd name="dsw" fmla="+- 0 sw mins"/>
                <a:gd name="dsh" fmla="+- 0 sh mins"/>
                <a:gd name="p0x0" fmla="*/ 15 w 15"/>
                <a:gd name="p0y0" fmla="*/ 0 h 1526"/>
                <a:gd name="p0x1" fmla="*/ 15 w 15"/>
                <a:gd name="p0y1" fmla="*/ 1526 h 1526"/>
                <a:gd name="p0x2" fmla="*/ 0 w 15"/>
                <a:gd name="p0y2" fmla="*/ 1526 h 1526"/>
                <a:gd name="p0x3" fmla="*/ 0 w 15"/>
                <a:gd name="p0y3" fmla="*/ 0 h 1526"/>
                <a:gd name="p0x4" fmla="*/ 15 w 15"/>
                <a:gd name="p0y4" fmla="*/ 0 h 1526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F1F5F9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73" name="文本框 72"/>
          <p:cNvSpPr txBox="1"/>
          <p:nvPr>
            <p:custDataLst>
              <p:tags r:id="rId51"/>
            </p:custDataLst>
          </p:nvPr>
        </p:nvSpPr>
        <p:spPr>
          <a:xfrm>
            <a:off x="3944534" y="3767376"/>
            <a:ext cx="468811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2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O(h)</a:t>
            </a:r>
            <a:endParaRPr sz="12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74" name="组合 173"/>
          <p:cNvGrpSpPr/>
          <p:nvPr/>
        </p:nvGrpSpPr>
        <p:grpSpPr>
          <a:xfrm>
            <a:off x="5026660" y="3382645"/>
            <a:ext cx="1685290" cy="969010"/>
            <a:chOff x="5190" y="4076"/>
            <a:chExt cx="2654" cy="1526"/>
          </a:xfrm>
        </p:grpSpPr>
        <p:sp>
          <p:nvSpPr>
            <p:cNvPr id="74" name="任意多边形 73"/>
            <p:cNvSpPr/>
            <p:nvPr>
              <p:custDataLst>
                <p:tags r:id="rId52"/>
              </p:custDataLst>
            </p:nvPr>
          </p:nvSpPr>
          <p:spPr>
            <a:xfrm>
              <a:off x="5190" y="4076"/>
              <a:ext cx="2655" cy="1526"/>
            </a:xfrm>
            <a:custGeom>
              <a:avLst/>
              <a:gdLst>
                <a:gd name="sw" fmla="*/ 1 w 2655"/>
                <a:gd name="sh" fmla="*/ 1 h 1526"/>
                <a:gd name="mins" fmla="min sw sh"/>
                <a:gd name="dsw" fmla="+- 0 sw mins"/>
                <a:gd name="dsh" fmla="+- 0 sh mins"/>
                <a:gd name="p0x0" fmla="*/ 0 w 2655"/>
                <a:gd name="p0y0" fmla="*/ 0 h 1526"/>
                <a:gd name="p0x1" fmla="*/ 2655 w 2655"/>
                <a:gd name="p0y1" fmla="*/ 0 h 1526"/>
                <a:gd name="p0x2" fmla="*/ 2655 w 2655"/>
                <a:gd name="p0y2" fmla="*/ 1526 h 1526"/>
                <a:gd name="p0x3" fmla="*/ 0 w 2655"/>
                <a:gd name="p0y3" fmla="*/ 1526 h 1526"/>
                <a:gd name="p0x4" fmla="*/ 0 w 2655"/>
                <a:gd name="p0y4" fmla="*/ 0 h 1526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5" name="任意多边形 74"/>
            <p:cNvSpPr/>
            <p:nvPr>
              <p:custDataLst>
                <p:tags r:id="rId53"/>
              </p:custDataLst>
            </p:nvPr>
          </p:nvSpPr>
          <p:spPr>
            <a:xfrm>
              <a:off x="7830" y="4076"/>
              <a:ext cx="15" cy="1526"/>
            </a:xfrm>
            <a:custGeom>
              <a:avLst/>
              <a:gdLst>
                <a:gd name="sw" fmla="*/ 1 w 15"/>
                <a:gd name="sh" fmla="*/ 1 h 1526"/>
                <a:gd name="mins" fmla="min sw sh"/>
                <a:gd name="dsw" fmla="+- 0 sw mins"/>
                <a:gd name="dsh" fmla="+- 0 sh mins"/>
                <a:gd name="p0x0" fmla="*/ 15 w 15"/>
                <a:gd name="p0y0" fmla="*/ 0 h 1526"/>
                <a:gd name="p0x1" fmla="*/ 15 w 15"/>
                <a:gd name="p0y1" fmla="*/ 1526 h 1526"/>
                <a:gd name="p0x2" fmla="*/ 0 w 15"/>
                <a:gd name="p0y2" fmla="*/ 1526 h 1526"/>
                <a:gd name="p0x3" fmla="*/ 0 w 15"/>
                <a:gd name="p0y3" fmla="*/ 0 h 1526"/>
                <a:gd name="p0x4" fmla="*/ 15 w 15"/>
                <a:gd name="p0y4" fmla="*/ 0 h 1526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F1F5F9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77" name="文本框 76"/>
          <p:cNvSpPr txBox="1"/>
          <p:nvPr>
            <p:custDataLst>
              <p:tags r:id="rId54"/>
            </p:custDataLst>
          </p:nvPr>
        </p:nvSpPr>
        <p:spPr>
          <a:xfrm>
            <a:off x="5625763" y="3767376"/>
            <a:ext cx="478107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2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O(V)</a:t>
            </a:r>
            <a:endParaRPr sz="12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75" name="组合 174"/>
          <p:cNvGrpSpPr/>
          <p:nvPr/>
        </p:nvGrpSpPr>
        <p:grpSpPr>
          <a:xfrm>
            <a:off x="6712585" y="3382645"/>
            <a:ext cx="1685290" cy="969010"/>
            <a:chOff x="7845" y="4076"/>
            <a:chExt cx="2654" cy="1526"/>
          </a:xfrm>
        </p:grpSpPr>
        <p:sp>
          <p:nvSpPr>
            <p:cNvPr id="78" name="任意多边形 77"/>
            <p:cNvSpPr/>
            <p:nvPr>
              <p:custDataLst>
                <p:tags r:id="rId55"/>
              </p:custDataLst>
            </p:nvPr>
          </p:nvSpPr>
          <p:spPr>
            <a:xfrm>
              <a:off x="7845" y="4076"/>
              <a:ext cx="2655" cy="1526"/>
            </a:xfrm>
            <a:custGeom>
              <a:avLst/>
              <a:gdLst>
                <a:gd name="sw" fmla="*/ 1 w 2655"/>
                <a:gd name="sh" fmla="*/ 1 h 1526"/>
                <a:gd name="mins" fmla="min sw sh"/>
                <a:gd name="dsw" fmla="+- 0 sw mins"/>
                <a:gd name="dsh" fmla="+- 0 sh mins"/>
                <a:gd name="p0x0" fmla="*/ 0 w 2655"/>
                <a:gd name="p0y0" fmla="*/ 0 h 1526"/>
                <a:gd name="p0x1" fmla="*/ 2655 w 2655"/>
                <a:gd name="p0y1" fmla="*/ 0 h 1526"/>
                <a:gd name="p0x2" fmla="*/ 2655 w 2655"/>
                <a:gd name="p0y2" fmla="*/ 1526 h 1526"/>
                <a:gd name="p0x3" fmla="*/ 0 w 2655"/>
                <a:gd name="p0y3" fmla="*/ 1526 h 1526"/>
                <a:gd name="p0x4" fmla="*/ 0 w 2655"/>
                <a:gd name="p0y4" fmla="*/ 0 h 1526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9" name="任意多边形 78"/>
            <p:cNvSpPr/>
            <p:nvPr>
              <p:custDataLst>
                <p:tags r:id="rId56"/>
              </p:custDataLst>
            </p:nvPr>
          </p:nvSpPr>
          <p:spPr>
            <a:xfrm>
              <a:off x="10485" y="4076"/>
              <a:ext cx="15" cy="1526"/>
            </a:xfrm>
            <a:custGeom>
              <a:avLst/>
              <a:gdLst>
                <a:gd name="sw" fmla="*/ 1 w 15"/>
                <a:gd name="sh" fmla="*/ 1 h 1526"/>
                <a:gd name="mins" fmla="min sw sh"/>
                <a:gd name="dsw" fmla="+- 0 sw mins"/>
                <a:gd name="dsh" fmla="+- 0 sh mins"/>
                <a:gd name="p0x0" fmla="*/ 15 w 15"/>
                <a:gd name="p0y0" fmla="*/ 0 h 1526"/>
                <a:gd name="p0x1" fmla="*/ 15 w 15"/>
                <a:gd name="p0y1" fmla="*/ 1526 h 1526"/>
                <a:gd name="p0x2" fmla="*/ 0 w 15"/>
                <a:gd name="p0y2" fmla="*/ 1526 h 1526"/>
                <a:gd name="p0x3" fmla="*/ 0 w 15"/>
                <a:gd name="p0y3" fmla="*/ 0 h 1526"/>
                <a:gd name="p0x4" fmla="*/ 15 w 15"/>
                <a:gd name="p0y4" fmla="*/ 0 h 1526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F1F5F9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81" name="文本框 80"/>
          <p:cNvSpPr txBox="1"/>
          <p:nvPr>
            <p:custDataLst>
              <p:tags r:id="rId57"/>
            </p:custDataLst>
          </p:nvPr>
        </p:nvSpPr>
        <p:spPr>
          <a:xfrm>
            <a:off x="7311688" y="3767376"/>
            <a:ext cx="478107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2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O(V)</a:t>
            </a:r>
            <a:endParaRPr sz="12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76" name="组合 175"/>
          <p:cNvGrpSpPr/>
          <p:nvPr/>
        </p:nvGrpSpPr>
        <p:grpSpPr>
          <a:xfrm>
            <a:off x="8398510" y="3382645"/>
            <a:ext cx="1685290" cy="969010"/>
            <a:chOff x="10500" y="4076"/>
            <a:chExt cx="2654" cy="1526"/>
          </a:xfrm>
        </p:grpSpPr>
        <p:sp>
          <p:nvSpPr>
            <p:cNvPr id="82" name="任意多边形 81"/>
            <p:cNvSpPr/>
            <p:nvPr>
              <p:custDataLst>
                <p:tags r:id="rId58"/>
              </p:custDataLst>
            </p:nvPr>
          </p:nvSpPr>
          <p:spPr>
            <a:xfrm>
              <a:off x="10500" y="4076"/>
              <a:ext cx="2655" cy="1526"/>
            </a:xfrm>
            <a:custGeom>
              <a:avLst/>
              <a:gdLst>
                <a:gd name="sw" fmla="*/ 1 w 2655"/>
                <a:gd name="sh" fmla="*/ 1 h 1526"/>
                <a:gd name="mins" fmla="min sw sh"/>
                <a:gd name="dsw" fmla="+- 0 sw mins"/>
                <a:gd name="dsh" fmla="+- 0 sh mins"/>
                <a:gd name="p0x0" fmla="*/ 0 w 2655"/>
                <a:gd name="p0y0" fmla="*/ 0 h 1526"/>
                <a:gd name="p0x1" fmla="*/ 2655 w 2655"/>
                <a:gd name="p0y1" fmla="*/ 0 h 1526"/>
                <a:gd name="p0x2" fmla="*/ 2655 w 2655"/>
                <a:gd name="p0y2" fmla="*/ 1526 h 1526"/>
                <a:gd name="p0x3" fmla="*/ 0 w 2655"/>
                <a:gd name="p0y3" fmla="*/ 1526 h 1526"/>
                <a:gd name="p0x4" fmla="*/ 0 w 2655"/>
                <a:gd name="p0y4" fmla="*/ 0 h 1526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3" name="任意多边形 82"/>
            <p:cNvSpPr/>
            <p:nvPr>
              <p:custDataLst>
                <p:tags r:id="rId59"/>
              </p:custDataLst>
            </p:nvPr>
          </p:nvSpPr>
          <p:spPr>
            <a:xfrm>
              <a:off x="13140" y="4076"/>
              <a:ext cx="15" cy="1526"/>
            </a:xfrm>
            <a:custGeom>
              <a:avLst/>
              <a:gdLst>
                <a:gd name="sw" fmla="*/ 1 w 15"/>
                <a:gd name="sh" fmla="*/ 1 h 1526"/>
                <a:gd name="mins" fmla="min sw sh"/>
                <a:gd name="dsw" fmla="+- 0 sw mins"/>
                <a:gd name="dsh" fmla="+- 0 sh mins"/>
                <a:gd name="p0x0" fmla="*/ 15 w 15"/>
                <a:gd name="p0y0" fmla="*/ 0 h 1526"/>
                <a:gd name="p0x1" fmla="*/ 15 w 15"/>
                <a:gd name="p0y1" fmla="*/ 1526 h 1526"/>
                <a:gd name="p0x2" fmla="*/ 0 w 15"/>
                <a:gd name="p0y2" fmla="*/ 1526 h 1526"/>
                <a:gd name="p0x3" fmla="*/ 0 w 15"/>
                <a:gd name="p0y3" fmla="*/ 0 h 1526"/>
                <a:gd name="p0x4" fmla="*/ 15 w 15"/>
                <a:gd name="p0y4" fmla="*/ 0 h 1526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F1F5F9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85" name="文本框 84"/>
          <p:cNvSpPr txBox="1"/>
          <p:nvPr>
            <p:custDataLst>
              <p:tags r:id="rId60"/>
            </p:custDataLst>
          </p:nvPr>
        </p:nvSpPr>
        <p:spPr>
          <a:xfrm>
            <a:off x="8997614" y="3767376"/>
            <a:ext cx="478107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2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O(V)</a:t>
            </a:r>
            <a:endParaRPr sz="12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78" name="组合 177"/>
          <p:cNvGrpSpPr/>
          <p:nvPr/>
        </p:nvGrpSpPr>
        <p:grpSpPr>
          <a:xfrm>
            <a:off x="2197735" y="4361180"/>
            <a:ext cx="7876540" cy="977900"/>
            <a:chOff x="735" y="5617"/>
            <a:chExt cx="17730" cy="1540"/>
          </a:xfrm>
        </p:grpSpPr>
        <p:sp>
          <p:nvSpPr>
            <p:cNvPr id="91" name="任意多边形 90"/>
            <p:cNvSpPr/>
            <p:nvPr>
              <p:custDataLst>
                <p:tags r:id="rId61"/>
              </p:custDataLst>
            </p:nvPr>
          </p:nvSpPr>
          <p:spPr>
            <a:xfrm>
              <a:off x="735" y="5617"/>
              <a:ext cx="17730" cy="1541"/>
            </a:xfrm>
            <a:custGeom>
              <a:avLst/>
              <a:gdLst>
                <a:gd name="sw" fmla="*/ 1 w 17730"/>
                <a:gd name="sh" fmla="*/ 1 h 1541"/>
                <a:gd name="mins" fmla="min sw sh"/>
                <a:gd name="dsw" fmla="+- 0 sw mins"/>
                <a:gd name="dsh" fmla="+- 0 sh mins"/>
                <a:gd name="p0x0" fmla="*/ 0 w 17730"/>
                <a:gd name="p0y0" fmla="*/ 0 h 1541"/>
                <a:gd name="p0x1" fmla="*/ 17730 w 17730"/>
                <a:gd name="p0y1" fmla="*/ 0 h 1541"/>
                <a:gd name="p0x2" fmla="*/ 17730 w 17730"/>
                <a:gd name="p0y2" fmla="*/ 1541 h 1541"/>
                <a:gd name="p0x3" fmla="*/ 0 w 17730"/>
                <a:gd name="p0y3" fmla="*/ 1541 h 1541"/>
                <a:gd name="p0x4" fmla="*/ 0 w 17730"/>
                <a:gd name="p0y4" fmla="*/ 0 h 1541"/>
              </a:gdLst>
              <a:ahLst/>
              <a:cxnLst/>
              <a:pathLst>
                <a:path w="17730" h="1541">
                  <a:moveTo>
                    <a:pt x="17730" y="0"/>
                  </a:moveTo>
                  <a:lnTo>
                    <a:pt x="17730" y="1541"/>
                  </a:lnTo>
                  <a:lnTo>
                    <a:pt x="0" y="1541"/>
                  </a:lnTo>
                  <a:lnTo>
                    <a:pt x="0" y="0"/>
                  </a:lnTo>
                  <a:lnTo>
                    <a:pt x="1773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/>
            </a:p>
          </p:txBody>
        </p:sp>
        <p:sp>
          <p:nvSpPr>
            <p:cNvPr id="92" name="任意多边形 91"/>
            <p:cNvSpPr/>
            <p:nvPr>
              <p:custDataLst>
                <p:tags r:id="rId62"/>
              </p:custDataLst>
            </p:nvPr>
          </p:nvSpPr>
          <p:spPr>
            <a:xfrm>
              <a:off x="735" y="7143"/>
              <a:ext cx="17730" cy="15"/>
            </a:xfrm>
            <a:custGeom>
              <a:avLst/>
              <a:gdLst>
                <a:gd name="sw" fmla="*/ 1 w 17730"/>
                <a:gd name="sh" fmla="*/ 1 h 15"/>
                <a:gd name="mins" fmla="min sw sh"/>
                <a:gd name="dsw" fmla="+- 0 sw mins"/>
                <a:gd name="dsh" fmla="+- 0 sh mins"/>
                <a:gd name="p0x0" fmla="*/ 17730 w 17730"/>
                <a:gd name="p0y0" fmla="*/ 15 h 15"/>
                <a:gd name="p0x1" fmla="*/ 0 w 17730"/>
                <a:gd name="p0y1" fmla="*/ 15 h 15"/>
                <a:gd name="p0x2" fmla="*/ 0 w 17730"/>
                <a:gd name="p0y2" fmla="*/ 0 h 15"/>
                <a:gd name="p0x3" fmla="*/ 17730 w 17730"/>
                <a:gd name="p0y3" fmla="*/ 0 h 15"/>
                <a:gd name="p0x4" fmla="*/ 17730 w 17730"/>
                <a:gd name="p0y4" fmla="*/ 15 h 15"/>
              </a:gdLst>
              <a:ahLst/>
              <a:cxnLst/>
              <a:pathLst>
                <a:path w="17730" h="15">
                  <a:moveTo>
                    <a:pt x="17730" y="0"/>
                  </a:moveTo>
                  <a:lnTo>
                    <a:pt x="17730" y="15"/>
                  </a:lnTo>
                  <a:lnTo>
                    <a:pt x="0" y="15"/>
                  </a:lnTo>
                  <a:lnTo>
                    <a:pt x="0" y="0"/>
                  </a:lnTo>
                  <a:lnTo>
                    <a:pt x="17730" y="0"/>
                  </a:lnTo>
                  <a:close/>
                </a:path>
              </a:pathLst>
            </a:custGeom>
            <a:solidFill>
              <a:srgbClr val="E2E8F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/>
            </a:p>
          </p:txBody>
        </p:sp>
      </p:grpSp>
      <p:grpSp>
        <p:nvGrpSpPr>
          <p:cNvPr id="179" name="组合 178"/>
          <p:cNvGrpSpPr/>
          <p:nvPr/>
        </p:nvGrpSpPr>
        <p:grpSpPr>
          <a:xfrm>
            <a:off x="2197735" y="4361180"/>
            <a:ext cx="1143000" cy="969010"/>
            <a:chOff x="735" y="5617"/>
            <a:chExt cx="1800" cy="1526"/>
          </a:xfrm>
        </p:grpSpPr>
        <p:sp>
          <p:nvSpPr>
            <p:cNvPr id="94" name="任意多边形 93"/>
            <p:cNvSpPr/>
            <p:nvPr>
              <p:custDataLst>
                <p:tags r:id="rId63"/>
              </p:custDataLst>
            </p:nvPr>
          </p:nvSpPr>
          <p:spPr>
            <a:xfrm>
              <a:off x="735" y="5617"/>
              <a:ext cx="1800" cy="1526"/>
            </a:xfrm>
            <a:custGeom>
              <a:avLst/>
              <a:gdLst>
                <a:gd name="sw" fmla="*/ 1 w 1800"/>
                <a:gd name="sh" fmla="*/ 1 h 1526"/>
                <a:gd name="mins" fmla="min sw sh"/>
                <a:gd name="dsw" fmla="+- 0 sw mins"/>
                <a:gd name="dsh" fmla="+- 0 sh mins"/>
                <a:gd name="p0x0" fmla="*/ 0 w 1800"/>
                <a:gd name="p0y0" fmla="*/ 0 h 1526"/>
                <a:gd name="p0x1" fmla="*/ 1800 w 1800"/>
                <a:gd name="p0y1" fmla="*/ 0 h 1526"/>
                <a:gd name="p0x2" fmla="*/ 1800 w 1800"/>
                <a:gd name="p0y2" fmla="*/ 1526 h 1526"/>
                <a:gd name="p0x3" fmla="*/ 0 w 1800"/>
                <a:gd name="p0y3" fmla="*/ 1526 h 1526"/>
                <a:gd name="p0x4" fmla="*/ 0 w 1800"/>
                <a:gd name="p0y4" fmla="*/ 0 h 1526"/>
              </a:gdLst>
              <a:ahLst/>
              <a:cxnLst/>
              <a:pathLst>
                <a:path w="1800" h="1526">
                  <a:moveTo>
                    <a:pt x="1800" y="0"/>
                  </a:moveTo>
                  <a:lnTo>
                    <a:pt x="1800" y="1526"/>
                  </a:lnTo>
                  <a:lnTo>
                    <a:pt x="0" y="1526"/>
                  </a:lnTo>
                  <a:lnTo>
                    <a:pt x="0" y="0"/>
                  </a:lnTo>
                  <a:lnTo>
                    <a:pt x="1800" y="0"/>
                  </a:lnTo>
                  <a:close/>
                </a:path>
              </a:pathLst>
            </a:custGeom>
            <a:solidFill>
              <a:srgbClr val="F8FAFC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/>
            </a:p>
          </p:txBody>
        </p:sp>
        <p:sp>
          <p:nvSpPr>
            <p:cNvPr id="95" name="任意多边形 94"/>
            <p:cNvSpPr/>
            <p:nvPr>
              <p:custDataLst>
                <p:tags r:id="rId64"/>
              </p:custDataLst>
            </p:nvPr>
          </p:nvSpPr>
          <p:spPr>
            <a:xfrm>
              <a:off x="2520" y="5617"/>
              <a:ext cx="15" cy="1526"/>
            </a:xfrm>
            <a:custGeom>
              <a:avLst/>
              <a:gdLst>
                <a:gd name="sw" fmla="*/ 1 w 15"/>
                <a:gd name="sh" fmla="*/ 1 h 1526"/>
                <a:gd name="mins" fmla="min sw sh"/>
                <a:gd name="dsw" fmla="+- 0 sw mins"/>
                <a:gd name="dsh" fmla="+- 0 sh mins"/>
                <a:gd name="p0x0" fmla="*/ 15 w 15"/>
                <a:gd name="p0y0" fmla="*/ 0 h 1526"/>
                <a:gd name="p0x1" fmla="*/ 15 w 15"/>
                <a:gd name="p0y1" fmla="*/ 1526 h 1526"/>
                <a:gd name="p0x2" fmla="*/ 0 w 15"/>
                <a:gd name="p0y2" fmla="*/ 1526 h 1526"/>
                <a:gd name="p0x3" fmla="*/ 0 w 15"/>
                <a:gd name="p0y3" fmla="*/ 0 h 1526"/>
                <a:gd name="p0x4" fmla="*/ 15 w 15"/>
                <a:gd name="p0y4" fmla="*/ 0 h 1526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F1F5F9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97" name="图片 96"/>
          <p:cNvPicPr>
            <a:picLocks noChangeAspect="1"/>
          </p:cNvPicPr>
          <p:nvPr>
            <p:custDataLst>
              <p:tags r:id="rId65"/>
            </p:custDataLst>
          </p:nvPr>
        </p:nvPicPr>
        <p:blipFill>
          <a:blip r:embed="rId66">
            <a:extLst>
              <a:ext uri="{96DAC541-7B7A-43D3-8B79-37D633B846F1}">
                <asvg:svgBlip xmlns:asvg="http://schemas.microsoft.com/office/drawing/2016/SVG/main" r:embed="rId67"/>
              </a:ext>
            </a:extLst>
          </a:blip>
          <a:srcRect t="-3125" b="-3125"/>
          <a:stretch>
            <a:fillRect/>
          </a:stretch>
        </p:blipFill>
        <p:spPr>
          <a:xfrm>
            <a:off x="2350135" y="4765040"/>
            <a:ext cx="171450" cy="161925"/>
          </a:xfrm>
          <a:prstGeom prst="rect">
            <a:avLst/>
          </a:prstGeom>
        </p:spPr>
      </p:pic>
      <p:sp>
        <p:nvSpPr>
          <p:cNvPr id="98" name="文本框 97"/>
          <p:cNvSpPr txBox="1"/>
          <p:nvPr>
            <p:custDataLst>
              <p:tags r:id="rId68"/>
            </p:custDataLst>
          </p:nvPr>
        </p:nvSpPr>
        <p:spPr>
          <a:xfrm>
            <a:off x="2621521" y="4646057"/>
            <a:ext cx="609676" cy="40005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sz="1200">
                <a:solidFill>
                  <a:srgbClr val="0F172A">
                    <a:alpha val="70196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最优解保证</a:t>
            </a:r>
            <a:endParaRPr sz="1200">
              <a:solidFill>
                <a:srgbClr val="0F172A">
                  <a:alpha val="70196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80" name="组合 179"/>
          <p:cNvGrpSpPr/>
          <p:nvPr/>
        </p:nvGrpSpPr>
        <p:grpSpPr>
          <a:xfrm>
            <a:off x="3340735" y="4361180"/>
            <a:ext cx="1685290" cy="969010"/>
            <a:chOff x="2535" y="5617"/>
            <a:chExt cx="2654" cy="1526"/>
          </a:xfrm>
        </p:grpSpPr>
        <p:sp>
          <p:nvSpPr>
            <p:cNvPr id="99" name="任意多边形 98"/>
            <p:cNvSpPr/>
            <p:nvPr>
              <p:custDataLst>
                <p:tags r:id="rId69"/>
              </p:custDataLst>
            </p:nvPr>
          </p:nvSpPr>
          <p:spPr>
            <a:xfrm>
              <a:off x="2535" y="5617"/>
              <a:ext cx="2655" cy="1526"/>
            </a:xfrm>
            <a:custGeom>
              <a:avLst/>
              <a:gdLst>
                <a:gd name="sw" fmla="*/ 1 w 2655"/>
                <a:gd name="sh" fmla="*/ 1 h 1526"/>
                <a:gd name="mins" fmla="min sw sh"/>
                <a:gd name="dsw" fmla="+- 0 sw mins"/>
                <a:gd name="dsh" fmla="+- 0 sh mins"/>
                <a:gd name="p0x0" fmla="*/ 0 w 2655"/>
                <a:gd name="p0y0" fmla="*/ 0 h 1526"/>
                <a:gd name="p0x1" fmla="*/ 2655 w 2655"/>
                <a:gd name="p0y1" fmla="*/ 0 h 1526"/>
                <a:gd name="p0x2" fmla="*/ 2655 w 2655"/>
                <a:gd name="p0y2" fmla="*/ 1526 h 1526"/>
                <a:gd name="p0x3" fmla="*/ 0 w 2655"/>
                <a:gd name="p0y3" fmla="*/ 1526 h 1526"/>
                <a:gd name="p0x4" fmla="*/ 0 w 2655"/>
                <a:gd name="p0y4" fmla="*/ 0 h 1526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0" name="任意多边形 99"/>
            <p:cNvSpPr/>
            <p:nvPr>
              <p:custDataLst>
                <p:tags r:id="rId70"/>
              </p:custDataLst>
            </p:nvPr>
          </p:nvSpPr>
          <p:spPr>
            <a:xfrm>
              <a:off x="5175" y="5617"/>
              <a:ext cx="15" cy="1526"/>
            </a:xfrm>
            <a:custGeom>
              <a:avLst/>
              <a:gdLst>
                <a:gd name="sw" fmla="*/ 1 w 15"/>
                <a:gd name="sh" fmla="*/ 1 h 1526"/>
                <a:gd name="mins" fmla="min sw sh"/>
                <a:gd name="dsw" fmla="+- 0 sw mins"/>
                <a:gd name="dsh" fmla="+- 0 sh mins"/>
                <a:gd name="p0x0" fmla="*/ 15 w 15"/>
                <a:gd name="p0y0" fmla="*/ 0 h 1526"/>
                <a:gd name="p0x1" fmla="*/ 15 w 15"/>
                <a:gd name="p0y1" fmla="*/ 1526 h 1526"/>
                <a:gd name="p0x2" fmla="*/ 0 w 15"/>
                <a:gd name="p0y2" fmla="*/ 1526 h 1526"/>
                <a:gd name="p0x3" fmla="*/ 0 w 15"/>
                <a:gd name="p0y3" fmla="*/ 0 h 1526"/>
                <a:gd name="p0x4" fmla="*/ 15 w 15"/>
                <a:gd name="p0y4" fmla="*/ 0 h 1526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F1F5F9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02" name="任意多边形 101"/>
          <p:cNvSpPr/>
          <p:nvPr>
            <p:custDataLst>
              <p:tags r:id="rId71"/>
            </p:custDataLst>
          </p:nvPr>
        </p:nvSpPr>
        <p:spPr>
          <a:xfrm>
            <a:off x="3907155" y="4738370"/>
            <a:ext cx="542925" cy="214630"/>
          </a:xfrm>
          <a:custGeom>
            <a:avLst/>
            <a:gdLst>
              <a:gd name="sw" fmla="*/ 1 w 855"/>
              <a:gd name="sh" fmla="*/ 1 h 337"/>
              <a:gd name="mins" fmla="min sw sh"/>
              <a:gd name="dsw" fmla="+- 0 sw mins"/>
              <a:gd name="dsh" fmla="+- 0 sh mins"/>
              <a:gd name="p0x0" fmla="*/ 168 w 855"/>
              <a:gd name="p0y0" fmla="*/ 0 h 337"/>
              <a:gd name="p0x1" fmla="*/ 686 w 855"/>
              <a:gd name="p0y1" fmla="*/ 0 h 337"/>
              <a:gd name="p0x2" fmla="*/ 779 w 855"/>
              <a:gd name="p0y2" fmla="*/ 0 h 337"/>
              <a:gd name="p0x3" fmla="*/ 855 w 855"/>
              <a:gd name="p0y3" fmla="*/ 75 h 337"/>
              <a:gd name="p0x4" fmla="*/ 855 w 855"/>
              <a:gd name="p0y4" fmla="*/ 168 h 337"/>
              <a:gd name="p0x5" fmla="*/ 855 w 855"/>
              <a:gd name="p0y5" fmla="*/ 261 h 337"/>
              <a:gd name="p0x6" fmla="*/ 779 w 855"/>
              <a:gd name="p0y6" fmla="*/ 337 h 337"/>
              <a:gd name="p0x7" fmla="*/ 686 w 855"/>
              <a:gd name="p0y7" fmla="*/ 337 h 337"/>
              <a:gd name="p0x8" fmla="*/ 168 w 855"/>
              <a:gd name="p0y8" fmla="*/ 337 h 337"/>
              <a:gd name="p0x9" fmla="*/ 75 w 855"/>
              <a:gd name="p0y9" fmla="*/ 337 h 337"/>
              <a:gd name="p0x10" fmla="*/ 0 w 855"/>
              <a:gd name="p0y10" fmla="*/ 261 h 337"/>
              <a:gd name="p0x11" fmla="*/ 0 w 855"/>
              <a:gd name="p0y11" fmla="*/ 168 h 337"/>
              <a:gd name="p0x12" fmla="*/ 0 w 855"/>
              <a:gd name="p0y12" fmla="*/ 75 h 337"/>
              <a:gd name="p0x13" fmla="*/ 75 w 855"/>
              <a:gd name="p0y13" fmla="*/ 0 h 337"/>
              <a:gd name="p0x14" fmla="*/ 168 w 855"/>
              <a:gd name="p0y14" fmla="*/ 0 h 33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FFEDD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3" name="文本框 102"/>
          <p:cNvSpPr txBox="1"/>
          <p:nvPr>
            <p:custDataLst>
              <p:tags r:id="rId72"/>
            </p:custDataLst>
          </p:nvPr>
        </p:nvSpPr>
        <p:spPr>
          <a:xfrm>
            <a:off x="3969309" y="4777026"/>
            <a:ext cx="419176" cy="1381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sz="825" b="1">
                <a:solidFill>
                  <a:srgbClr val="EA580C"/>
                </a:solidFill>
                <a:latin typeface="微软雅黑" panose="020B0503020204020204" charset="-122"/>
                <a:ea typeface="微软雅黑" panose="020B0503020204020204" charset="-122"/>
              </a:rPr>
              <a:t>非最优</a:t>
            </a:r>
            <a:endParaRPr sz="825" b="1">
              <a:solidFill>
                <a:srgbClr val="EA580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81" name="组合 180"/>
          <p:cNvGrpSpPr/>
          <p:nvPr/>
        </p:nvGrpSpPr>
        <p:grpSpPr>
          <a:xfrm>
            <a:off x="5026660" y="4361180"/>
            <a:ext cx="1685290" cy="969010"/>
            <a:chOff x="5190" y="5617"/>
            <a:chExt cx="2654" cy="1526"/>
          </a:xfrm>
        </p:grpSpPr>
        <p:sp>
          <p:nvSpPr>
            <p:cNvPr id="104" name="任意多边形 103"/>
            <p:cNvSpPr/>
            <p:nvPr>
              <p:custDataLst>
                <p:tags r:id="rId73"/>
              </p:custDataLst>
            </p:nvPr>
          </p:nvSpPr>
          <p:spPr>
            <a:xfrm>
              <a:off x="5190" y="5617"/>
              <a:ext cx="2655" cy="1526"/>
            </a:xfrm>
            <a:custGeom>
              <a:avLst/>
              <a:gdLst>
                <a:gd name="sw" fmla="*/ 1 w 2655"/>
                <a:gd name="sh" fmla="*/ 1 h 1526"/>
                <a:gd name="mins" fmla="min sw sh"/>
                <a:gd name="dsw" fmla="+- 0 sw mins"/>
                <a:gd name="dsh" fmla="+- 0 sh mins"/>
                <a:gd name="p0x0" fmla="*/ 0 w 2655"/>
                <a:gd name="p0y0" fmla="*/ 0 h 1526"/>
                <a:gd name="p0x1" fmla="*/ 2655 w 2655"/>
                <a:gd name="p0y1" fmla="*/ 0 h 1526"/>
                <a:gd name="p0x2" fmla="*/ 2655 w 2655"/>
                <a:gd name="p0y2" fmla="*/ 1526 h 1526"/>
                <a:gd name="p0x3" fmla="*/ 0 w 2655"/>
                <a:gd name="p0y3" fmla="*/ 1526 h 1526"/>
                <a:gd name="p0x4" fmla="*/ 0 w 2655"/>
                <a:gd name="p0y4" fmla="*/ 0 h 1526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5" name="任意多边形 104"/>
            <p:cNvSpPr/>
            <p:nvPr>
              <p:custDataLst>
                <p:tags r:id="rId74"/>
              </p:custDataLst>
            </p:nvPr>
          </p:nvSpPr>
          <p:spPr>
            <a:xfrm>
              <a:off x="7830" y="5617"/>
              <a:ext cx="15" cy="1526"/>
            </a:xfrm>
            <a:custGeom>
              <a:avLst/>
              <a:gdLst>
                <a:gd name="sw" fmla="*/ 1 w 15"/>
                <a:gd name="sh" fmla="*/ 1 h 1526"/>
                <a:gd name="mins" fmla="min sw sh"/>
                <a:gd name="dsw" fmla="+- 0 sw mins"/>
                <a:gd name="dsh" fmla="+- 0 sh mins"/>
                <a:gd name="p0x0" fmla="*/ 15 w 15"/>
                <a:gd name="p0y0" fmla="*/ 0 h 1526"/>
                <a:gd name="p0x1" fmla="*/ 15 w 15"/>
                <a:gd name="p0y1" fmla="*/ 1526 h 1526"/>
                <a:gd name="p0x2" fmla="*/ 0 w 15"/>
                <a:gd name="p0y2" fmla="*/ 1526 h 1526"/>
                <a:gd name="p0x3" fmla="*/ 0 w 15"/>
                <a:gd name="p0y3" fmla="*/ 0 h 1526"/>
                <a:gd name="p0x4" fmla="*/ 15 w 15"/>
                <a:gd name="p0y4" fmla="*/ 0 h 1526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F1F5F9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07" name="任意多边形 106"/>
          <p:cNvSpPr/>
          <p:nvPr>
            <p:custDataLst>
              <p:tags r:id="rId75"/>
            </p:custDataLst>
          </p:nvPr>
        </p:nvSpPr>
        <p:spPr>
          <a:xfrm>
            <a:off x="5645150" y="4738370"/>
            <a:ext cx="438150" cy="214630"/>
          </a:xfrm>
          <a:custGeom>
            <a:avLst/>
            <a:gdLst>
              <a:gd name="sw" fmla="*/ 1 w 690"/>
              <a:gd name="sh" fmla="*/ 1 h 337"/>
              <a:gd name="mins" fmla="min sw sh"/>
              <a:gd name="dsw" fmla="+- 0 sw mins"/>
              <a:gd name="dsh" fmla="+- 0 sh mins"/>
              <a:gd name="p0x0" fmla="*/ 168 w 690"/>
              <a:gd name="p0y0" fmla="*/ 0 h 337"/>
              <a:gd name="p0x1" fmla="*/ 521 w 690"/>
              <a:gd name="p0y1" fmla="*/ 0 h 337"/>
              <a:gd name="p0x2" fmla="*/ 614 w 690"/>
              <a:gd name="p0y2" fmla="*/ 0 h 337"/>
              <a:gd name="p0x3" fmla="*/ 690 w 690"/>
              <a:gd name="p0y3" fmla="*/ 75 h 337"/>
              <a:gd name="p0x4" fmla="*/ 690 w 690"/>
              <a:gd name="p0y4" fmla="*/ 168 h 337"/>
              <a:gd name="p0x5" fmla="*/ 690 w 690"/>
              <a:gd name="p0y5" fmla="*/ 261 h 337"/>
              <a:gd name="p0x6" fmla="*/ 614 w 690"/>
              <a:gd name="p0y6" fmla="*/ 337 h 337"/>
              <a:gd name="p0x7" fmla="*/ 521 w 690"/>
              <a:gd name="p0y7" fmla="*/ 337 h 337"/>
              <a:gd name="p0x8" fmla="*/ 168 w 690"/>
              <a:gd name="p0y8" fmla="*/ 337 h 337"/>
              <a:gd name="p0x9" fmla="*/ 75 w 690"/>
              <a:gd name="p0y9" fmla="*/ 337 h 337"/>
              <a:gd name="p0x10" fmla="*/ 0 w 690"/>
              <a:gd name="p0y10" fmla="*/ 261 h 337"/>
              <a:gd name="p0x11" fmla="*/ 0 w 690"/>
              <a:gd name="p0y11" fmla="*/ 168 h 337"/>
              <a:gd name="p0x12" fmla="*/ 0 w 690"/>
              <a:gd name="p0y12" fmla="*/ 75 h 337"/>
              <a:gd name="p0x13" fmla="*/ 75 w 690"/>
              <a:gd name="p0y13" fmla="*/ 0 h 337"/>
              <a:gd name="p0x14" fmla="*/ 168 w 690"/>
              <a:gd name="p0y14" fmla="*/ 0 h 33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DB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8" name="文本框 107"/>
          <p:cNvSpPr txBox="1"/>
          <p:nvPr>
            <p:custDataLst>
              <p:tags r:id="rId76"/>
            </p:custDataLst>
          </p:nvPr>
        </p:nvSpPr>
        <p:spPr>
          <a:xfrm>
            <a:off x="5707621" y="4777026"/>
            <a:ext cx="314401" cy="1381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sz="825" b="1">
                <a:solidFill>
                  <a:srgbClr val="1E40AF"/>
                </a:solidFill>
                <a:latin typeface="微软雅黑" panose="020B0503020204020204" charset="-122"/>
                <a:ea typeface="微软雅黑" panose="020B0503020204020204" charset="-122"/>
              </a:rPr>
              <a:t>最优</a:t>
            </a:r>
            <a:endParaRPr sz="825" b="1">
              <a:solidFill>
                <a:srgbClr val="1E40A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82" name="组合 181"/>
          <p:cNvGrpSpPr/>
          <p:nvPr/>
        </p:nvGrpSpPr>
        <p:grpSpPr>
          <a:xfrm>
            <a:off x="6712585" y="4361180"/>
            <a:ext cx="1685290" cy="969010"/>
            <a:chOff x="7845" y="5617"/>
            <a:chExt cx="2654" cy="1526"/>
          </a:xfrm>
        </p:grpSpPr>
        <p:sp>
          <p:nvSpPr>
            <p:cNvPr id="109" name="任意多边形 108"/>
            <p:cNvSpPr/>
            <p:nvPr>
              <p:custDataLst>
                <p:tags r:id="rId77"/>
              </p:custDataLst>
            </p:nvPr>
          </p:nvSpPr>
          <p:spPr>
            <a:xfrm>
              <a:off x="7845" y="5617"/>
              <a:ext cx="2655" cy="1526"/>
            </a:xfrm>
            <a:custGeom>
              <a:avLst/>
              <a:gdLst>
                <a:gd name="sw" fmla="*/ 1 w 2655"/>
                <a:gd name="sh" fmla="*/ 1 h 1526"/>
                <a:gd name="mins" fmla="min sw sh"/>
                <a:gd name="dsw" fmla="+- 0 sw mins"/>
                <a:gd name="dsh" fmla="+- 0 sh mins"/>
                <a:gd name="p0x0" fmla="*/ 0 w 2655"/>
                <a:gd name="p0y0" fmla="*/ 0 h 1526"/>
                <a:gd name="p0x1" fmla="*/ 2655 w 2655"/>
                <a:gd name="p0y1" fmla="*/ 0 h 1526"/>
                <a:gd name="p0x2" fmla="*/ 2655 w 2655"/>
                <a:gd name="p0y2" fmla="*/ 1526 h 1526"/>
                <a:gd name="p0x3" fmla="*/ 0 w 2655"/>
                <a:gd name="p0y3" fmla="*/ 1526 h 1526"/>
                <a:gd name="p0x4" fmla="*/ 0 w 2655"/>
                <a:gd name="p0y4" fmla="*/ 0 h 1526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0" name="任意多边形 109"/>
            <p:cNvSpPr/>
            <p:nvPr>
              <p:custDataLst>
                <p:tags r:id="rId78"/>
              </p:custDataLst>
            </p:nvPr>
          </p:nvSpPr>
          <p:spPr>
            <a:xfrm>
              <a:off x="10485" y="5617"/>
              <a:ext cx="15" cy="1526"/>
            </a:xfrm>
            <a:custGeom>
              <a:avLst/>
              <a:gdLst>
                <a:gd name="sw" fmla="*/ 1 w 15"/>
                <a:gd name="sh" fmla="*/ 1 h 1526"/>
                <a:gd name="mins" fmla="min sw sh"/>
                <a:gd name="dsw" fmla="+- 0 sw mins"/>
                <a:gd name="dsh" fmla="+- 0 sh mins"/>
                <a:gd name="p0x0" fmla="*/ 15 w 15"/>
                <a:gd name="p0y0" fmla="*/ 0 h 1526"/>
                <a:gd name="p0x1" fmla="*/ 15 w 15"/>
                <a:gd name="p0y1" fmla="*/ 1526 h 1526"/>
                <a:gd name="p0x2" fmla="*/ 0 w 15"/>
                <a:gd name="p0y2" fmla="*/ 1526 h 1526"/>
                <a:gd name="p0x3" fmla="*/ 0 w 15"/>
                <a:gd name="p0y3" fmla="*/ 0 h 1526"/>
                <a:gd name="p0x4" fmla="*/ 15 w 15"/>
                <a:gd name="p0y4" fmla="*/ 0 h 1526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F1F5F9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12" name="任意多边形 111"/>
          <p:cNvSpPr/>
          <p:nvPr>
            <p:custDataLst>
              <p:tags r:id="rId79"/>
            </p:custDataLst>
          </p:nvPr>
        </p:nvSpPr>
        <p:spPr>
          <a:xfrm>
            <a:off x="7331075" y="4738370"/>
            <a:ext cx="438150" cy="214630"/>
          </a:xfrm>
          <a:custGeom>
            <a:avLst/>
            <a:gdLst>
              <a:gd name="sw" fmla="*/ 1 w 690"/>
              <a:gd name="sh" fmla="*/ 1 h 337"/>
              <a:gd name="mins" fmla="min sw sh"/>
              <a:gd name="dsw" fmla="+- 0 sw mins"/>
              <a:gd name="dsh" fmla="+- 0 sh mins"/>
              <a:gd name="p0x0" fmla="*/ 168 w 690"/>
              <a:gd name="p0y0" fmla="*/ 0 h 337"/>
              <a:gd name="p0x1" fmla="*/ 521 w 690"/>
              <a:gd name="p0y1" fmla="*/ 0 h 337"/>
              <a:gd name="p0x2" fmla="*/ 614 w 690"/>
              <a:gd name="p0y2" fmla="*/ 0 h 337"/>
              <a:gd name="p0x3" fmla="*/ 690 w 690"/>
              <a:gd name="p0y3" fmla="*/ 75 h 337"/>
              <a:gd name="p0x4" fmla="*/ 690 w 690"/>
              <a:gd name="p0y4" fmla="*/ 168 h 337"/>
              <a:gd name="p0x5" fmla="*/ 690 w 690"/>
              <a:gd name="p0y5" fmla="*/ 261 h 337"/>
              <a:gd name="p0x6" fmla="*/ 614 w 690"/>
              <a:gd name="p0y6" fmla="*/ 337 h 337"/>
              <a:gd name="p0x7" fmla="*/ 521 w 690"/>
              <a:gd name="p0y7" fmla="*/ 337 h 337"/>
              <a:gd name="p0x8" fmla="*/ 168 w 690"/>
              <a:gd name="p0y8" fmla="*/ 337 h 337"/>
              <a:gd name="p0x9" fmla="*/ 75 w 690"/>
              <a:gd name="p0y9" fmla="*/ 337 h 337"/>
              <a:gd name="p0x10" fmla="*/ 0 w 690"/>
              <a:gd name="p0y10" fmla="*/ 261 h 337"/>
              <a:gd name="p0x11" fmla="*/ 0 w 690"/>
              <a:gd name="p0y11" fmla="*/ 168 h 337"/>
              <a:gd name="p0x12" fmla="*/ 0 w 690"/>
              <a:gd name="p0y12" fmla="*/ 75 h 337"/>
              <a:gd name="p0x13" fmla="*/ 75 w 690"/>
              <a:gd name="p0y13" fmla="*/ 0 h 337"/>
              <a:gd name="p0x14" fmla="*/ 168 w 690"/>
              <a:gd name="p0y14" fmla="*/ 0 h 33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DB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3" name="文本框 112"/>
          <p:cNvSpPr txBox="1"/>
          <p:nvPr>
            <p:custDataLst>
              <p:tags r:id="rId80"/>
            </p:custDataLst>
          </p:nvPr>
        </p:nvSpPr>
        <p:spPr>
          <a:xfrm>
            <a:off x="7393546" y="4777026"/>
            <a:ext cx="314401" cy="1381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sz="825" b="1">
                <a:solidFill>
                  <a:srgbClr val="1E40AF"/>
                </a:solidFill>
                <a:latin typeface="微软雅黑" panose="020B0503020204020204" charset="-122"/>
                <a:ea typeface="微软雅黑" panose="020B0503020204020204" charset="-122"/>
              </a:rPr>
              <a:t>最优</a:t>
            </a:r>
            <a:endParaRPr sz="825" b="1">
              <a:solidFill>
                <a:srgbClr val="1E40A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83" name="组合 182"/>
          <p:cNvGrpSpPr/>
          <p:nvPr/>
        </p:nvGrpSpPr>
        <p:grpSpPr>
          <a:xfrm>
            <a:off x="8398510" y="4361180"/>
            <a:ext cx="1685290" cy="969010"/>
            <a:chOff x="10500" y="5617"/>
            <a:chExt cx="2654" cy="1526"/>
          </a:xfrm>
        </p:grpSpPr>
        <p:sp>
          <p:nvSpPr>
            <p:cNvPr id="114" name="任意多边形 113"/>
            <p:cNvSpPr/>
            <p:nvPr>
              <p:custDataLst>
                <p:tags r:id="rId81"/>
              </p:custDataLst>
            </p:nvPr>
          </p:nvSpPr>
          <p:spPr>
            <a:xfrm>
              <a:off x="10500" y="5617"/>
              <a:ext cx="2655" cy="1526"/>
            </a:xfrm>
            <a:custGeom>
              <a:avLst/>
              <a:gdLst>
                <a:gd name="sw" fmla="*/ 1 w 2655"/>
                <a:gd name="sh" fmla="*/ 1 h 1526"/>
                <a:gd name="mins" fmla="min sw sh"/>
                <a:gd name="dsw" fmla="+- 0 sw mins"/>
                <a:gd name="dsh" fmla="+- 0 sh mins"/>
                <a:gd name="p0x0" fmla="*/ 0 w 2655"/>
                <a:gd name="p0y0" fmla="*/ 0 h 1526"/>
                <a:gd name="p0x1" fmla="*/ 2655 w 2655"/>
                <a:gd name="p0y1" fmla="*/ 0 h 1526"/>
                <a:gd name="p0x2" fmla="*/ 2655 w 2655"/>
                <a:gd name="p0y2" fmla="*/ 1526 h 1526"/>
                <a:gd name="p0x3" fmla="*/ 0 w 2655"/>
                <a:gd name="p0y3" fmla="*/ 1526 h 1526"/>
                <a:gd name="p0x4" fmla="*/ 0 w 2655"/>
                <a:gd name="p0y4" fmla="*/ 0 h 1526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5" name="任意多边形 114"/>
            <p:cNvSpPr/>
            <p:nvPr>
              <p:custDataLst>
                <p:tags r:id="rId82"/>
              </p:custDataLst>
            </p:nvPr>
          </p:nvSpPr>
          <p:spPr>
            <a:xfrm>
              <a:off x="13140" y="5617"/>
              <a:ext cx="15" cy="1526"/>
            </a:xfrm>
            <a:custGeom>
              <a:avLst/>
              <a:gdLst>
                <a:gd name="sw" fmla="*/ 1 w 15"/>
                <a:gd name="sh" fmla="*/ 1 h 1526"/>
                <a:gd name="mins" fmla="min sw sh"/>
                <a:gd name="dsw" fmla="+- 0 sw mins"/>
                <a:gd name="dsh" fmla="+- 0 sh mins"/>
                <a:gd name="p0x0" fmla="*/ 15 w 15"/>
                <a:gd name="p0y0" fmla="*/ 0 h 1526"/>
                <a:gd name="p0x1" fmla="*/ 15 w 15"/>
                <a:gd name="p0y1" fmla="*/ 1526 h 1526"/>
                <a:gd name="p0x2" fmla="*/ 0 w 15"/>
                <a:gd name="p0y2" fmla="*/ 1526 h 1526"/>
                <a:gd name="p0x3" fmla="*/ 0 w 15"/>
                <a:gd name="p0y3" fmla="*/ 0 h 1526"/>
                <a:gd name="p0x4" fmla="*/ 15 w 15"/>
                <a:gd name="p0y4" fmla="*/ 0 h 1526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F1F5F9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17" name="任意多边形 116"/>
          <p:cNvSpPr/>
          <p:nvPr>
            <p:custDataLst>
              <p:tags r:id="rId83"/>
            </p:custDataLst>
          </p:nvPr>
        </p:nvSpPr>
        <p:spPr>
          <a:xfrm>
            <a:off x="9017000" y="4738370"/>
            <a:ext cx="438150" cy="214630"/>
          </a:xfrm>
          <a:custGeom>
            <a:avLst/>
            <a:gdLst>
              <a:gd name="sw" fmla="*/ 1 w 690"/>
              <a:gd name="sh" fmla="*/ 1 h 337"/>
              <a:gd name="mins" fmla="min sw sh"/>
              <a:gd name="dsw" fmla="+- 0 sw mins"/>
              <a:gd name="dsh" fmla="+- 0 sh mins"/>
              <a:gd name="p0x0" fmla="*/ 168 w 690"/>
              <a:gd name="p0y0" fmla="*/ 0 h 337"/>
              <a:gd name="p0x1" fmla="*/ 521 w 690"/>
              <a:gd name="p0y1" fmla="*/ 0 h 337"/>
              <a:gd name="p0x2" fmla="*/ 614 w 690"/>
              <a:gd name="p0y2" fmla="*/ 0 h 337"/>
              <a:gd name="p0x3" fmla="*/ 690 w 690"/>
              <a:gd name="p0y3" fmla="*/ 75 h 337"/>
              <a:gd name="p0x4" fmla="*/ 690 w 690"/>
              <a:gd name="p0y4" fmla="*/ 168 h 337"/>
              <a:gd name="p0x5" fmla="*/ 690 w 690"/>
              <a:gd name="p0y5" fmla="*/ 261 h 337"/>
              <a:gd name="p0x6" fmla="*/ 614 w 690"/>
              <a:gd name="p0y6" fmla="*/ 337 h 337"/>
              <a:gd name="p0x7" fmla="*/ 521 w 690"/>
              <a:gd name="p0y7" fmla="*/ 337 h 337"/>
              <a:gd name="p0x8" fmla="*/ 168 w 690"/>
              <a:gd name="p0y8" fmla="*/ 337 h 337"/>
              <a:gd name="p0x9" fmla="*/ 75 w 690"/>
              <a:gd name="p0y9" fmla="*/ 337 h 337"/>
              <a:gd name="p0x10" fmla="*/ 0 w 690"/>
              <a:gd name="p0y10" fmla="*/ 261 h 337"/>
              <a:gd name="p0x11" fmla="*/ 0 w 690"/>
              <a:gd name="p0y11" fmla="*/ 168 h 337"/>
              <a:gd name="p0x12" fmla="*/ 0 w 690"/>
              <a:gd name="p0y12" fmla="*/ 75 h 337"/>
              <a:gd name="p0x13" fmla="*/ 75 w 690"/>
              <a:gd name="p0y13" fmla="*/ 0 h 337"/>
              <a:gd name="p0x14" fmla="*/ 168 w 690"/>
              <a:gd name="p0y14" fmla="*/ 0 h 33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DB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8" name="文本框 117"/>
          <p:cNvSpPr txBox="1"/>
          <p:nvPr>
            <p:custDataLst>
              <p:tags r:id="rId84"/>
            </p:custDataLst>
          </p:nvPr>
        </p:nvSpPr>
        <p:spPr>
          <a:xfrm>
            <a:off x="9079472" y="4777026"/>
            <a:ext cx="314401" cy="1381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sz="825" b="1">
                <a:solidFill>
                  <a:srgbClr val="1E40AF"/>
                </a:solidFill>
                <a:latin typeface="微软雅黑" panose="020B0503020204020204" charset="-122"/>
                <a:ea typeface="微软雅黑" panose="020B0503020204020204" charset="-122"/>
              </a:rPr>
              <a:t>最优</a:t>
            </a:r>
            <a:endParaRPr sz="825" b="1">
              <a:solidFill>
                <a:srgbClr val="1E40A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3577590" y="4532630"/>
            <a:ext cx="1247140" cy="677545"/>
          </a:xfrm>
          <a:prstGeom prst="ellipse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E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457200" y="433705"/>
            <a:ext cx="5168265" cy="51943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sz="3000" b="1" spc="-75">
                <a:solidFill>
                  <a:srgbClr val="1E40AF"/>
                </a:solidFill>
                <a:latin typeface="微软雅黑" panose="020B0503020204020204" charset="-122"/>
                <a:ea typeface="微软雅黑" panose="020B0503020204020204" charset="-122"/>
              </a:rPr>
              <a:t>普通的</a:t>
            </a:r>
            <a:r>
              <a:rPr lang="en-US" altLang="zh-CN" sz="3000" b="1" spc="-75">
                <a:solidFill>
                  <a:srgbClr val="1E40AF"/>
                </a:solidFill>
                <a:latin typeface="微软雅黑" panose="020B0503020204020204" charset="-122"/>
                <a:ea typeface="微软雅黑" panose="020B0503020204020204" charset="-122"/>
              </a:rPr>
              <a:t>DFS</a:t>
            </a:r>
            <a:r>
              <a:rPr lang="zh-CN" altLang="en-US" sz="3000" b="1" spc="-75">
                <a:solidFill>
                  <a:srgbClr val="1E40AF"/>
                </a:solidFill>
                <a:latin typeface="微软雅黑" panose="020B0503020204020204" charset="-122"/>
                <a:ea typeface="微软雅黑" panose="020B0503020204020204" charset="-122"/>
              </a:rPr>
              <a:t>无法找到最短路径！</a:t>
            </a:r>
            <a:endParaRPr lang="zh-CN" altLang="en-US" sz="3000" b="1" spc="-75">
              <a:solidFill>
                <a:srgbClr val="1E40A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810385" y="1449070"/>
            <a:ext cx="8571865" cy="39306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04000"/>
              </a:lnSpc>
              <a:buClrTx/>
              <a:buSzTx/>
              <a:buFontTx/>
            </a:pPr>
            <a:r>
              <a:rPr lang="zh-CN" altLang="en-US" sz="2000" spc="-75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为此，需要在普通的DFS算法上进行修改，</a:t>
            </a:r>
            <a:endParaRPr lang="zh-CN" altLang="en-US" sz="2000" spc="-75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4000"/>
              </a:lnSpc>
              <a:buClrTx/>
              <a:buSzTx/>
              <a:buFontTx/>
            </a:pPr>
            <a:r>
              <a:rPr lang="zh-CN" altLang="en-US" sz="2000" spc="-75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实现一个修改版的DFS（</a:t>
            </a:r>
            <a:r>
              <a:rPr lang="en-US" altLang="zh-CN" sz="2000" spc="-75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Powerful</a:t>
            </a:r>
            <a:r>
              <a:rPr lang="zh-CN" altLang="en-US" sz="2000" spc="-75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 DFS）：</a:t>
            </a:r>
            <a:endParaRPr lang="zh-CN" altLang="en-US" sz="2000" spc="-75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4000"/>
              </a:lnSpc>
              <a:buClrTx/>
              <a:buSzTx/>
              <a:buFontTx/>
            </a:pPr>
            <a:r>
              <a:rPr lang="en-US" altLang="zh-CN" sz="2000" spc="-75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1. </a:t>
            </a:r>
            <a:r>
              <a:rPr lang="zh-CN" altLang="en-US" sz="2000" spc="-75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使用递归</a:t>
            </a:r>
            <a:r>
              <a:rPr lang="en-US" altLang="zh-CN" sz="2000" spc="-75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 DFS </a:t>
            </a:r>
            <a:r>
              <a:rPr lang="zh-CN" altLang="en-US" sz="2000" spc="-75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枚举所有从起点到终点的路径</a:t>
            </a:r>
            <a:endParaRPr lang="zh-CN" altLang="en-US" sz="2000" spc="-75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4000"/>
              </a:lnSpc>
              <a:buClrTx/>
              <a:buSzTx/>
              <a:buFontTx/>
            </a:pPr>
            <a:r>
              <a:rPr lang="en-US" altLang="zh-CN" sz="2000" spc="-75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2. </a:t>
            </a:r>
            <a:r>
              <a:rPr lang="zh-CN" altLang="en-US" sz="2000" spc="-75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使用回溯（</a:t>
            </a:r>
            <a:r>
              <a:rPr lang="en-US" altLang="zh-CN" sz="2000" spc="-75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backtracking</a:t>
            </a:r>
            <a:r>
              <a:rPr lang="zh-CN" altLang="en-US" sz="2000" spc="-75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）避免当前路径中的循环</a:t>
            </a:r>
            <a:endParaRPr lang="zh-CN" altLang="en-US" sz="2000" spc="-75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4000"/>
              </a:lnSpc>
              <a:buClrTx/>
              <a:buSzTx/>
              <a:buFontTx/>
            </a:pPr>
            <a:r>
              <a:rPr lang="en-US" altLang="zh-CN" sz="2000" spc="-75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3. </a:t>
            </a:r>
            <a:r>
              <a:rPr lang="zh-CN" altLang="en-US" sz="2000" spc="-75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比较所有路径长度，返回最短的那条</a:t>
            </a:r>
            <a:endParaRPr lang="zh-CN" altLang="en-US" sz="2000" spc="-75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4000"/>
              </a:lnSpc>
              <a:buClrTx/>
              <a:buSzTx/>
              <a:buFontTx/>
            </a:pPr>
            <a:r>
              <a:rPr lang="zh-CN" altLang="en-US" sz="2000" spc="-75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优化：</a:t>
            </a:r>
            <a:endParaRPr lang="zh-CN" altLang="en-US" sz="2000" spc="-75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4000"/>
              </a:lnSpc>
              <a:buClrTx/>
              <a:buSzTx/>
              <a:buFontTx/>
            </a:pPr>
            <a:r>
              <a:rPr lang="zh-CN" altLang="en-US" sz="2000" spc="-75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剪枝</a:t>
            </a:r>
            <a:r>
              <a:rPr lang="en-US" altLang="zh-CN" sz="2000" spc="-75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sz="2000" spc="-75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：当当前遍历探索到了某个节点，但它发现此刻的步长（</a:t>
            </a:r>
            <a:r>
              <a:rPr lang="en-US" altLang="zh-CN" sz="2000" spc="-75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cost</a:t>
            </a:r>
            <a:r>
              <a:rPr lang="zh-CN" altLang="en-US" sz="2000" spc="-75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）大于、或者等于我们历史上曾经到达过该节点时的最优步长（</a:t>
            </a:r>
            <a:r>
              <a:rPr lang="en-US" altLang="zh-CN" sz="2000" spc="-75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currentCost &gt;= prevBestCost</a:t>
            </a:r>
            <a:r>
              <a:rPr lang="zh-CN" altLang="en-US" sz="2000" spc="-75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），那么我们就直接将当前分支断掉。</a:t>
            </a:r>
            <a:endParaRPr lang="zh-CN" altLang="en-US" sz="2000" spc="-75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4000"/>
              </a:lnSpc>
              <a:buClrTx/>
              <a:buSzTx/>
              <a:buFontTx/>
            </a:pPr>
            <a:r>
              <a:rPr lang="zh-CN" altLang="en-US" sz="2000" spc="-75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剪枝</a:t>
            </a:r>
            <a:r>
              <a:rPr lang="en-US" altLang="zh-CN" sz="2000" spc="-75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2 (if (currentPath.length &gt;= minLength) return;)</a:t>
            </a:r>
            <a:r>
              <a:rPr lang="zh-CN" altLang="en-US" sz="2000" spc="-75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：在找到某个可行解之后，不再搜索比它还长的不优路径直接剪枝，完全符合穷举的底层原理而不是通过猜测未来（启发式）来找解。</a:t>
            </a:r>
            <a:endParaRPr lang="zh-CN" altLang="en-US" sz="2000" spc="-75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457200" y="409575"/>
            <a:ext cx="3048000" cy="5715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3000" b="1">
                <a:solidFill>
                  <a:srgbClr val="1E40AF"/>
                </a:solidFill>
                <a:latin typeface="微软雅黑" panose="020B0503020204020204" charset="-122"/>
                <a:ea typeface="微软雅黑" panose="020B0503020204020204" charset="-122"/>
              </a:rPr>
              <a:t>实验设计与环境</a:t>
            </a:r>
            <a:endParaRPr sz="3000" b="1">
              <a:solidFill>
                <a:srgbClr val="1E40A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任意多边形 2"/>
          <p:cNvSpPr/>
          <p:nvPr>
            <p:custDataLst>
              <p:tags r:id="rId2"/>
            </p:custDataLst>
          </p:nvPr>
        </p:nvSpPr>
        <p:spPr>
          <a:xfrm>
            <a:off x="457200" y="1162050"/>
            <a:ext cx="3238500" cy="4314825"/>
          </a:xfrm>
          <a:custGeom>
            <a:avLst/>
            <a:gdLst>
              <a:gd name="sw" fmla="*/ 1 w 5100"/>
              <a:gd name="sh" fmla="*/ 1 h 6795"/>
              <a:gd name="mins" fmla="min sw sh"/>
              <a:gd name="dsw" fmla="+- 0 sw mins"/>
              <a:gd name="dsh" fmla="+- 0 sh mins"/>
              <a:gd name="p0x0" fmla="*/ 240 w 5100"/>
              <a:gd name="p0y0" fmla="*/ 0 h 6795"/>
              <a:gd name="p0x1" fmla="*/ 4860 w 5100"/>
              <a:gd name="p0y1" fmla="*/ 0 h 6795"/>
              <a:gd name="p0x2" fmla="*/ 4992 w 5100"/>
              <a:gd name="p0y2" fmla="*/ 0 h 6795"/>
              <a:gd name="p0x3" fmla="*/ 5100 w 5100"/>
              <a:gd name="p0y3" fmla="*/ 107 h 6795"/>
              <a:gd name="p0x4" fmla="*/ 5100 w 5100"/>
              <a:gd name="p0y4" fmla="*/ 240 h 6795"/>
              <a:gd name="p0x5" fmla="*/ 5100 w 5100"/>
              <a:gd name="p0y5" fmla="*/ 6555 h 6795"/>
              <a:gd name="p0x6" fmla="*/ 5100 w 5100"/>
              <a:gd name="p0y6" fmla="*/ 6687 h 6795"/>
              <a:gd name="p0x7" fmla="*/ 4992 w 5100"/>
              <a:gd name="p0y7" fmla="*/ 6795 h 6795"/>
              <a:gd name="p0x8" fmla="*/ 4860 w 5100"/>
              <a:gd name="p0y8" fmla="*/ 6795 h 6795"/>
              <a:gd name="p0x9" fmla="*/ 240 w 5100"/>
              <a:gd name="p0y9" fmla="*/ 6795 h 6795"/>
              <a:gd name="p0x10" fmla="*/ 107 w 5100"/>
              <a:gd name="p0y10" fmla="*/ 6795 h 6795"/>
              <a:gd name="p0x11" fmla="*/ 0 w 5100"/>
              <a:gd name="p0y11" fmla="*/ 6687 h 6795"/>
              <a:gd name="p0x12" fmla="*/ 0 w 5100"/>
              <a:gd name="p0y12" fmla="*/ 6555 h 6795"/>
              <a:gd name="p0x13" fmla="*/ 0 w 5100"/>
              <a:gd name="p0y13" fmla="*/ 240 h 6795"/>
              <a:gd name="p0x14" fmla="*/ 0 w 5100"/>
              <a:gd name="p0y14" fmla="*/ 107 h 6795"/>
              <a:gd name="p0x15" fmla="*/ 107 w 5100"/>
              <a:gd name="p0y15" fmla="*/ 0 h 6795"/>
              <a:gd name="p0x16" fmla="*/ 240 w 5100"/>
              <a:gd name="p0y16" fmla="*/ 0 h 679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1F5F9"/>
          </a:solidFill>
          <a:ln>
            <a:noFill/>
          </a:ln>
          <a:effectLst>
            <a:outerShdw blurRad="428625" dist="95250" dir="5399999" algn="ctr" rotWithShape="0">
              <a:srgbClr val="000000">
                <a:alpha val="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49" name="组合 48"/>
          <p:cNvGrpSpPr/>
          <p:nvPr/>
        </p:nvGrpSpPr>
        <p:grpSpPr>
          <a:xfrm>
            <a:off x="1954530" y="1455420"/>
            <a:ext cx="7848600" cy="1482090"/>
            <a:chOff x="6120" y="2475"/>
            <a:chExt cx="12360" cy="2334"/>
          </a:xfrm>
          <a:effectLst>
            <a:outerShdw blurRad="428625" dist="95250" dir="5399999" algn="ctr" rotWithShape="0">
              <a:srgbClr val="000000">
                <a:alpha val="5882"/>
              </a:srgbClr>
            </a:outerShdw>
          </a:effectLst>
        </p:grpSpPr>
        <p:sp>
          <p:nvSpPr>
            <p:cNvPr id="13" name="任意多边形 12"/>
            <p:cNvSpPr/>
            <p:nvPr>
              <p:custDataLst>
                <p:tags r:id="rId3"/>
              </p:custDataLst>
            </p:nvPr>
          </p:nvSpPr>
          <p:spPr>
            <a:xfrm>
              <a:off x="6120" y="2475"/>
              <a:ext cx="12360" cy="2334"/>
            </a:xfrm>
            <a:custGeom>
              <a:avLst/>
              <a:gdLst>
                <a:gd name="sw" fmla="*/ 1 w 12360"/>
                <a:gd name="sh" fmla="*/ 1 h 2334"/>
                <a:gd name="mins" fmla="min sw sh"/>
                <a:gd name="dsw" fmla="+- 0 sw mins"/>
                <a:gd name="dsh" fmla="+- 0 sh mins"/>
                <a:gd name="p0x0" fmla="*/ 240 w 12360"/>
                <a:gd name="p0y0" fmla="*/ 0 h 2334"/>
                <a:gd name="p0x1" fmla="*/ 12120 w 12360"/>
                <a:gd name="p0y1" fmla="*/ 0 h 2334"/>
                <a:gd name="p0x2" fmla="*/ 12252 w 12360"/>
                <a:gd name="p0y2" fmla="*/ 0 h 2334"/>
                <a:gd name="p0x3" fmla="*/ 12360 w 12360"/>
                <a:gd name="p0y3" fmla="*/ 107 h 2334"/>
                <a:gd name="p0x4" fmla="*/ 12360 w 12360"/>
                <a:gd name="p0y4" fmla="*/ 240 h 2334"/>
                <a:gd name="p0x5" fmla="*/ 12360 w 12360"/>
                <a:gd name="p0y5" fmla="*/ 2094 h 2334"/>
                <a:gd name="p0x6" fmla="*/ 12360 w 12360"/>
                <a:gd name="p0y6" fmla="*/ 2227 h 2334"/>
                <a:gd name="p0x7" fmla="*/ 12252 w 12360"/>
                <a:gd name="p0y7" fmla="*/ 2334 h 2334"/>
                <a:gd name="p0x8" fmla="*/ 12120 w 12360"/>
                <a:gd name="p0y8" fmla="*/ 2334 h 2334"/>
                <a:gd name="p0x9" fmla="*/ 240 w 12360"/>
                <a:gd name="p0y9" fmla="*/ 2334 h 2334"/>
                <a:gd name="p0x10" fmla="*/ 107 w 12360"/>
                <a:gd name="p0y10" fmla="*/ 2334 h 2334"/>
                <a:gd name="p0x11" fmla="*/ 0 w 12360"/>
                <a:gd name="p0y11" fmla="*/ 2227 h 2334"/>
                <a:gd name="p0x12" fmla="*/ 0 w 12360"/>
                <a:gd name="p0y12" fmla="*/ 2094 h 2334"/>
                <a:gd name="p0x13" fmla="*/ 0 w 12360"/>
                <a:gd name="p0y13" fmla="*/ 240 h 2334"/>
                <a:gd name="p0x14" fmla="*/ 0 w 12360"/>
                <a:gd name="p0y14" fmla="*/ 107 h 2334"/>
                <a:gd name="p0x15" fmla="*/ 107 w 12360"/>
                <a:gd name="p0y15" fmla="*/ 0 h 2334"/>
                <a:gd name="p0x16" fmla="*/ 240 w 12360"/>
                <a:gd name="p0y16" fmla="*/ 0 h 2334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1F5F9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2000"/>
            </a:p>
          </p:txBody>
        </p:sp>
        <p:sp>
          <p:nvSpPr>
            <p:cNvPr id="14" name="任意多边形 13"/>
            <p:cNvSpPr/>
            <p:nvPr>
              <p:custDataLst>
                <p:tags r:id="rId4"/>
              </p:custDataLst>
            </p:nvPr>
          </p:nvSpPr>
          <p:spPr>
            <a:xfrm>
              <a:off x="6120" y="2475"/>
              <a:ext cx="240" cy="2334"/>
            </a:xfrm>
            <a:custGeom>
              <a:avLst/>
              <a:gdLst>
                <a:gd name="sw" fmla="*/ 1 w 240"/>
                <a:gd name="sh" fmla="*/ 1 h 2334"/>
                <a:gd name="mins" fmla="min sw sh"/>
                <a:gd name="dsw" fmla="+- 0 sw mins"/>
                <a:gd name="dsh" fmla="+- 0 sh mins"/>
                <a:gd name="p0x0" fmla="*/ 0 w 240"/>
                <a:gd name="p0y0" fmla="*/ 2094 h 2334"/>
                <a:gd name="p0x1" fmla="*/ 0 w 240"/>
                <a:gd name="p0y1" fmla="*/ 240 h 2334"/>
                <a:gd name="p0x2" fmla="*/ 0 w 240"/>
                <a:gd name="p0y2" fmla="*/ 107 h 2334"/>
                <a:gd name="p0x3" fmla="*/ 107 w 240"/>
                <a:gd name="p0y3" fmla="*/ 0 h 2334"/>
                <a:gd name="p0x4" fmla="*/ 240 w 240"/>
                <a:gd name="p0y4" fmla="*/ 0 h 2334"/>
                <a:gd name="p0x5" fmla="*/ 148 w 240"/>
                <a:gd name="p0y5" fmla="*/ 0 h 2334"/>
                <a:gd name="p0x6" fmla="*/ 75 w 240"/>
                <a:gd name="p0y6" fmla="*/ 107 h 2334"/>
                <a:gd name="p0x7" fmla="*/ 75 w 240"/>
                <a:gd name="p0y7" fmla="*/ 240 h 2334"/>
                <a:gd name="p0x8" fmla="*/ 75 w 240"/>
                <a:gd name="p0y8" fmla="*/ 2094 h 2334"/>
                <a:gd name="p0x9" fmla="*/ 75 w 240"/>
                <a:gd name="p0y9" fmla="*/ 2227 h 2334"/>
                <a:gd name="p0x10" fmla="*/ 148 w 240"/>
                <a:gd name="p0y10" fmla="*/ 2334 h 2334"/>
                <a:gd name="p0x11" fmla="*/ 240 w 240"/>
                <a:gd name="p0y11" fmla="*/ 2334 h 2334"/>
                <a:gd name="p0x12" fmla="*/ 107 w 240"/>
                <a:gd name="p0y12" fmla="*/ 2334 h 2334"/>
                <a:gd name="p0x13" fmla="*/ 0 w 240"/>
                <a:gd name="p0y13" fmla="*/ 2227 h 2334"/>
                <a:gd name="p0x14" fmla="*/ 0 w 240"/>
                <a:gd name="p0y14" fmla="*/ 2094 h 2334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cubicBezTo>
                    <a:pt x="p0x5" y="p0y5"/>
                    <a:pt x="p0x6" y="p0y6"/>
                    <a:pt x="p0x7" y="p0y7"/>
                  </a:cubicBezTo>
                  <a:lnTo>
                    <a:pt x="p0x8" y="p0y8"/>
                  </a:lnTo>
                  <a:cubicBezTo>
                    <a:pt x="p0x9" y="p0y9"/>
                    <a:pt x="p0x10" y="p0y10"/>
                    <a:pt x="p0x11" y="p0y11"/>
                  </a:cubicBezTo>
                  <a:cubicBezTo>
                    <a:pt x="p0x12" y="p0y12"/>
                    <a:pt x="p0x13" y="p0y13"/>
                    <a:pt x="p0x14" y="p0y14"/>
                  </a:cubicBezTo>
                  <a:close/>
                </a:path>
              </a:pathLst>
            </a:custGeom>
            <a:solidFill>
              <a:srgbClr val="1E40A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2000"/>
            </a:p>
          </p:txBody>
        </p:sp>
      </p:grpSp>
      <p:sp>
        <p:nvSpPr>
          <p:cNvPr id="16" name="任意多边形 15"/>
          <p:cNvSpPr/>
          <p:nvPr>
            <p:custDataLst>
              <p:tags r:id="rId5"/>
            </p:custDataLst>
          </p:nvPr>
        </p:nvSpPr>
        <p:spPr>
          <a:xfrm>
            <a:off x="2230755" y="1684020"/>
            <a:ext cx="457200" cy="457200"/>
          </a:xfrm>
          <a:custGeom>
            <a:avLst/>
            <a:gdLst>
              <a:gd name="sw" fmla="*/ 1 w 720"/>
              <a:gd name="sh" fmla="*/ 1 h 720"/>
              <a:gd name="mins" fmla="min sw sh"/>
              <a:gd name="dsw" fmla="+- 0 sw mins"/>
              <a:gd name="dsh" fmla="+- 0 sh mins"/>
              <a:gd name="p0x0" fmla="*/ 150 w 720"/>
              <a:gd name="p0y0" fmla="*/ 0 h 720"/>
              <a:gd name="p0x1" fmla="*/ 570 w 720"/>
              <a:gd name="p0y1" fmla="*/ 0 h 720"/>
              <a:gd name="p0x2" fmla="*/ 652 w 720"/>
              <a:gd name="p0y2" fmla="*/ 0 h 720"/>
              <a:gd name="p0x3" fmla="*/ 720 w 720"/>
              <a:gd name="p0y3" fmla="*/ 67 h 720"/>
              <a:gd name="p0x4" fmla="*/ 720 w 720"/>
              <a:gd name="p0y4" fmla="*/ 150 h 720"/>
              <a:gd name="p0x5" fmla="*/ 720 w 720"/>
              <a:gd name="p0y5" fmla="*/ 570 h 720"/>
              <a:gd name="p0x6" fmla="*/ 720 w 720"/>
              <a:gd name="p0y6" fmla="*/ 652 h 720"/>
              <a:gd name="p0x7" fmla="*/ 652 w 720"/>
              <a:gd name="p0y7" fmla="*/ 720 h 720"/>
              <a:gd name="p0x8" fmla="*/ 570 w 720"/>
              <a:gd name="p0y8" fmla="*/ 720 h 720"/>
              <a:gd name="p0x9" fmla="*/ 150 w 720"/>
              <a:gd name="p0y9" fmla="*/ 720 h 720"/>
              <a:gd name="p0x10" fmla="*/ 67 w 720"/>
              <a:gd name="p0y10" fmla="*/ 720 h 720"/>
              <a:gd name="p0x11" fmla="*/ 0 w 720"/>
              <a:gd name="p0y11" fmla="*/ 652 h 720"/>
              <a:gd name="p0x12" fmla="*/ 0 w 720"/>
              <a:gd name="p0y12" fmla="*/ 570 h 720"/>
              <a:gd name="p0x13" fmla="*/ 0 w 720"/>
              <a:gd name="p0y13" fmla="*/ 150 h 720"/>
              <a:gd name="p0x14" fmla="*/ 0 w 720"/>
              <a:gd name="p0y14" fmla="*/ 67 h 720"/>
              <a:gd name="p0x15" fmla="*/ 67 w 720"/>
              <a:gd name="p0y15" fmla="*/ 0 h 720"/>
              <a:gd name="p0x16" fmla="*/ 150 w 720"/>
              <a:gd name="p0y16" fmla="*/ 0 h 7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B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000"/>
          </a:p>
        </p:txBody>
      </p:sp>
      <p:pic>
        <p:nvPicPr>
          <p:cNvPr id="17" name="图片 16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l="-2083" t="-12593" r="-2083" b="-12593"/>
          <a:stretch>
            <a:fillRect/>
          </a:stretch>
        </p:blipFill>
        <p:spPr>
          <a:xfrm>
            <a:off x="2339975" y="1802765"/>
            <a:ext cx="238125" cy="214630"/>
          </a:xfrm>
          <a:prstGeom prst="rect">
            <a:avLst/>
          </a:prstGeom>
        </p:spPr>
      </p:pic>
      <p:sp>
        <p:nvSpPr>
          <p:cNvPr id="18" name="文本框 17"/>
          <p:cNvSpPr txBox="1"/>
          <p:nvPr>
            <p:custDataLst>
              <p:tags r:id="rId9"/>
            </p:custDataLst>
          </p:nvPr>
        </p:nvSpPr>
        <p:spPr>
          <a:xfrm>
            <a:off x="2859405" y="1684020"/>
            <a:ext cx="1200150" cy="24765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4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迷宫环境参数</a:t>
            </a:r>
            <a:endParaRPr sz="14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任意多边形 18"/>
          <p:cNvSpPr/>
          <p:nvPr>
            <p:custDataLst>
              <p:tags r:id="rId10"/>
            </p:custDataLst>
          </p:nvPr>
        </p:nvSpPr>
        <p:spPr>
          <a:xfrm>
            <a:off x="9212580" y="1703070"/>
            <a:ext cx="361950" cy="209550"/>
          </a:xfrm>
          <a:custGeom>
            <a:avLst/>
            <a:gdLst>
              <a:gd name="sw" fmla="*/ 1 w 570"/>
              <a:gd name="sh" fmla="*/ 1 h 330"/>
              <a:gd name="mins" fmla="min sw sh"/>
              <a:gd name="dsw" fmla="+- 0 sw mins"/>
              <a:gd name="dsh" fmla="+- 0 sh mins"/>
              <a:gd name="p0x0" fmla="*/ 165 w 570"/>
              <a:gd name="p0y0" fmla="*/ 0 h 330"/>
              <a:gd name="p0x1" fmla="*/ 405 w 570"/>
              <a:gd name="p0y1" fmla="*/ 0 h 330"/>
              <a:gd name="p0x2" fmla="*/ 496 w 570"/>
              <a:gd name="p0y2" fmla="*/ 0 h 330"/>
              <a:gd name="p0x3" fmla="*/ 570 w 570"/>
              <a:gd name="p0y3" fmla="*/ 73 h 330"/>
              <a:gd name="p0x4" fmla="*/ 570 w 570"/>
              <a:gd name="p0y4" fmla="*/ 165 h 330"/>
              <a:gd name="p0x5" fmla="*/ 570 w 570"/>
              <a:gd name="p0y5" fmla="*/ 256 h 330"/>
              <a:gd name="p0x6" fmla="*/ 496 w 570"/>
              <a:gd name="p0y6" fmla="*/ 330 h 330"/>
              <a:gd name="p0x7" fmla="*/ 405 w 570"/>
              <a:gd name="p0y7" fmla="*/ 330 h 330"/>
              <a:gd name="p0x8" fmla="*/ 165 w 570"/>
              <a:gd name="p0y8" fmla="*/ 330 h 330"/>
              <a:gd name="p0x9" fmla="*/ 73 w 570"/>
              <a:gd name="p0y9" fmla="*/ 330 h 330"/>
              <a:gd name="p0x10" fmla="*/ 0 w 570"/>
              <a:gd name="p0y10" fmla="*/ 256 h 330"/>
              <a:gd name="p0x11" fmla="*/ 0 w 570"/>
              <a:gd name="p0y11" fmla="*/ 165 h 330"/>
              <a:gd name="p0x12" fmla="*/ 0 w 570"/>
              <a:gd name="p0y12" fmla="*/ 73 h 330"/>
              <a:gd name="p0x13" fmla="*/ 73 w 570"/>
              <a:gd name="p0y13" fmla="*/ 0 h 330"/>
              <a:gd name="p0x14" fmla="*/ 165 w 570"/>
              <a:gd name="p0y14" fmla="*/ 0 h 33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DB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000"/>
          </a:p>
        </p:txBody>
      </p:sp>
      <p:sp>
        <p:nvSpPr>
          <p:cNvPr id="20" name="文本框 19"/>
          <p:cNvSpPr txBox="1"/>
          <p:nvPr>
            <p:custDataLst>
              <p:tags r:id="rId11"/>
            </p:custDataLst>
          </p:nvPr>
        </p:nvSpPr>
        <p:spPr>
          <a:xfrm>
            <a:off x="9288780" y="1731645"/>
            <a:ext cx="314325" cy="152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930" b="1">
                <a:solidFill>
                  <a:srgbClr val="1E40AF"/>
                </a:solidFill>
                <a:latin typeface="微软雅黑" panose="020B0503020204020204" charset="-122"/>
                <a:ea typeface="微软雅黑" panose="020B0503020204020204" charset="-122"/>
              </a:rPr>
              <a:t>核心</a:t>
            </a:r>
            <a:endParaRPr sz="930" b="1">
              <a:solidFill>
                <a:srgbClr val="1E40A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文本框 20"/>
          <p:cNvSpPr txBox="1"/>
          <p:nvPr>
            <p:custDataLst>
              <p:tags r:id="rId12"/>
            </p:custDataLst>
          </p:nvPr>
        </p:nvSpPr>
        <p:spPr>
          <a:xfrm>
            <a:off x="2859405" y="1973580"/>
            <a:ext cx="6715125" cy="43053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just">
              <a:lnSpc>
                <a:spcPct val="125000"/>
              </a:lnSpc>
            </a:pPr>
            <a:r>
              <a:rPr lang="zh-CN" altLang="en-US" sz="1200">
                <a:solidFill>
                  <a:srgbClr val="0F172A">
                    <a:alpha val="70196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采用</a:t>
            </a:r>
            <a:r>
              <a:rPr lang="en-US" altLang="zh-CN" sz="1200">
                <a:solidFill>
                  <a:srgbClr val="0F172A">
                    <a:alpha val="70196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100</a:t>
            </a:r>
            <a:r>
              <a:rPr lang="zh-CN" altLang="en-US" sz="1200">
                <a:solidFill>
                  <a:srgbClr val="0F172A">
                    <a:alpha val="70196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行×</a:t>
            </a:r>
            <a:r>
              <a:rPr lang="en-US" altLang="zh-CN" sz="1200">
                <a:solidFill>
                  <a:srgbClr val="0F172A">
                    <a:alpha val="70196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100</a:t>
            </a:r>
            <a:r>
              <a:rPr lang="zh-CN" altLang="en-US" sz="1200">
                <a:solidFill>
                  <a:srgbClr val="0F172A">
                    <a:alpha val="70196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列的矩形迷宫网格，墙壁密度设置为随机生成。起点与终点分别位于迷宫中固定点，确保路径搜索具有足够的复杂度和挑战性，模拟真实场景中的障碍物分布。</a:t>
            </a:r>
            <a:endParaRPr lang="zh-CN" altLang="en-US" sz="1200">
              <a:solidFill>
                <a:srgbClr val="0F172A">
                  <a:alpha val="70196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任意多边形 21"/>
          <p:cNvSpPr/>
          <p:nvPr>
            <p:custDataLst>
              <p:tags r:id="rId13"/>
            </p:custDataLst>
          </p:nvPr>
        </p:nvSpPr>
        <p:spPr>
          <a:xfrm>
            <a:off x="2859405" y="2465070"/>
            <a:ext cx="1552575" cy="242570"/>
          </a:xfrm>
          <a:custGeom>
            <a:avLst/>
            <a:gdLst>
              <a:gd name="sw" fmla="*/ 1 w 2445"/>
              <a:gd name="sh" fmla="*/ 1 h 382"/>
              <a:gd name="mins" fmla="min sw sh"/>
              <a:gd name="dsw" fmla="+- 0 sw mins"/>
              <a:gd name="dsh" fmla="+- 0 sh mins"/>
              <a:gd name="p0x0" fmla="*/ 60 w 2445"/>
              <a:gd name="p0y0" fmla="*/ 0 h 382"/>
              <a:gd name="p0x1" fmla="*/ 2385 w 2445"/>
              <a:gd name="p0y1" fmla="*/ 0 h 382"/>
              <a:gd name="p0x2" fmla="*/ 2418 w 2445"/>
              <a:gd name="p0y2" fmla="*/ 0 h 382"/>
              <a:gd name="p0x3" fmla="*/ 2445 w 2445"/>
              <a:gd name="p0y3" fmla="*/ 26 h 382"/>
              <a:gd name="p0x4" fmla="*/ 2445 w 2445"/>
              <a:gd name="p0y4" fmla="*/ 60 h 382"/>
              <a:gd name="p0x5" fmla="*/ 2445 w 2445"/>
              <a:gd name="p0y5" fmla="*/ 322 h 382"/>
              <a:gd name="p0x6" fmla="*/ 2445 w 2445"/>
              <a:gd name="p0y6" fmla="*/ 355 h 382"/>
              <a:gd name="p0x7" fmla="*/ 2418 w 2445"/>
              <a:gd name="p0y7" fmla="*/ 382 h 382"/>
              <a:gd name="p0x8" fmla="*/ 2385 w 2445"/>
              <a:gd name="p0y8" fmla="*/ 382 h 382"/>
              <a:gd name="p0x9" fmla="*/ 60 w 2445"/>
              <a:gd name="p0y9" fmla="*/ 382 h 382"/>
              <a:gd name="p0x10" fmla="*/ 26 w 2445"/>
              <a:gd name="p0y10" fmla="*/ 382 h 382"/>
              <a:gd name="p0x11" fmla="*/ 0 w 2445"/>
              <a:gd name="p0y11" fmla="*/ 355 h 382"/>
              <a:gd name="p0x12" fmla="*/ 0 w 2445"/>
              <a:gd name="p0y12" fmla="*/ 322 h 382"/>
              <a:gd name="p0x13" fmla="*/ 0 w 2445"/>
              <a:gd name="p0y13" fmla="*/ 60 h 382"/>
              <a:gd name="p0x14" fmla="*/ 0 w 2445"/>
              <a:gd name="p0y14" fmla="*/ 26 h 382"/>
              <a:gd name="p0x15" fmla="*/ 26 w 2445"/>
              <a:gd name="p0y15" fmla="*/ 0 h 382"/>
              <a:gd name="p0x16" fmla="*/ 60 w 2445"/>
              <a:gd name="p0y16" fmla="*/ 0 h 382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2E8F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000"/>
          </a:p>
        </p:txBody>
      </p:sp>
      <p:pic>
        <p:nvPicPr>
          <p:cNvPr id="23" name="图片 22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 t="-4167" b="-4167"/>
          <a:stretch>
            <a:fillRect/>
          </a:stretch>
        </p:blipFill>
        <p:spPr>
          <a:xfrm>
            <a:off x="2954655" y="2531745"/>
            <a:ext cx="114300" cy="123825"/>
          </a:xfrm>
          <a:prstGeom prst="rect">
            <a:avLst/>
          </a:prstGeom>
        </p:spPr>
      </p:pic>
      <p:sp>
        <p:nvSpPr>
          <p:cNvPr id="24" name="文本框 23"/>
          <p:cNvSpPr txBox="1"/>
          <p:nvPr>
            <p:custDataLst>
              <p:tags r:id="rId17"/>
            </p:custDataLst>
          </p:nvPr>
        </p:nvSpPr>
        <p:spPr>
          <a:xfrm>
            <a:off x="3126105" y="2503170"/>
            <a:ext cx="1741805" cy="16700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0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网格规模</a:t>
            </a:r>
            <a:r>
              <a:rPr lang="en-US" altLang="zh-CN" sz="10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10000</a:t>
            </a:r>
            <a:r>
              <a:rPr lang="zh-CN" altLang="en-US" sz="10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个节点</a:t>
            </a:r>
            <a:endParaRPr lang="zh-CN" altLang="en-US" sz="10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50" name="组合 49"/>
          <p:cNvGrpSpPr/>
          <p:nvPr/>
        </p:nvGrpSpPr>
        <p:grpSpPr>
          <a:xfrm>
            <a:off x="1954530" y="3128010"/>
            <a:ext cx="7848600" cy="1482090"/>
            <a:chOff x="6120" y="5109"/>
            <a:chExt cx="12360" cy="2334"/>
          </a:xfrm>
          <a:effectLst>
            <a:outerShdw blurRad="428625" dist="95250" dir="5399999" algn="ctr" rotWithShape="0">
              <a:srgbClr val="000000">
                <a:alpha val="5882"/>
              </a:srgbClr>
            </a:outerShdw>
          </a:effectLst>
        </p:grpSpPr>
        <p:sp>
          <p:nvSpPr>
            <p:cNvPr id="25" name="任意多边形 24"/>
            <p:cNvSpPr/>
            <p:nvPr>
              <p:custDataLst>
                <p:tags r:id="rId18"/>
              </p:custDataLst>
            </p:nvPr>
          </p:nvSpPr>
          <p:spPr>
            <a:xfrm>
              <a:off x="6120" y="5109"/>
              <a:ext cx="12360" cy="2335"/>
            </a:xfrm>
            <a:custGeom>
              <a:avLst/>
              <a:gdLst>
                <a:gd name="sw" fmla="*/ 1 w 12360"/>
                <a:gd name="sh" fmla="*/ 1 h 2334"/>
                <a:gd name="mins" fmla="min sw sh"/>
                <a:gd name="dsw" fmla="+- 0 sw mins"/>
                <a:gd name="dsh" fmla="+- 0 sh mins"/>
                <a:gd name="p0x0" fmla="*/ 240 w 12360"/>
                <a:gd name="p0y0" fmla="*/ 0 h 2334"/>
                <a:gd name="p0x1" fmla="*/ 12120 w 12360"/>
                <a:gd name="p0y1" fmla="*/ 0 h 2334"/>
                <a:gd name="p0x2" fmla="*/ 12252 w 12360"/>
                <a:gd name="p0y2" fmla="*/ 0 h 2334"/>
                <a:gd name="p0x3" fmla="*/ 12360 w 12360"/>
                <a:gd name="p0y3" fmla="*/ 107 h 2334"/>
                <a:gd name="p0x4" fmla="*/ 12360 w 12360"/>
                <a:gd name="p0y4" fmla="*/ 240 h 2334"/>
                <a:gd name="p0x5" fmla="*/ 12360 w 12360"/>
                <a:gd name="p0y5" fmla="*/ 2094 h 2334"/>
                <a:gd name="p0x6" fmla="*/ 12360 w 12360"/>
                <a:gd name="p0y6" fmla="*/ 2227 h 2334"/>
                <a:gd name="p0x7" fmla="*/ 12252 w 12360"/>
                <a:gd name="p0y7" fmla="*/ 2334 h 2334"/>
                <a:gd name="p0x8" fmla="*/ 12120 w 12360"/>
                <a:gd name="p0y8" fmla="*/ 2334 h 2334"/>
                <a:gd name="p0x9" fmla="*/ 240 w 12360"/>
                <a:gd name="p0y9" fmla="*/ 2334 h 2334"/>
                <a:gd name="p0x10" fmla="*/ 107 w 12360"/>
                <a:gd name="p0y10" fmla="*/ 2334 h 2334"/>
                <a:gd name="p0x11" fmla="*/ 0 w 12360"/>
                <a:gd name="p0y11" fmla="*/ 2227 h 2334"/>
                <a:gd name="p0x12" fmla="*/ 0 w 12360"/>
                <a:gd name="p0y12" fmla="*/ 2094 h 2334"/>
                <a:gd name="p0x13" fmla="*/ 0 w 12360"/>
                <a:gd name="p0y13" fmla="*/ 240 h 2334"/>
                <a:gd name="p0x14" fmla="*/ 0 w 12360"/>
                <a:gd name="p0y14" fmla="*/ 107 h 2334"/>
                <a:gd name="p0x15" fmla="*/ 107 w 12360"/>
                <a:gd name="p0y15" fmla="*/ 0 h 2334"/>
                <a:gd name="p0x16" fmla="*/ 240 w 12360"/>
                <a:gd name="p0y16" fmla="*/ 0 h 2334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1F5F9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2000"/>
            </a:p>
          </p:txBody>
        </p:sp>
        <p:sp>
          <p:nvSpPr>
            <p:cNvPr id="26" name="任意多边形 25"/>
            <p:cNvSpPr/>
            <p:nvPr>
              <p:custDataLst>
                <p:tags r:id="rId19"/>
              </p:custDataLst>
            </p:nvPr>
          </p:nvSpPr>
          <p:spPr>
            <a:xfrm>
              <a:off x="6120" y="5109"/>
              <a:ext cx="240" cy="2335"/>
            </a:xfrm>
            <a:custGeom>
              <a:avLst/>
              <a:gdLst>
                <a:gd name="sw" fmla="*/ 1 w 240"/>
                <a:gd name="sh" fmla="*/ 1 h 2334"/>
                <a:gd name="mins" fmla="min sw sh"/>
                <a:gd name="dsw" fmla="+- 0 sw mins"/>
                <a:gd name="dsh" fmla="+- 0 sh mins"/>
                <a:gd name="p0x0" fmla="*/ 0 w 240"/>
                <a:gd name="p0y0" fmla="*/ 2094 h 2334"/>
                <a:gd name="p0x1" fmla="*/ 0 w 240"/>
                <a:gd name="p0y1" fmla="*/ 240 h 2334"/>
                <a:gd name="p0x2" fmla="*/ 0 w 240"/>
                <a:gd name="p0y2" fmla="*/ 107 h 2334"/>
                <a:gd name="p0x3" fmla="*/ 107 w 240"/>
                <a:gd name="p0y3" fmla="*/ 0 h 2334"/>
                <a:gd name="p0x4" fmla="*/ 240 w 240"/>
                <a:gd name="p0y4" fmla="*/ 0 h 2334"/>
                <a:gd name="p0x5" fmla="*/ 148 w 240"/>
                <a:gd name="p0y5" fmla="*/ 0 h 2334"/>
                <a:gd name="p0x6" fmla="*/ 75 w 240"/>
                <a:gd name="p0y6" fmla="*/ 107 h 2334"/>
                <a:gd name="p0x7" fmla="*/ 75 w 240"/>
                <a:gd name="p0y7" fmla="*/ 240 h 2334"/>
                <a:gd name="p0x8" fmla="*/ 75 w 240"/>
                <a:gd name="p0y8" fmla="*/ 2094 h 2334"/>
                <a:gd name="p0x9" fmla="*/ 75 w 240"/>
                <a:gd name="p0y9" fmla="*/ 2227 h 2334"/>
                <a:gd name="p0x10" fmla="*/ 148 w 240"/>
                <a:gd name="p0y10" fmla="*/ 2334 h 2334"/>
                <a:gd name="p0x11" fmla="*/ 240 w 240"/>
                <a:gd name="p0y11" fmla="*/ 2334 h 2334"/>
                <a:gd name="p0x12" fmla="*/ 107 w 240"/>
                <a:gd name="p0y12" fmla="*/ 2334 h 2334"/>
                <a:gd name="p0x13" fmla="*/ 0 w 240"/>
                <a:gd name="p0y13" fmla="*/ 2227 h 2334"/>
                <a:gd name="p0x14" fmla="*/ 0 w 240"/>
                <a:gd name="p0y14" fmla="*/ 2094 h 2334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cubicBezTo>
                    <a:pt x="p0x5" y="p0y5"/>
                    <a:pt x="p0x6" y="p0y6"/>
                    <a:pt x="p0x7" y="p0y7"/>
                  </a:cubicBezTo>
                  <a:lnTo>
                    <a:pt x="p0x8" y="p0y8"/>
                  </a:lnTo>
                  <a:cubicBezTo>
                    <a:pt x="p0x9" y="p0y9"/>
                    <a:pt x="p0x10" y="p0y10"/>
                    <a:pt x="p0x11" y="p0y11"/>
                  </a:cubicBezTo>
                  <a:cubicBezTo>
                    <a:pt x="p0x12" y="p0y12"/>
                    <a:pt x="p0x13" y="p0y13"/>
                    <a:pt x="p0x14" y="p0y14"/>
                  </a:cubicBezTo>
                  <a:close/>
                </a:path>
              </a:pathLst>
            </a:custGeom>
            <a:solidFill>
              <a:srgbClr val="3B82F6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2000"/>
            </a:p>
          </p:txBody>
        </p:sp>
      </p:grpSp>
      <p:sp>
        <p:nvSpPr>
          <p:cNvPr id="28" name="任意多边形 27"/>
          <p:cNvSpPr/>
          <p:nvPr>
            <p:custDataLst>
              <p:tags r:id="rId20"/>
            </p:custDataLst>
          </p:nvPr>
        </p:nvSpPr>
        <p:spPr>
          <a:xfrm>
            <a:off x="2230755" y="3356610"/>
            <a:ext cx="457200" cy="457200"/>
          </a:xfrm>
          <a:custGeom>
            <a:avLst/>
            <a:gdLst>
              <a:gd name="sw" fmla="*/ 1 w 720"/>
              <a:gd name="sh" fmla="*/ 1 h 720"/>
              <a:gd name="mins" fmla="min sw sh"/>
              <a:gd name="dsw" fmla="+- 0 sw mins"/>
              <a:gd name="dsh" fmla="+- 0 sh mins"/>
              <a:gd name="p0x0" fmla="*/ 150 w 720"/>
              <a:gd name="p0y0" fmla="*/ 0 h 720"/>
              <a:gd name="p0x1" fmla="*/ 570 w 720"/>
              <a:gd name="p0y1" fmla="*/ 0 h 720"/>
              <a:gd name="p0x2" fmla="*/ 652 w 720"/>
              <a:gd name="p0y2" fmla="*/ 0 h 720"/>
              <a:gd name="p0x3" fmla="*/ 720 w 720"/>
              <a:gd name="p0y3" fmla="*/ 67 h 720"/>
              <a:gd name="p0x4" fmla="*/ 720 w 720"/>
              <a:gd name="p0y4" fmla="*/ 150 h 720"/>
              <a:gd name="p0x5" fmla="*/ 720 w 720"/>
              <a:gd name="p0y5" fmla="*/ 570 h 720"/>
              <a:gd name="p0x6" fmla="*/ 720 w 720"/>
              <a:gd name="p0y6" fmla="*/ 652 h 720"/>
              <a:gd name="p0x7" fmla="*/ 652 w 720"/>
              <a:gd name="p0y7" fmla="*/ 720 h 720"/>
              <a:gd name="p0x8" fmla="*/ 570 w 720"/>
              <a:gd name="p0y8" fmla="*/ 720 h 720"/>
              <a:gd name="p0x9" fmla="*/ 150 w 720"/>
              <a:gd name="p0y9" fmla="*/ 720 h 720"/>
              <a:gd name="p0x10" fmla="*/ 67 w 720"/>
              <a:gd name="p0y10" fmla="*/ 720 h 720"/>
              <a:gd name="p0x11" fmla="*/ 0 w 720"/>
              <a:gd name="p0y11" fmla="*/ 652 h 720"/>
              <a:gd name="p0x12" fmla="*/ 0 w 720"/>
              <a:gd name="p0y12" fmla="*/ 570 h 720"/>
              <a:gd name="p0x13" fmla="*/ 0 w 720"/>
              <a:gd name="p0y13" fmla="*/ 150 h 720"/>
              <a:gd name="p0x14" fmla="*/ 0 w 720"/>
              <a:gd name="p0y14" fmla="*/ 67 h 720"/>
              <a:gd name="p0x15" fmla="*/ 67 w 720"/>
              <a:gd name="p0y15" fmla="*/ 0 h 720"/>
              <a:gd name="p0x16" fmla="*/ 150 w 720"/>
              <a:gd name="p0y16" fmla="*/ 0 h 7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B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000"/>
          </a:p>
        </p:txBody>
      </p:sp>
      <p:pic>
        <p:nvPicPr>
          <p:cNvPr id="29" name="图片 28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rcRect l="-2381" t="-12407" r="-2381" b="-12407"/>
          <a:stretch>
            <a:fillRect/>
          </a:stretch>
        </p:blipFill>
        <p:spPr>
          <a:xfrm>
            <a:off x="2354580" y="3475990"/>
            <a:ext cx="209550" cy="213995"/>
          </a:xfrm>
          <a:prstGeom prst="rect">
            <a:avLst/>
          </a:prstGeom>
        </p:spPr>
      </p:pic>
      <p:sp>
        <p:nvSpPr>
          <p:cNvPr id="30" name="文本框 29"/>
          <p:cNvSpPr txBox="1"/>
          <p:nvPr>
            <p:custDataLst>
              <p:tags r:id="rId24"/>
            </p:custDataLst>
          </p:nvPr>
        </p:nvSpPr>
        <p:spPr>
          <a:xfrm>
            <a:off x="2859405" y="3357219"/>
            <a:ext cx="1543050" cy="24765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4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三项评估指标体系</a:t>
            </a:r>
            <a:endParaRPr sz="14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任意多边形 30"/>
          <p:cNvSpPr/>
          <p:nvPr>
            <p:custDataLst>
              <p:tags r:id="rId25"/>
            </p:custDataLst>
          </p:nvPr>
        </p:nvSpPr>
        <p:spPr>
          <a:xfrm>
            <a:off x="9212580" y="3375660"/>
            <a:ext cx="361950" cy="209550"/>
          </a:xfrm>
          <a:custGeom>
            <a:avLst/>
            <a:gdLst>
              <a:gd name="sw" fmla="*/ 1 w 570"/>
              <a:gd name="sh" fmla="*/ 1 h 330"/>
              <a:gd name="mins" fmla="min sw sh"/>
              <a:gd name="dsw" fmla="+- 0 sw mins"/>
              <a:gd name="dsh" fmla="+- 0 sh mins"/>
              <a:gd name="p0x0" fmla="*/ 165 w 570"/>
              <a:gd name="p0y0" fmla="*/ 0 h 330"/>
              <a:gd name="p0x1" fmla="*/ 405 w 570"/>
              <a:gd name="p0y1" fmla="*/ 0 h 330"/>
              <a:gd name="p0x2" fmla="*/ 496 w 570"/>
              <a:gd name="p0y2" fmla="*/ 0 h 330"/>
              <a:gd name="p0x3" fmla="*/ 570 w 570"/>
              <a:gd name="p0y3" fmla="*/ 73 h 330"/>
              <a:gd name="p0x4" fmla="*/ 570 w 570"/>
              <a:gd name="p0y4" fmla="*/ 165 h 330"/>
              <a:gd name="p0x5" fmla="*/ 570 w 570"/>
              <a:gd name="p0y5" fmla="*/ 256 h 330"/>
              <a:gd name="p0x6" fmla="*/ 496 w 570"/>
              <a:gd name="p0y6" fmla="*/ 330 h 330"/>
              <a:gd name="p0x7" fmla="*/ 405 w 570"/>
              <a:gd name="p0y7" fmla="*/ 330 h 330"/>
              <a:gd name="p0x8" fmla="*/ 165 w 570"/>
              <a:gd name="p0y8" fmla="*/ 330 h 330"/>
              <a:gd name="p0x9" fmla="*/ 73 w 570"/>
              <a:gd name="p0y9" fmla="*/ 330 h 330"/>
              <a:gd name="p0x10" fmla="*/ 0 w 570"/>
              <a:gd name="p0y10" fmla="*/ 256 h 330"/>
              <a:gd name="p0x11" fmla="*/ 0 w 570"/>
              <a:gd name="p0y11" fmla="*/ 165 h 330"/>
              <a:gd name="p0x12" fmla="*/ 0 w 570"/>
              <a:gd name="p0y12" fmla="*/ 73 h 330"/>
              <a:gd name="p0x13" fmla="*/ 73 w 570"/>
              <a:gd name="p0y13" fmla="*/ 0 h 330"/>
              <a:gd name="p0x14" fmla="*/ 165 w 570"/>
              <a:gd name="p0y14" fmla="*/ 0 h 33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DB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000"/>
          </a:p>
        </p:txBody>
      </p:sp>
      <p:sp>
        <p:nvSpPr>
          <p:cNvPr id="32" name="文本框 31"/>
          <p:cNvSpPr txBox="1"/>
          <p:nvPr>
            <p:custDataLst>
              <p:tags r:id="rId26"/>
            </p:custDataLst>
          </p:nvPr>
        </p:nvSpPr>
        <p:spPr>
          <a:xfrm>
            <a:off x="9288780" y="3404844"/>
            <a:ext cx="314325" cy="152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930" b="1">
                <a:solidFill>
                  <a:srgbClr val="3B82F6"/>
                </a:solidFill>
                <a:latin typeface="微软雅黑" panose="020B0503020204020204" charset="-122"/>
                <a:ea typeface="微软雅黑" panose="020B0503020204020204" charset="-122"/>
              </a:rPr>
              <a:t>关键</a:t>
            </a:r>
            <a:endParaRPr sz="930" b="1">
              <a:solidFill>
                <a:srgbClr val="3B82F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文本框 32"/>
          <p:cNvSpPr txBox="1"/>
          <p:nvPr>
            <p:custDataLst>
              <p:tags r:id="rId27"/>
            </p:custDataLst>
          </p:nvPr>
        </p:nvSpPr>
        <p:spPr>
          <a:xfrm>
            <a:off x="2859405" y="3646780"/>
            <a:ext cx="6715201" cy="43053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just">
              <a:lnSpc>
                <a:spcPct val="125000"/>
              </a:lnSpc>
            </a:pPr>
            <a:r>
              <a:rPr sz="1200">
                <a:solidFill>
                  <a:srgbClr val="0F172A">
                    <a:alpha val="70196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建立多维度评估框架：访问节点数衡量搜索效率（越少越好），路径长度评估解的质量（越短越好），运行时间反映实际性能（毫秒级）。三项指标综合评判算法优劣。</a:t>
            </a:r>
            <a:endParaRPr sz="1200">
              <a:solidFill>
                <a:srgbClr val="0F172A">
                  <a:alpha val="70196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任意多边形 33"/>
          <p:cNvSpPr/>
          <p:nvPr>
            <p:custDataLst>
              <p:tags r:id="rId28"/>
            </p:custDataLst>
          </p:nvPr>
        </p:nvSpPr>
        <p:spPr>
          <a:xfrm>
            <a:off x="2859405" y="4137660"/>
            <a:ext cx="1690370" cy="243205"/>
          </a:xfrm>
          <a:custGeom>
            <a:avLst/>
            <a:gdLst>
              <a:gd name="sw" fmla="*/ 1 w 2662"/>
              <a:gd name="sh" fmla="*/ 1 h 382"/>
              <a:gd name="mins" fmla="min sw sh"/>
              <a:gd name="dsw" fmla="+- 0 sw mins"/>
              <a:gd name="dsh" fmla="+- 0 sh mins"/>
              <a:gd name="p0x0" fmla="*/ 60 w 2662"/>
              <a:gd name="p0y0" fmla="*/ 0 h 382"/>
              <a:gd name="p0x1" fmla="*/ 2602 w 2662"/>
              <a:gd name="p0y1" fmla="*/ 0 h 382"/>
              <a:gd name="p0x2" fmla="*/ 2635 w 2662"/>
              <a:gd name="p0y2" fmla="*/ 0 h 382"/>
              <a:gd name="p0x3" fmla="*/ 2662 w 2662"/>
              <a:gd name="p0y3" fmla="*/ 26 h 382"/>
              <a:gd name="p0x4" fmla="*/ 2662 w 2662"/>
              <a:gd name="p0y4" fmla="*/ 60 h 382"/>
              <a:gd name="p0x5" fmla="*/ 2662 w 2662"/>
              <a:gd name="p0y5" fmla="*/ 322 h 382"/>
              <a:gd name="p0x6" fmla="*/ 2662 w 2662"/>
              <a:gd name="p0y6" fmla="*/ 355 h 382"/>
              <a:gd name="p0x7" fmla="*/ 2635 w 2662"/>
              <a:gd name="p0y7" fmla="*/ 382 h 382"/>
              <a:gd name="p0x8" fmla="*/ 2602 w 2662"/>
              <a:gd name="p0y8" fmla="*/ 382 h 382"/>
              <a:gd name="p0x9" fmla="*/ 60 w 2662"/>
              <a:gd name="p0y9" fmla="*/ 382 h 382"/>
              <a:gd name="p0x10" fmla="*/ 26 w 2662"/>
              <a:gd name="p0y10" fmla="*/ 382 h 382"/>
              <a:gd name="p0x11" fmla="*/ 0 w 2662"/>
              <a:gd name="p0y11" fmla="*/ 355 h 382"/>
              <a:gd name="p0x12" fmla="*/ 0 w 2662"/>
              <a:gd name="p0y12" fmla="*/ 322 h 382"/>
              <a:gd name="p0x13" fmla="*/ 0 w 2662"/>
              <a:gd name="p0y13" fmla="*/ 60 h 382"/>
              <a:gd name="p0x14" fmla="*/ 0 w 2662"/>
              <a:gd name="p0y14" fmla="*/ 26 h 382"/>
              <a:gd name="p0x15" fmla="*/ 26 w 2662"/>
              <a:gd name="p0y15" fmla="*/ 0 h 382"/>
              <a:gd name="p0x16" fmla="*/ 60 w 2662"/>
              <a:gd name="p0y16" fmla="*/ 0 h 382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2E8F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000"/>
          </a:p>
        </p:txBody>
      </p:sp>
      <p:pic>
        <p:nvPicPr>
          <p:cNvPr id="35" name="图片 34"/>
          <p:cNvPicPr>
            <a:picLocks noChangeAspect="1"/>
          </p:cNvPicPr>
          <p:nvPr>
            <p:custDataLst>
              <p:tags r:id="rId29"/>
            </p:custDataLst>
          </p:nvPr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rcRect l="-8148" t="-4167" r="-8148" b="-4167"/>
          <a:stretch>
            <a:fillRect/>
          </a:stretch>
        </p:blipFill>
        <p:spPr>
          <a:xfrm>
            <a:off x="2954655" y="4204335"/>
            <a:ext cx="99695" cy="123825"/>
          </a:xfrm>
          <a:prstGeom prst="rect">
            <a:avLst/>
          </a:prstGeom>
        </p:spPr>
      </p:pic>
      <p:sp>
        <p:nvSpPr>
          <p:cNvPr id="36" name="文本框 35"/>
          <p:cNvSpPr txBox="1"/>
          <p:nvPr>
            <p:custDataLst>
              <p:tags r:id="rId32"/>
            </p:custDataLst>
          </p:nvPr>
        </p:nvSpPr>
        <p:spPr>
          <a:xfrm>
            <a:off x="3112135" y="4176395"/>
            <a:ext cx="1755775" cy="16700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0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性能基准</a:t>
            </a:r>
            <a:r>
              <a:rPr lang="en-US" altLang="zh-CN" sz="10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</a:t>
            </a:r>
            <a:r>
              <a:rPr lang="zh-CN" altLang="en-US" sz="10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实时毫秒级记录</a:t>
            </a:r>
            <a:endParaRPr lang="zh-CN" altLang="en-US" sz="10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51" name="组合 50"/>
          <p:cNvGrpSpPr/>
          <p:nvPr/>
        </p:nvGrpSpPr>
        <p:grpSpPr>
          <a:xfrm>
            <a:off x="1954530" y="4801235"/>
            <a:ext cx="7848600" cy="1482090"/>
            <a:chOff x="6120" y="7744"/>
            <a:chExt cx="12360" cy="2334"/>
          </a:xfrm>
          <a:effectLst>
            <a:outerShdw blurRad="428625" dist="95250" dir="5399999" algn="ctr" rotWithShape="0">
              <a:srgbClr val="000000">
                <a:alpha val="5882"/>
              </a:srgbClr>
            </a:outerShdw>
          </a:effectLst>
        </p:grpSpPr>
        <p:sp>
          <p:nvSpPr>
            <p:cNvPr id="37" name="任意多边形 36"/>
            <p:cNvSpPr/>
            <p:nvPr>
              <p:custDataLst>
                <p:tags r:id="rId33"/>
              </p:custDataLst>
            </p:nvPr>
          </p:nvSpPr>
          <p:spPr>
            <a:xfrm>
              <a:off x="6120" y="7744"/>
              <a:ext cx="12360" cy="2335"/>
            </a:xfrm>
            <a:custGeom>
              <a:avLst/>
              <a:gdLst>
                <a:gd name="sw" fmla="*/ 1 w 12360"/>
                <a:gd name="sh" fmla="*/ 1 h 2334"/>
                <a:gd name="mins" fmla="min sw sh"/>
                <a:gd name="dsw" fmla="+- 0 sw mins"/>
                <a:gd name="dsh" fmla="+- 0 sh mins"/>
                <a:gd name="p0x0" fmla="*/ 240 w 12360"/>
                <a:gd name="p0y0" fmla="*/ 0 h 2334"/>
                <a:gd name="p0x1" fmla="*/ 12120 w 12360"/>
                <a:gd name="p0y1" fmla="*/ 0 h 2334"/>
                <a:gd name="p0x2" fmla="*/ 12252 w 12360"/>
                <a:gd name="p0y2" fmla="*/ 0 h 2334"/>
                <a:gd name="p0x3" fmla="*/ 12360 w 12360"/>
                <a:gd name="p0y3" fmla="*/ 107 h 2334"/>
                <a:gd name="p0x4" fmla="*/ 12360 w 12360"/>
                <a:gd name="p0y4" fmla="*/ 240 h 2334"/>
                <a:gd name="p0x5" fmla="*/ 12360 w 12360"/>
                <a:gd name="p0y5" fmla="*/ 2094 h 2334"/>
                <a:gd name="p0x6" fmla="*/ 12360 w 12360"/>
                <a:gd name="p0y6" fmla="*/ 2227 h 2334"/>
                <a:gd name="p0x7" fmla="*/ 12252 w 12360"/>
                <a:gd name="p0y7" fmla="*/ 2334 h 2334"/>
                <a:gd name="p0x8" fmla="*/ 12120 w 12360"/>
                <a:gd name="p0y8" fmla="*/ 2334 h 2334"/>
                <a:gd name="p0x9" fmla="*/ 240 w 12360"/>
                <a:gd name="p0y9" fmla="*/ 2334 h 2334"/>
                <a:gd name="p0x10" fmla="*/ 107 w 12360"/>
                <a:gd name="p0y10" fmla="*/ 2334 h 2334"/>
                <a:gd name="p0x11" fmla="*/ 0 w 12360"/>
                <a:gd name="p0y11" fmla="*/ 2227 h 2334"/>
                <a:gd name="p0x12" fmla="*/ 0 w 12360"/>
                <a:gd name="p0y12" fmla="*/ 2094 h 2334"/>
                <a:gd name="p0x13" fmla="*/ 0 w 12360"/>
                <a:gd name="p0y13" fmla="*/ 240 h 2334"/>
                <a:gd name="p0x14" fmla="*/ 0 w 12360"/>
                <a:gd name="p0y14" fmla="*/ 107 h 2334"/>
                <a:gd name="p0x15" fmla="*/ 107 w 12360"/>
                <a:gd name="p0y15" fmla="*/ 0 h 2334"/>
                <a:gd name="p0x16" fmla="*/ 240 w 12360"/>
                <a:gd name="p0y16" fmla="*/ 0 h 2334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1F5F9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2000"/>
            </a:p>
          </p:txBody>
        </p:sp>
        <p:sp>
          <p:nvSpPr>
            <p:cNvPr id="38" name="任意多边形 37"/>
            <p:cNvSpPr/>
            <p:nvPr>
              <p:custDataLst>
                <p:tags r:id="rId34"/>
              </p:custDataLst>
            </p:nvPr>
          </p:nvSpPr>
          <p:spPr>
            <a:xfrm>
              <a:off x="6120" y="7744"/>
              <a:ext cx="240" cy="2335"/>
            </a:xfrm>
            <a:custGeom>
              <a:avLst/>
              <a:gdLst>
                <a:gd name="sw" fmla="*/ 1 w 240"/>
                <a:gd name="sh" fmla="*/ 1 h 2334"/>
                <a:gd name="mins" fmla="min sw sh"/>
                <a:gd name="dsw" fmla="+- 0 sw mins"/>
                <a:gd name="dsh" fmla="+- 0 sh mins"/>
                <a:gd name="p0x0" fmla="*/ 0 w 240"/>
                <a:gd name="p0y0" fmla="*/ 2094 h 2334"/>
                <a:gd name="p0x1" fmla="*/ 0 w 240"/>
                <a:gd name="p0y1" fmla="*/ 240 h 2334"/>
                <a:gd name="p0x2" fmla="*/ 0 w 240"/>
                <a:gd name="p0y2" fmla="*/ 107 h 2334"/>
                <a:gd name="p0x3" fmla="*/ 107 w 240"/>
                <a:gd name="p0y3" fmla="*/ 0 h 2334"/>
                <a:gd name="p0x4" fmla="*/ 240 w 240"/>
                <a:gd name="p0y4" fmla="*/ 0 h 2334"/>
                <a:gd name="p0x5" fmla="*/ 148 w 240"/>
                <a:gd name="p0y5" fmla="*/ 0 h 2334"/>
                <a:gd name="p0x6" fmla="*/ 75 w 240"/>
                <a:gd name="p0y6" fmla="*/ 107 h 2334"/>
                <a:gd name="p0x7" fmla="*/ 75 w 240"/>
                <a:gd name="p0y7" fmla="*/ 240 h 2334"/>
                <a:gd name="p0x8" fmla="*/ 75 w 240"/>
                <a:gd name="p0y8" fmla="*/ 2094 h 2334"/>
                <a:gd name="p0x9" fmla="*/ 75 w 240"/>
                <a:gd name="p0y9" fmla="*/ 2227 h 2334"/>
                <a:gd name="p0x10" fmla="*/ 148 w 240"/>
                <a:gd name="p0y10" fmla="*/ 2334 h 2334"/>
                <a:gd name="p0x11" fmla="*/ 240 w 240"/>
                <a:gd name="p0y11" fmla="*/ 2334 h 2334"/>
                <a:gd name="p0x12" fmla="*/ 107 w 240"/>
                <a:gd name="p0y12" fmla="*/ 2334 h 2334"/>
                <a:gd name="p0x13" fmla="*/ 0 w 240"/>
                <a:gd name="p0y13" fmla="*/ 2227 h 2334"/>
                <a:gd name="p0x14" fmla="*/ 0 w 240"/>
                <a:gd name="p0y14" fmla="*/ 2094 h 2334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cubicBezTo>
                    <a:pt x="p0x5" y="p0y5"/>
                    <a:pt x="p0x6" y="p0y6"/>
                    <a:pt x="p0x7" y="p0y7"/>
                  </a:cubicBezTo>
                  <a:lnTo>
                    <a:pt x="p0x8" y="p0y8"/>
                  </a:lnTo>
                  <a:cubicBezTo>
                    <a:pt x="p0x9" y="p0y9"/>
                    <a:pt x="p0x10" y="p0y10"/>
                    <a:pt x="p0x11" y="p0y11"/>
                  </a:cubicBezTo>
                  <a:cubicBezTo>
                    <a:pt x="p0x12" y="p0y12"/>
                    <a:pt x="p0x13" y="p0y13"/>
                    <a:pt x="p0x14" y="p0y14"/>
                  </a:cubicBezTo>
                  <a:close/>
                </a:path>
              </a:pathLst>
            </a:custGeom>
            <a:solidFill>
              <a:srgbClr val="EA580C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2000"/>
            </a:p>
          </p:txBody>
        </p:sp>
      </p:grpSp>
      <p:sp>
        <p:nvSpPr>
          <p:cNvPr id="40" name="任意多边形 39"/>
          <p:cNvSpPr/>
          <p:nvPr>
            <p:custDataLst>
              <p:tags r:id="rId35"/>
            </p:custDataLst>
          </p:nvPr>
        </p:nvSpPr>
        <p:spPr>
          <a:xfrm>
            <a:off x="2230755" y="5029835"/>
            <a:ext cx="457200" cy="457200"/>
          </a:xfrm>
          <a:custGeom>
            <a:avLst/>
            <a:gdLst>
              <a:gd name="sw" fmla="*/ 1 w 720"/>
              <a:gd name="sh" fmla="*/ 1 h 720"/>
              <a:gd name="mins" fmla="min sw sh"/>
              <a:gd name="dsw" fmla="+- 0 sw mins"/>
              <a:gd name="dsh" fmla="+- 0 sh mins"/>
              <a:gd name="p0x0" fmla="*/ 150 w 720"/>
              <a:gd name="p0y0" fmla="*/ 0 h 720"/>
              <a:gd name="p0x1" fmla="*/ 570 w 720"/>
              <a:gd name="p0y1" fmla="*/ 0 h 720"/>
              <a:gd name="p0x2" fmla="*/ 652 w 720"/>
              <a:gd name="p0y2" fmla="*/ 0 h 720"/>
              <a:gd name="p0x3" fmla="*/ 720 w 720"/>
              <a:gd name="p0y3" fmla="*/ 67 h 720"/>
              <a:gd name="p0x4" fmla="*/ 720 w 720"/>
              <a:gd name="p0y4" fmla="*/ 150 h 720"/>
              <a:gd name="p0x5" fmla="*/ 720 w 720"/>
              <a:gd name="p0y5" fmla="*/ 570 h 720"/>
              <a:gd name="p0x6" fmla="*/ 720 w 720"/>
              <a:gd name="p0y6" fmla="*/ 652 h 720"/>
              <a:gd name="p0x7" fmla="*/ 652 w 720"/>
              <a:gd name="p0y7" fmla="*/ 720 h 720"/>
              <a:gd name="p0x8" fmla="*/ 570 w 720"/>
              <a:gd name="p0y8" fmla="*/ 720 h 720"/>
              <a:gd name="p0x9" fmla="*/ 150 w 720"/>
              <a:gd name="p0y9" fmla="*/ 720 h 720"/>
              <a:gd name="p0x10" fmla="*/ 67 w 720"/>
              <a:gd name="p0y10" fmla="*/ 720 h 720"/>
              <a:gd name="p0x11" fmla="*/ 0 w 720"/>
              <a:gd name="p0y11" fmla="*/ 652 h 720"/>
              <a:gd name="p0x12" fmla="*/ 0 w 720"/>
              <a:gd name="p0y12" fmla="*/ 570 h 720"/>
              <a:gd name="p0x13" fmla="*/ 0 w 720"/>
              <a:gd name="p0y13" fmla="*/ 150 h 720"/>
              <a:gd name="p0x14" fmla="*/ 0 w 720"/>
              <a:gd name="p0y14" fmla="*/ 67 h 720"/>
              <a:gd name="p0x15" fmla="*/ 67 w 720"/>
              <a:gd name="p0y15" fmla="*/ 0 h 720"/>
              <a:gd name="p0x16" fmla="*/ 150 w 720"/>
              <a:gd name="p0y16" fmla="*/ 0 h 7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ED7A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000"/>
          </a:p>
        </p:txBody>
      </p:sp>
      <p:pic>
        <p:nvPicPr>
          <p:cNvPr id="41" name="图片 40"/>
          <p:cNvPicPr>
            <a:picLocks noChangeAspect="1"/>
          </p:cNvPicPr>
          <p:nvPr>
            <p:custDataLst>
              <p:tags r:id="rId36"/>
            </p:custDataLst>
          </p:nvPr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rcRect l="-2949" t="-3492" r="-2949" b="-3492"/>
          <a:stretch>
            <a:fillRect/>
          </a:stretch>
        </p:blipFill>
        <p:spPr>
          <a:xfrm>
            <a:off x="2327910" y="5149215"/>
            <a:ext cx="262255" cy="213995"/>
          </a:xfrm>
          <a:prstGeom prst="rect">
            <a:avLst/>
          </a:prstGeom>
        </p:spPr>
      </p:pic>
      <p:sp>
        <p:nvSpPr>
          <p:cNvPr id="42" name="文本框 41"/>
          <p:cNvSpPr txBox="1"/>
          <p:nvPr>
            <p:custDataLst>
              <p:tags r:id="rId39"/>
            </p:custDataLst>
          </p:nvPr>
        </p:nvSpPr>
        <p:spPr>
          <a:xfrm>
            <a:off x="2859405" y="5030419"/>
            <a:ext cx="1885950" cy="24765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4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实验方法与可视化工具</a:t>
            </a:r>
            <a:endParaRPr sz="14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任意多边形 42"/>
          <p:cNvSpPr/>
          <p:nvPr>
            <p:custDataLst>
              <p:tags r:id="rId40"/>
            </p:custDataLst>
          </p:nvPr>
        </p:nvSpPr>
        <p:spPr>
          <a:xfrm>
            <a:off x="9212580" y="5048885"/>
            <a:ext cx="361950" cy="209550"/>
          </a:xfrm>
          <a:custGeom>
            <a:avLst/>
            <a:gdLst>
              <a:gd name="sw" fmla="*/ 1 w 570"/>
              <a:gd name="sh" fmla="*/ 1 h 330"/>
              <a:gd name="mins" fmla="min sw sh"/>
              <a:gd name="dsw" fmla="+- 0 sw mins"/>
              <a:gd name="dsh" fmla="+- 0 sh mins"/>
              <a:gd name="p0x0" fmla="*/ 165 w 570"/>
              <a:gd name="p0y0" fmla="*/ 0 h 330"/>
              <a:gd name="p0x1" fmla="*/ 405 w 570"/>
              <a:gd name="p0y1" fmla="*/ 0 h 330"/>
              <a:gd name="p0x2" fmla="*/ 496 w 570"/>
              <a:gd name="p0y2" fmla="*/ 0 h 330"/>
              <a:gd name="p0x3" fmla="*/ 570 w 570"/>
              <a:gd name="p0y3" fmla="*/ 73 h 330"/>
              <a:gd name="p0x4" fmla="*/ 570 w 570"/>
              <a:gd name="p0y4" fmla="*/ 165 h 330"/>
              <a:gd name="p0x5" fmla="*/ 570 w 570"/>
              <a:gd name="p0y5" fmla="*/ 256 h 330"/>
              <a:gd name="p0x6" fmla="*/ 496 w 570"/>
              <a:gd name="p0y6" fmla="*/ 330 h 330"/>
              <a:gd name="p0x7" fmla="*/ 405 w 570"/>
              <a:gd name="p0y7" fmla="*/ 330 h 330"/>
              <a:gd name="p0x8" fmla="*/ 165 w 570"/>
              <a:gd name="p0y8" fmla="*/ 330 h 330"/>
              <a:gd name="p0x9" fmla="*/ 73 w 570"/>
              <a:gd name="p0y9" fmla="*/ 330 h 330"/>
              <a:gd name="p0x10" fmla="*/ 0 w 570"/>
              <a:gd name="p0y10" fmla="*/ 256 h 330"/>
              <a:gd name="p0x11" fmla="*/ 0 w 570"/>
              <a:gd name="p0y11" fmla="*/ 165 h 330"/>
              <a:gd name="p0x12" fmla="*/ 0 w 570"/>
              <a:gd name="p0y12" fmla="*/ 73 h 330"/>
              <a:gd name="p0x13" fmla="*/ 73 w 570"/>
              <a:gd name="p0y13" fmla="*/ 0 h 330"/>
              <a:gd name="p0x14" fmla="*/ 165 w 570"/>
              <a:gd name="p0y14" fmla="*/ 0 h 33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FED7A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000"/>
          </a:p>
        </p:txBody>
      </p:sp>
      <p:sp>
        <p:nvSpPr>
          <p:cNvPr id="44" name="文本框 43"/>
          <p:cNvSpPr txBox="1"/>
          <p:nvPr>
            <p:custDataLst>
              <p:tags r:id="rId41"/>
            </p:custDataLst>
          </p:nvPr>
        </p:nvSpPr>
        <p:spPr>
          <a:xfrm>
            <a:off x="9288780" y="5078044"/>
            <a:ext cx="314325" cy="152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930" b="1">
                <a:solidFill>
                  <a:srgbClr val="EA580C"/>
                </a:solidFill>
                <a:latin typeface="微软雅黑" panose="020B0503020204020204" charset="-122"/>
                <a:ea typeface="微软雅黑" panose="020B0503020204020204" charset="-122"/>
              </a:rPr>
              <a:t>支撑</a:t>
            </a:r>
            <a:endParaRPr sz="930" b="1">
              <a:solidFill>
                <a:srgbClr val="EA580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文本框 44"/>
          <p:cNvSpPr txBox="1"/>
          <p:nvPr>
            <p:custDataLst>
              <p:tags r:id="rId42"/>
            </p:custDataLst>
          </p:nvPr>
        </p:nvSpPr>
        <p:spPr>
          <a:xfrm>
            <a:off x="2859405" y="5319979"/>
            <a:ext cx="6715201" cy="43053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just">
              <a:lnSpc>
                <a:spcPct val="125000"/>
              </a:lnSpc>
            </a:pPr>
            <a:r>
              <a:rPr sz="1200">
                <a:solidFill>
                  <a:srgbClr val="0F172A">
                    <a:alpha val="70196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控制变量法：在同一迷宫实例上运行所有对比算法，确保环境一致性。基于前端技术栈开发可视化平台，支持算法执行过程的实时动画演示与数据面板展示，便于直观对比分析。</a:t>
            </a:r>
            <a:endParaRPr sz="1200">
              <a:solidFill>
                <a:srgbClr val="0F172A">
                  <a:alpha val="70196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任意多边形 45"/>
          <p:cNvSpPr/>
          <p:nvPr>
            <p:custDataLst>
              <p:tags r:id="rId43"/>
            </p:custDataLst>
          </p:nvPr>
        </p:nvSpPr>
        <p:spPr>
          <a:xfrm>
            <a:off x="2859405" y="5810885"/>
            <a:ext cx="1604645" cy="243205"/>
          </a:xfrm>
          <a:custGeom>
            <a:avLst/>
            <a:gdLst>
              <a:gd name="sw" fmla="*/ 1 w 2527"/>
              <a:gd name="sh" fmla="*/ 1 h 382"/>
              <a:gd name="mins" fmla="min sw sh"/>
              <a:gd name="dsw" fmla="+- 0 sw mins"/>
              <a:gd name="dsh" fmla="+- 0 sh mins"/>
              <a:gd name="p0x0" fmla="*/ 60 w 2527"/>
              <a:gd name="p0y0" fmla="*/ 0 h 382"/>
              <a:gd name="p0x1" fmla="*/ 2467 w 2527"/>
              <a:gd name="p0y1" fmla="*/ 0 h 382"/>
              <a:gd name="p0x2" fmla="*/ 2500 w 2527"/>
              <a:gd name="p0y2" fmla="*/ 0 h 382"/>
              <a:gd name="p0x3" fmla="*/ 2527 w 2527"/>
              <a:gd name="p0y3" fmla="*/ 26 h 382"/>
              <a:gd name="p0x4" fmla="*/ 2527 w 2527"/>
              <a:gd name="p0y4" fmla="*/ 60 h 382"/>
              <a:gd name="p0x5" fmla="*/ 2527 w 2527"/>
              <a:gd name="p0y5" fmla="*/ 322 h 382"/>
              <a:gd name="p0x6" fmla="*/ 2527 w 2527"/>
              <a:gd name="p0y6" fmla="*/ 355 h 382"/>
              <a:gd name="p0x7" fmla="*/ 2500 w 2527"/>
              <a:gd name="p0y7" fmla="*/ 382 h 382"/>
              <a:gd name="p0x8" fmla="*/ 2467 w 2527"/>
              <a:gd name="p0y8" fmla="*/ 382 h 382"/>
              <a:gd name="p0x9" fmla="*/ 60 w 2527"/>
              <a:gd name="p0y9" fmla="*/ 382 h 382"/>
              <a:gd name="p0x10" fmla="*/ 26 w 2527"/>
              <a:gd name="p0y10" fmla="*/ 382 h 382"/>
              <a:gd name="p0x11" fmla="*/ 0 w 2527"/>
              <a:gd name="p0y11" fmla="*/ 355 h 382"/>
              <a:gd name="p0x12" fmla="*/ 0 w 2527"/>
              <a:gd name="p0y12" fmla="*/ 322 h 382"/>
              <a:gd name="p0x13" fmla="*/ 0 w 2527"/>
              <a:gd name="p0y13" fmla="*/ 60 h 382"/>
              <a:gd name="p0x14" fmla="*/ 0 w 2527"/>
              <a:gd name="p0y14" fmla="*/ 26 h 382"/>
              <a:gd name="p0x15" fmla="*/ 26 w 2527"/>
              <a:gd name="p0y15" fmla="*/ 0 h 382"/>
              <a:gd name="p0x16" fmla="*/ 60 w 2527"/>
              <a:gd name="p0y16" fmla="*/ 0 h 382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2E8F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000"/>
          </a:p>
        </p:txBody>
      </p:sp>
      <p:pic>
        <p:nvPicPr>
          <p:cNvPr id="47" name="图片 46"/>
          <p:cNvPicPr>
            <a:picLocks noChangeAspect="1"/>
          </p:cNvPicPr>
          <p:nvPr>
            <p:custDataLst>
              <p:tags r:id="rId44"/>
            </p:custDataLst>
          </p:nvPr>
        </p:nvPicPr>
        <p:blipFill>
          <a:blip r:embed="rId45"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rcRect l="-1795" t="-4167" r="-1795" b="-4167"/>
          <a:stretch>
            <a:fillRect/>
          </a:stretch>
        </p:blipFill>
        <p:spPr>
          <a:xfrm>
            <a:off x="2954655" y="5877560"/>
            <a:ext cx="128270" cy="123825"/>
          </a:xfrm>
          <a:prstGeom prst="rect">
            <a:avLst/>
          </a:prstGeom>
        </p:spPr>
      </p:pic>
      <p:sp>
        <p:nvSpPr>
          <p:cNvPr id="48" name="文本框 47"/>
          <p:cNvSpPr txBox="1"/>
          <p:nvPr>
            <p:custDataLst>
              <p:tags r:id="rId47"/>
            </p:custDataLst>
          </p:nvPr>
        </p:nvSpPr>
        <p:spPr>
          <a:xfrm>
            <a:off x="3140710" y="5849620"/>
            <a:ext cx="1651000" cy="16700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0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演示模式</a:t>
            </a:r>
            <a:r>
              <a:rPr lang="en-US" altLang="zh-CN" sz="10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</a:t>
            </a:r>
            <a:r>
              <a:rPr lang="zh-CN" altLang="en-US" sz="10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实时路径渲染</a:t>
            </a:r>
            <a:endParaRPr lang="zh-CN" altLang="en-US" sz="10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9622479" y="2219325"/>
            <a:ext cx="2569521" cy="12811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9000" b="1">
                <a:solidFill>
                  <a:srgbClr val="1E40AF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sz="9000" b="1">
              <a:solidFill>
                <a:srgbClr val="1E40A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7259955" y="3662680"/>
            <a:ext cx="4460875" cy="90487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sz="5400" b="1" spc="15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拓展</a:t>
            </a:r>
            <a:r>
              <a:rPr sz="5400" b="1" spc="15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对比分析</a:t>
            </a:r>
            <a:endParaRPr sz="5400" b="1" spc="15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457200" y="409575"/>
            <a:ext cx="4057650" cy="5715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3000" b="1" spc="75">
                <a:solidFill>
                  <a:srgbClr val="1E40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经典</a:t>
            </a:r>
            <a:r>
              <a:rPr lang="en-US" altLang="zh-CN" sz="3000" b="1" spc="75">
                <a:solidFill>
                  <a:srgbClr val="1E40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DFS vs </a:t>
            </a:r>
            <a:r>
              <a:rPr lang="zh-CN" altLang="en-US" sz="3000" b="1" spc="75">
                <a:solidFill>
                  <a:srgbClr val="1E40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完全</a:t>
            </a:r>
            <a:r>
              <a:rPr lang="en-US" altLang="zh-CN" sz="3000" b="1" spc="75">
                <a:solidFill>
                  <a:srgbClr val="1E40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DFS</a:t>
            </a:r>
            <a:endParaRPr lang="en-US" altLang="zh-CN" sz="3000" b="1" spc="75">
              <a:solidFill>
                <a:srgbClr val="1E40A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任意多边形 2"/>
          <p:cNvSpPr/>
          <p:nvPr>
            <p:custDataLst>
              <p:tags r:id="rId2"/>
            </p:custDataLst>
          </p:nvPr>
        </p:nvSpPr>
        <p:spPr>
          <a:xfrm>
            <a:off x="461645" y="1166495"/>
            <a:ext cx="5534025" cy="5229225"/>
          </a:xfrm>
          <a:custGeom>
            <a:avLst/>
            <a:gdLst>
              <a:gd name="sw" fmla="*/ 1 w 8715"/>
              <a:gd name="sh" fmla="*/ 1 h 8235"/>
              <a:gd name="mins" fmla="min sw sh"/>
              <a:gd name="dsw" fmla="+- 0 sw mins"/>
              <a:gd name="dsh" fmla="+- 0 sh mins"/>
              <a:gd name="p0x0" fmla="*/ 240 w 8715"/>
              <a:gd name="p0y0" fmla="*/ 0 h 8235"/>
              <a:gd name="p0x1" fmla="*/ 8475 w 8715"/>
              <a:gd name="p0y1" fmla="*/ 0 h 8235"/>
              <a:gd name="p0x2" fmla="*/ 8607 w 8715"/>
              <a:gd name="p0y2" fmla="*/ 0 h 8235"/>
              <a:gd name="p0x3" fmla="*/ 8715 w 8715"/>
              <a:gd name="p0y3" fmla="*/ 107 h 8235"/>
              <a:gd name="p0x4" fmla="*/ 8715 w 8715"/>
              <a:gd name="p0y4" fmla="*/ 240 h 8235"/>
              <a:gd name="p0x5" fmla="*/ 8715 w 8715"/>
              <a:gd name="p0y5" fmla="*/ 7995 h 8235"/>
              <a:gd name="p0x6" fmla="*/ 8715 w 8715"/>
              <a:gd name="p0y6" fmla="*/ 8127 h 8235"/>
              <a:gd name="p0x7" fmla="*/ 8607 w 8715"/>
              <a:gd name="p0y7" fmla="*/ 8235 h 8235"/>
              <a:gd name="p0x8" fmla="*/ 8475 w 8715"/>
              <a:gd name="p0y8" fmla="*/ 8235 h 8235"/>
              <a:gd name="p0x9" fmla="*/ 240 w 8715"/>
              <a:gd name="p0y9" fmla="*/ 8235 h 8235"/>
              <a:gd name="p0x10" fmla="*/ 107 w 8715"/>
              <a:gd name="p0y10" fmla="*/ 8235 h 8235"/>
              <a:gd name="p0x11" fmla="*/ 0 w 8715"/>
              <a:gd name="p0y11" fmla="*/ 8127 h 8235"/>
              <a:gd name="p0x12" fmla="*/ 0 w 8715"/>
              <a:gd name="p0y12" fmla="*/ 7995 h 8235"/>
              <a:gd name="p0x13" fmla="*/ 0 w 8715"/>
              <a:gd name="p0y13" fmla="*/ 240 h 8235"/>
              <a:gd name="p0x14" fmla="*/ 0 w 8715"/>
              <a:gd name="p0y14" fmla="*/ 107 h 8235"/>
              <a:gd name="p0x15" fmla="*/ 107 w 8715"/>
              <a:gd name="p0y15" fmla="*/ 0 h 8235"/>
              <a:gd name="p0x16" fmla="*/ 240 w 8715"/>
              <a:gd name="p0y16" fmla="*/ 0 h 82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1F5F9"/>
          </a:solidFill>
          <a:ln w="9525" cmpd="sng">
            <a:solidFill>
              <a:srgbClr val="E2E8F0"/>
            </a:solidFill>
            <a:prstDash val="solid"/>
          </a:ln>
          <a:effectLst>
            <a:outerShdw blurRad="85725" dist="38100" dir="5399999" sx="99656" sy="99636" algn="ctr" rotWithShape="0">
              <a:srgbClr val="000000">
                <a:alpha val="10196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99" name="组合 98"/>
          <p:cNvGrpSpPr/>
          <p:nvPr/>
        </p:nvGrpSpPr>
        <p:grpSpPr>
          <a:xfrm>
            <a:off x="466725" y="1171575"/>
            <a:ext cx="5524500" cy="842645"/>
            <a:chOff x="735" y="1845"/>
            <a:chExt cx="8700" cy="1327"/>
          </a:xfrm>
        </p:grpSpPr>
        <p:sp>
          <p:nvSpPr>
            <p:cNvPr id="4" name="任意多边形 3"/>
            <p:cNvSpPr/>
            <p:nvPr>
              <p:custDataLst>
                <p:tags r:id="rId3"/>
              </p:custDataLst>
            </p:nvPr>
          </p:nvSpPr>
          <p:spPr>
            <a:xfrm>
              <a:off x="735" y="1845"/>
              <a:ext cx="8700" cy="1327"/>
            </a:xfrm>
            <a:custGeom>
              <a:avLst/>
              <a:gdLst>
                <a:gd name="sw" fmla="*/ 1 w 8700"/>
                <a:gd name="sh" fmla="*/ 1 h 1327"/>
                <a:gd name="mins" fmla="min sw sh"/>
                <a:gd name="dsw" fmla="+- 0 sw mins"/>
                <a:gd name="dsh" fmla="+- 0 sh mins"/>
                <a:gd name="p0x0" fmla="*/ 0 w 8700"/>
                <a:gd name="p0y0" fmla="*/ 0 h 1327"/>
                <a:gd name="p0x1" fmla="*/ 8700 w 8700"/>
                <a:gd name="p0y1" fmla="*/ 0 h 1327"/>
                <a:gd name="p0x2" fmla="*/ 8700 w 8700"/>
                <a:gd name="p0y2" fmla="*/ 1327 h 1327"/>
                <a:gd name="p0x3" fmla="*/ 0 w 8700"/>
                <a:gd name="p0y3" fmla="*/ 1327 h 1327"/>
                <a:gd name="p0x4" fmla="*/ 0 w 8700"/>
                <a:gd name="p0y4" fmla="*/ 0 h 1327"/>
              </a:gdLst>
              <a:ahLst/>
              <a:cxnLst/>
              <a:pathLst>
                <a:path w="8700" h="1327">
                  <a:moveTo>
                    <a:pt x="240" y="0"/>
                  </a:moveTo>
                  <a:lnTo>
                    <a:pt x="8460" y="0"/>
                  </a:lnTo>
                  <a:cubicBezTo>
                    <a:pt x="8593" y="0"/>
                    <a:pt x="8700" y="107"/>
                    <a:pt x="8700" y="240"/>
                  </a:cubicBezTo>
                  <a:lnTo>
                    <a:pt x="8700" y="1327"/>
                  </a:lnTo>
                  <a:lnTo>
                    <a:pt x="0" y="1327"/>
                  </a:lnTo>
                  <a:lnTo>
                    <a:pt x="0" y="240"/>
                  </a:lnTo>
                  <a:cubicBezTo>
                    <a:pt x="0" y="107"/>
                    <a:pt x="107" y="0"/>
                    <a:pt x="240" y="0"/>
                  </a:cubicBezTo>
                  <a:close/>
                </a:path>
              </a:pathLst>
            </a:custGeom>
            <a:solidFill>
              <a:srgbClr val="EFF6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/>
            </a:p>
          </p:txBody>
        </p:sp>
        <p:sp>
          <p:nvSpPr>
            <p:cNvPr id="5" name="任意多边形 4"/>
            <p:cNvSpPr/>
            <p:nvPr>
              <p:custDataLst>
                <p:tags r:id="rId4"/>
              </p:custDataLst>
            </p:nvPr>
          </p:nvSpPr>
          <p:spPr>
            <a:xfrm>
              <a:off x="735" y="3142"/>
              <a:ext cx="8700" cy="30"/>
            </a:xfrm>
            <a:custGeom>
              <a:avLst/>
              <a:gdLst>
                <a:gd name="sw" fmla="*/ 1 w 8700"/>
                <a:gd name="sh" fmla="*/ 1 h 30"/>
                <a:gd name="mins" fmla="min sw sh"/>
                <a:gd name="dsw" fmla="+- 0 sw mins"/>
                <a:gd name="dsh" fmla="+- 0 sh mins"/>
                <a:gd name="p0x0" fmla="*/ 8700 w 8700"/>
                <a:gd name="p0y0" fmla="*/ 30 h 30"/>
                <a:gd name="p0x1" fmla="*/ 0 w 8700"/>
                <a:gd name="p0y1" fmla="*/ 30 h 30"/>
                <a:gd name="p0x2" fmla="*/ 0 w 8700"/>
                <a:gd name="p0y2" fmla="*/ 0 h 30"/>
                <a:gd name="p0x3" fmla="*/ 8700 w 8700"/>
                <a:gd name="p0y3" fmla="*/ 0 h 30"/>
                <a:gd name="p0x4" fmla="*/ 8700 w 8700"/>
                <a:gd name="p0y4" fmla="*/ 30 h 30"/>
              </a:gdLst>
              <a:ahLst/>
              <a:cxnLst/>
              <a:pathLst>
                <a:path w="8700" h="30">
                  <a:moveTo>
                    <a:pt x="8700" y="0"/>
                  </a:moveTo>
                  <a:lnTo>
                    <a:pt x="8700" y="30"/>
                  </a:lnTo>
                  <a:lnTo>
                    <a:pt x="0" y="30"/>
                  </a:lnTo>
                  <a:lnTo>
                    <a:pt x="0" y="0"/>
                  </a:lnTo>
                  <a:lnTo>
                    <a:pt x="8700" y="0"/>
                  </a:lnTo>
                  <a:close/>
                </a:path>
              </a:pathLst>
            </a:custGeom>
            <a:solidFill>
              <a:srgbClr val="000000">
                <a:alpha val="5098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/>
            </a:p>
          </p:txBody>
        </p:sp>
      </p:grp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695325" y="1343025"/>
            <a:ext cx="1019175" cy="3048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650" b="1">
                <a:solidFill>
                  <a:srgbClr val="1E40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经典</a:t>
            </a:r>
            <a:r>
              <a:rPr lang="en-US" altLang="zh-CN" sz="1650" b="1">
                <a:solidFill>
                  <a:srgbClr val="1E40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DFS</a:t>
            </a:r>
            <a:endParaRPr lang="en-US" altLang="zh-CN" sz="1650" b="1">
              <a:solidFill>
                <a:srgbClr val="1E40A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6"/>
            </p:custDataLst>
          </p:nvPr>
        </p:nvSpPr>
        <p:spPr>
          <a:xfrm>
            <a:off x="695325" y="1647825"/>
            <a:ext cx="1133475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975" spc="75">
                <a:solidFill>
                  <a:srgbClr val="1E40A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Standard DFS</a:t>
            </a:r>
            <a:endParaRPr sz="975" spc="75">
              <a:solidFill>
                <a:srgbClr val="1E40AF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t="-1562" b="-1562"/>
          <a:stretch>
            <a:fillRect/>
          </a:stretch>
        </p:blipFill>
        <p:spPr>
          <a:xfrm>
            <a:off x="5457825" y="1426210"/>
            <a:ext cx="304800" cy="314325"/>
          </a:xfrm>
          <a:prstGeom prst="rect">
            <a:avLst/>
          </a:prstGeom>
        </p:spPr>
      </p:pic>
      <p:sp>
        <p:nvSpPr>
          <p:cNvPr id="10" name="矩形 9"/>
          <p:cNvSpPr/>
          <p:nvPr>
            <p:custDataLst>
              <p:tags r:id="rId10"/>
            </p:custDataLst>
          </p:nvPr>
        </p:nvSpPr>
        <p:spPr>
          <a:xfrm>
            <a:off x="904875" y="2433320"/>
            <a:ext cx="38100" cy="23431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400"/>
          </a:p>
        </p:txBody>
      </p:sp>
      <p:grpSp>
        <p:nvGrpSpPr>
          <p:cNvPr id="104" name="组合 103"/>
          <p:cNvGrpSpPr/>
          <p:nvPr/>
        </p:nvGrpSpPr>
        <p:grpSpPr>
          <a:xfrm>
            <a:off x="695325" y="5543550"/>
            <a:ext cx="5067300" cy="618490"/>
            <a:chOff x="1095" y="8730"/>
            <a:chExt cx="7980" cy="974"/>
          </a:xfrm>
        </p:grpSpPr>
        <p:sp>
          <p:nvSpPr>
            <p:cNvPr id="39" name="任意多边形 38"/>
            <p:cNvSpPr/>
            <p:nvPr>
              <p:custDataLst>
                <p:tags r:id="rId11"/>
              </p:custDataLst>
            </p:nvPr>
          </p:nvSpPr>
          <p:spPr>
            <a:xfrm>
              <a:off x="1095" y="8730"/>
              <a:ext cx="7980" cy="975"/>
            </a:xfrm>
            <a:custGeom>
              <a:avLst/>
              <a:gdLst>
                <a:gd name="sw" fmla="*/ 1 w 7980"/>
                <a:gd name="sh" fmla="*/ 1 h 975"/>
                <a:gd name="mins" fmla="min sw sh"/>
                <a:gd name="dsw" fmla="+- 0 sw mins"/>
                <a:gd name="dsh" fmla="+- 0 sh mins"/>
                <a:gd name="p0x0" fmla="*/ 0 w 7980"/>
                <a:gd name="p0y0" fmla="*/ 0 h 975"/>
                <a:gd name="p0x1" fmla="*/ 7980 w 7980"/>
                <a:gd name="p0y1" fmla="*/ 0 h 975"/>
                <a:gd name="p0x2" fmla="*/ 7980 w 7980"/>
                <a:gd name="p0y2" fmla="*/ 975 h 975"/>
                <a:gd name="p0x3" fmla="*/ 0 w 7980"/>
                <a:gd name="p0y3" fmla="*/ 975 h 975"/>
                <a:gd name="p0x4" fmla="*/ 0 w 7980"/>
                <a:gd name="p0y4" fmla="*/ 0 h 97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0" name="任意多边形 39"/>
            <p:cNvSpPr/>
            <p:nvPr>
              <p:custDataLst>
                <p:tags r:id="rId12"/>
              </p:custDataLst>
            </p:nvPr>
          </p:nvSpPr>
          <p:spPr>
            <a:xfrm>
              <a:off x="1095" y="8730"/>
              <a:ext cx="7980" cy="30"/>
            </a:xfrm>
            <a:custGeom>
              <a:avLst/>
              <a:gdLst>
                <a:gd name="sw" fmla="*/ 1 w 7980"/>
                <a:gd name="sh" fmla="*/ 1 h 30"/>
                <a:gd name="mins" fmla="min sw sh"/>
                <a:gd name="dsw" fmla="+- 0 sw mins"/>
                <a:gd name="dsh" fmla="+- 0 sh mins"/>
                <a:gd name="p0x0" fmla="*/ 0 w 7980"/>
                <a:gd name="p0y0" fmla="*/ 0 h 30"/>
                <a:gd name="p0x1" fmla="*/ 60 w 7980"/>
                <a:gd name="p0y1" fmla="*/ 0 h 30"/>
                <a:gd name="p0x2" fmla="*/ 60 w 7980"/>
                <a:gd name="p0y2" fmla="*/ 30 h 30"/>
                <a:gd name="p0x3" fmla="*/ 0 w 7980"/>
                <a:gd name="p0y3" fmla="*/ 30 h 30"/>
                <a:gd name="p0x4" fmla="*/ 0 w 7980"/>
                <a:gd name="p0y4" fmla="*/ 0 h 30"/>
                <a:gd name="p0x5" fmla="*/ 90 w 7980"/>
                <a:gd name="p0y5" fmla="*/ 0 h 30"/>
                <a:gd name="p0x6" fmla="*/ 149 w 7980"/>
                <a:gd name="p0y6" fmla="*/ 0 h 30"/>
                <a:gd name="p0x7" fmla="*/ 150 w 7980"/>
                <a:gd name="p0y7" fmla="*/ 30 h 30"/>
                <a:gd name="p0x8" fmla="*/ 90 w 7980"/>
                <a:gd name="p0y8" fmla="*/ 30 h 30"/>
                <a:gd name="p0x9" fmla="*/ 90 w 7980"/>
                <a:gd name="p0y9" fmla="*/ 0 h 30"/>
                <a:gd name="p0x10" fmla="*/ 180 w 7980"/>
                <a:gd name="p0y10" fmla="*/ 0 h 30"/>
                <a:gd name="p0x11" fmla="*/ 240 w 7980"/>
                <a:gd name="p0y11" fmla="*/ 0 h 30"/>
                <a:gd name="p0x12" fmla="*/ 240 w 7980"/>
                <a:gd name="p0y12" fmla="*/ 30 h 30"/>
                <a:gd name="p0x13" fmla="*/ 180 w 7980"/>
                <a:gd name="p0y13" fmla="*/ 30 h 30"/>
                <a:gd name="p0x14" fmla="*/ 180 w 7980"/>
                <a:gd name="p0y14" fmla="*/ 0 h 30"/>
                <a:gd name="p0x15" fmla="*/ 270 w 7980"/>
                <a:gd name="p0y15" fmla="*/ 0 h 30"/>
                <a:gd name="p0x16" fmla="*/ 330 w 7980"/>
                <a:gd name="p0y16" fmla="*/ 0 h 30"/>
                <a:gd name="p0x17" fmla="*/ 330 w 7980"/>
                <a:gd name="p0y17" fmla="*/ 30 h 30"/>
                <a:gd name="p0x18" fmla="*/ 270 w 7980"/>
                <a:gd name="p0y18" fmla="*/ 30 h 30"/>
                <a:gd name="p0x19" fmla="*/ 270 w 7980"/>
                <a:gd name="p0y19" fmla="*/ 0 h 30"/>
                <a:gd name="p0x20" fmla="*/ 360 w 7980"/>
                <a:gd name="p0y20" fmla="*/ 0 h 30"/>
                <a:gd name="p0x21" fmla="*/ 420 w 7980"/>
                <a:gd name="p0y21" fmla="*/ 0 h 30"/>
                <a:gd name="p0x22" fmla="*/ 420 w 7980"/>
                <a:gd name="p0y22" fmla="*/ 30 h 30"/>
                <a:gd name="p0x23" fmla="*/ 360 w 7980"/>
                <a:gd name="p0y23" fmla="*/ 30 h 30"/>
                <a:gd name="p0x24" fmla="*/ 360 w 7980"/>
                <a:gd name="p0y24" fmla="*/ 0 h 30"/>
                <a:gd name="p0x25" fmla="*/ 450 w 7980"/>
                <a:gd name="p0y25" fmla="*/ 0 h 30"/>
                <a:gd name="p0x26" fmla="*/ 509 w 7980"/>
                <a:gd name="p0y26" fmla="*/ 0 h 30"/>
                <a:gd name="p0x27" fmla="*/ 510 w 7980"/>
                <a:gd name="p0y27" fmla="*/ 30 h 30"/>
                <a:gd name="p0x28" fmla="*/ 449 w 7980"/>
                <a:gd name="p0y28" fmla="*/ 30 h 30"/>
                <a:gd name="p0x29" fmla="*/ 450 w 7980"/>
                <a:gd name="p0y29" fmla="*/ 0 h 30"/>
                <a:gd name="p0x30" fmla="*/ 539 w 7980"/>
                <a:gd name="p0y30" fmla="*/ 0 h 30"/>
                <a:gd name="p0x31" fmla="*/ 600 w 7980"/>
                <a:gd name="p0y31" fmla="*/ 0 h 30"/>
                <a:gd name="p0x32" fmla="*/ 600 w 7980"/>
                <a:gd name="p0y32" fmla="*/ 30 h 30"/>
                <a:gd name="p0x33" fmla="*/ 540 w 7980"/>
                <a:gd name="p0y33" fmla="*/ 30 h 30"/>
                <a:gd name="p0x34" fmla="*/ 539 w 7980"/>
                <a:gd name="p0y34" fmla="*/ 0 h 30"/>
                <a:gd name="p0x35" fmla="*/ 629 w 7980"/>
                <a:gd name="p0y35" fmla="*/ 0 h 30"/>
                <a:gd name="p0x36" fmla="*/ 690 w 7980"/>
                <a:gd name="p0y36" fmla="*/ 0 h 30"/>
                <a:gd name="p0x37" fmla="*/ 690 w 7980"/>
                <a:gd name="p0y37" fmla="*/ 30 h 30"/>
                <a:gd name="p0x38" fmla="*/ 630 w 7980"/>
                <a:gd name="p0y38" fmla="*/ 30 h 30"/>
                <a:gd name="p0x39" fmla="*/ 629 w 7980"/>
                <a:gd name="p0y39" fmla="*/ 0 h 30"/>
                <a:gd name="p0x40" fmla="*/ 720 w 7980"/>
                <a:gd name="p0y40" fmla="*/ 0 h 30"/>
                <a:gd name="p0x41" fmla="*/ 779 w 7980"/>
                <a:gd name="p0y41" fmla="*/ 0 h 30"/>
                <a:gd name="p0x42" fmla="*/ 780 w 7980"/>
                <a:gd name="p0y42" fmla="*/ 30 h 30"/>
                <a:gd name="p0x43" fmla="*/ 720 w 7980"/>
                <a:gd name="p0y43" fmla="*/ 30 h 30"/>
                <a:gd name="p0x44" fmla="*/ 720 w 7980"/>
                <a:gd name="p0y44" fmla="*/ 0 h 30"/>
                <a:gd name="p0x45" fmla="*/ 810 w 7980"/>
                <a:gd name="p0y45" fmla="*/ 0 h 30"/>
                <a:gd name="p0x46" fmla="*/ 870 w 7980"/>
                <a:gd name="p0y46" fmla="*/ 0 h 30"/>
                <a:gd name="p0x47" fmla="*/ 870 w 7980"/>
                <a:gd name="p0y47" fmla="*/ 30 h 30"/>
                <a:gd name="p0x48" fmla="*/ 810 w 7980"/>
                <a:gd name="p0y48" fmla="*/ 30 h 30"/>
                <a:gd name="p0x49" fmla="*/ 810 w 7980"/>
                <a:gd name="p0y49" fmla="*/ 0 h 30"/>
                <a:gd name="p0x50" fmla="*/ 900 w 7980"/>
                <a:gd name="p0y50" fmla="*/ 0 h 30"/>
                <a:gd name="p0x51" fmla="*/ 960 w 7980"/>
                <a:gd name="p0y51" fmla="*/ 0 h 30"/>
                <a:gd name="p0x52" fmla="*/ 960 w 7980"/>
                <a:gd name="p0y52" fmla="*/ 30 h 30"/>
                <a:gd name="p0x53" fmla="*/ 900 w 7980"/>
                <a:gd name="p0y53" fmla="*/ 30 h 30"/>
                <a:gd name="p0x54" fmla="*/ 900 w 7980"/>
                <a:gd name="p0y54" fmla="*/ 0 h 30"/>
                <a:gd name="p0x55" fmla="*/ 990 w 7980"/>
                <a:gd name="p0y55" fmla="*/ 0 h 30"/>
                <a:gd name="p0x56" fmla="*/ 1050 w 7980"/>
                <a:gd name="p0y56" fmla="*/ 0 h 30"/>
                <a:gd name="p0x57" fmla="*/ 1050 w 7980"/>
                <a:gd name="p0y57" fmla="*/ 30 h 30"/>
                <a:gd name="p0x58" fmla="*/ 990 w 7980"/>
                <a:gd name="p0y58" fmla="*/ 30 h 30"/>
                <a:gd name="p0x59" fmla="*/ 990 w 7980"/>
                <a:gd name="p0y59" fmla="*/ 0 h 30"/>
                <a:gd name="p0x60" fmla="*/ 1080 w 7980"/>
                <a:gd name="p0y60" fmla="*/ 0 h 30"/>
                <a:gd name="p0x61" fmla="*/ 1140 w 7980"/>
                <a:gd name="p0y61" fmla="*/ 0 h 30"/>
                <a:gd name="p0x62" fmla="*/ 1140 w 7980"/>
                <a:gd name="p0y62" fmla="*/ 30 h 30"/>
                <a:gd name="p0x63" fmla="*/ 1080 w 7980"/>
                <a:gd name="p0y63" fmla="*/ 30 h 30"/>
                <a:gd name="p0x64" fmla="*/ 1080 w 7980"/>
                <a:gd name="p0y64" fmla="*/ 0 h 30"/>
                <a:gd name="p0x65" fmla="*/ 1170 w 7980"/>
                <a:gd name="p0y65" fmla="*/ 0 h 30"/>
                <a:gd name="p0x66" fmla="*/ 1230 w 7980"/>
                <a:gd name="p0y66" fmla="*/ 0 h 30"/>
                <a:gd name="p0x67" fmla="*/ 1230 w 7980"/>
                <a:gd name="p0y67" fmla="*/ 30 h 30"/>
                <a:gd name="p0x68" fmla="*/ 1170 w 7980"/>
                <a:gd name="p0y68" fmla="*/ 30 h 30"/>
                <a:gd name="p0x69" fmla="*/ 1170 w 7980"/>
                <a:gd name="p0y69" fmla="*/ 0 h 30"/>
                <a:gd name="p0x70" fmla="*/ 1260 w 7980"/>
                <a:gd name="p0y70" fmla="*/ 0 h 30"/>
                <a:gd name="p0x71" fmla="*/ 1320 w 7980"/>
                <a:gd name="p0y71" fmla="*/ 0 h 30"/>
                <a:gd name="p0x72" fmla="*/ 1320 w 7980"/>
                <a:gd name="p0y72" fmla="*/ 30 h 30"/>
                <a:gd name="p0x73" fmla="*/ 1260 w 7980"/>
                <a:gd name="p0y73" fmla="*/ 30 h 30"/>
                <a:gd name="p0x74" fmla="*/ 1260 w 7980"/>
                <a:gd name="p0y74" fmla="*/ 0 h 30"/>
                <a:gd name="p0x75" fmla="*/ 1350 w 7980"/>
                <a:gd name="p0y75" fmla="*/ 0 h 30"/>
                <a:gd name="p0x76" fmla="*/ 1410 w 7980"/>
                <a:gd name="p0y76" fmla="*/ 0 h 30"/>
                <a:gd name="p0x77" fmla="*/ 1410 w 7980"/>
                <a:gd name="p0y77" fmla="*/ 30 h 30"/>
                <a:gd name="p0x78" fmla="*/ 1350 w 7980"/>
                <a:gd name="p0y78" fmla="*/ 30 h 30"/>
                <a:gd name="p0x79" fmla="*/ 1350 w 7980"/>
                <a:gd name="p0y79" fmla="*/ 0 h 30"/>
                <a:gd name="p0x80" fmla="*/ 1440 w 7980"/>
                <a:gd name="p0y80" fmla="*/ 0 h 30"/>
                <a:gd name="p0x81" fmla="*/ 1500 w 7980"/>
                <a:gd name="p0y81" fmla="*/ 0 h 30"/>
                <a:gd name="p0x82" fmla="*/ 1500 w 7980"/>
                <a:gd name="p0y82" fmla="*/ 30 h 30"/>
                <a:gd name="p0x83" fmla="*/ 1440 w 7980"/>
                <a:gd name="p0y83" fmla="*/ 30 h 30"/>
                <a:gd name="p0x84" fmla="*/ 1440 w 7980"/>
                <a:gd name="p0y84" fmla="*/ 0 h 30"/>
                <a:gd name="p0x85" fmla="*/ 1530 w 7980"/>
                <a:gd name="p0y85" fmla="*/ 0 h 30"/>
                <a:gd name="p0x86" fmla="*/ 1590 w 7980"/>
                <a:gd name="p0y86" fmla="*/ 0 h 30"/>
                <a:gd name="p0x87" fmla="*/ 1590 w 7980"/>
                <a:gd name="p0y87" fmla="*/ 30 h 30"/>
                <a:gd name="p0x88" fmla="*/ 1530 w 7980"/>
                <a:gd name="p0y88" fmla="*/ 30 h 30"/>
                <a:gd name="p0x89" fmla="*/ 1530 w 7980"/>
                <a:gd name="p0y89" fmla="*/ 0 h 30"/>
                <a:gd name="p0x90" fmla="*/ 1620 w 7980"/>
                <a:gd name="p0y90" fmla="*/ 0 h 30"/>
                <a:gd name="p0x91" fmla="*/ 1680 w 7980"/>
                <a:gd name="p0y91" fmla="*/ 0 h 30"/>
                <a:gd name="p0x92" fmla="*/ 1680 w 7980"/>
                <a:gd name="p0y92" fmla="*/ 30 h 30"/>
                <a:gd name="p0x93" fmla="*/ 1620 w 7980"/>
                <a:gd name="p0y93" fmla="*/ 30 h 30"/>
                <a:gd name="p0x94" fmla="*/ 1620 w 7980"/>
                <a:gd name="p0y94" fmla="*/ 0 h 30"/>
                <a:gd name="p0x95" fmla="*/ 1710 w 7980"/>
                <a:gd name="p0y95" fmla="*/ 0 h 30"/>
                <a:gd name="p0x96" fmla="*/ 1770 w 7980"/>
                <a:gd name="p0y96" fmla="*/ 0 h 30"/>
                <a:gd name="p0x97" fmla="*/ 1770 w 7980"/>
                <a:gd name="p0y97" fmla="*/ 30 h 30"/>
                <a:gd name="p0x98" fmla="*/ 1710 w 7980"/>
                <a:gd name="p0y98" fmla="*/ 30 h 30"/>
                <a:gd name="p0x99" fmla="*/ 1710 w 7980"/>
                <a:gd name="p0y99" fmla="*/ 0 h 30"/>
                <a:gd name="p0x100" fmla="*/ 1800 w 7980"/>
                <a:gd name="p0y100" fmla="*/ 0 h 30"/>
                <a:gd name="p0x101" fmla="*/ 1860 w 7980"/>
                <a:gd name="p0y101" fmla="*/ 0 h 30"/>
                <a:gd name="p0x102" fmla="*/ 1860 w 7980"/>
                <a:gd name="p0y102" fmla="*/ 30 h 30"/>
                <a:gd name="p0x103" fmla="*/ 1800 w 7980"/>
                <a:gd name="p0y103" fmla="*/ 30 h 30"/>
                <a:gd name="p0x104" fmla="*/ 1800 w 7980"/>
                <a:gd name="p0y104" fmla="*/ 0 h 30"/>
                <a:gd name="p0x105" fmla="*/ 1890 w 7980"/>
                <a:gd name="p0y105" fmla="*/ 0 h 30"/>
                <a:gd name="p0x106" fmla="*/ 1950 w 7980"/>
                <a:gd name="p0y106" fmla="*/ 0 h 30"/>
                <a:gd name="p0x107" fmla="*/ 1950 w 7980"/>
                <a:gd name="p0y107" fmla="*/ 30 h 30"/>
                <a:gd name="p0x108" fmla="*/ 1890 w 7980"/>
                <a:gd name="p0y108" fmla="*/ 30 h 30"/>
                <a:gd name="p0x109" fmla="*/ 1890 w 7980"/>
                <a:gd name="p0y109" fmla="*/ 0 h 30"/>
                <a:gd name="p0x110" fmla="*/ 1980 w 7980"/>
                <a:gd name="p0y110" fmla="*/ 0 h 30"/>
                <a:gd name="p0x111" fmla="*/ 2040 w 7980"/>
                <a:gd name="p0y111" fmla="*/ 0 h 30"/>
                <a:gd name="p0x112" fmla="*/ 2040 w 7980"/>
                <a:gd name="p0y112" fmla="*/ 30 h 30"/>
                <a:gd name="p0x113" fmla="*/ 1980 w 7980"/>
                <a:gd name="p0y113" fmla="*/ 30 h 30"/>
                <a:gd name="p0x114" fmla="*/ 1980 w 7980"/>
                <a:gd name="p0y114" fmla="*/ 0 h 30"/>
                <a:gd name="p0x115" fmla="*/ 2070 w 7980"/>
                <a:gd name="p0y115" fmla="*/ 0 h 30"/>
                <a:gd name="p0x116" fmla="*/ 2130 w 7980"/>
                <a:gd name="p0y116" fmla="*/ 0 h 30"/>
                <a:gd name="p0x117" fmla="*/ 2130 w 7980"/>
                <a:gd name="p0y117" fmla="*/ 30 h 30"/>
                <a:gd name="p0x118" fmla="*/ 2070 w 7980"/>
                <a:gd name="p0y118" fmla="*/ 30 h 30"/>
                <a:gd name="p0x119" fmla="*/ 2070 w 7980"/>
                <a:gd name="p0y119" fmla="*/ 0 h 30"/>
                <a:gd name="p0x120" fmla="*/ 2160 w 7980"/>
                <a:gd name="p0y120" fmla="*/ 0 h 30"/>
                <a:gd name="p0x121" fmla="*/ 2220 w 7980"/>
                <a:gd name="p0y121" fmla="*/ 0 h 30"/>
                <a:gd name="p0x122" fmla="*/ 2220 w 7980"/>
                <a:gd name="p0y122" fmla="*/ 30 h 30"/>
                <a:gd name="p0x123" fmla="*/ 2160 w 7980"/>
                <a:gd name="p0y123" fmla="*/ 30 h 30"/>
                <a:gd name="p0x124" fmla="*/ 2160 w 7980"/>
                <a:gd name="p0y124" fmla="*/ 0 h 30"/>
                <a:gd name="p0x125" fmla="*/ 2250 w 7980"/>
                <a:gd name="p0y125" fmla="*/ 0 h 30"/>
                <a:gd name="p0x126" fmla="*/ 2310 w 7980"/>
                <a:gd name="p0y126" fmla="*/ 0 h 30"/>
                <a:gd name="p0x127" fmla="*/ 2310 w 7980"/>
                <a:gd name="p0y127" fmla="*/ 30 h 30"/>
                <a:gd name="p0x128" fmla="*/ 2250 w 7980"/>
                <a:gd name="p0y128" fmla="*/ 30 h 30"/>
                <a:gd name="p0x129" fmla="*/ 2250 w 7980"/>
                <a:gd name="p0y129" fmla="*/ 0 h 30"/>
                <a:gd name="p0x130" fmla="*/ 2340 w 7980"/>
                <a:gd name="p0y130" fmla="*/ 0 h 30"/>
                <a:gd name="p0x131" fmla="*/ 2400 w 7980"/>
                <a:gd name="p0y131" fmla="*/ 0 h 30"/>
                <a:gd name="p0x132" fmla="*/ 2400 w 7980"/>
                <a:gd name="p0y132" fmla="*/ 30 h 30"/>
                <a:gd name="p0x133" fmla="*/ 2340 w 7980"/>
                <a:gd name="p0y133" fmla="*/ 30 h 30"/>
                <a:gd name="p0x134" fmla="*/ 2340 w 7980"/>
                <a:gd name="p0y134" fmla="*/ 0 h 30"/>
                <a:gd name="p0x135" fmla="*/ 2430 w 7980"/>
                <a:gd name="p0y135" fmla="*/ 0 h 30"/>
                <a:gd name="p0x136" fmla="*/ 2490 w 7980"/>
                <a:gd name="p0y136" fmla="*/ 0 h 30"/>
                <a:gd name="p0x137" fmla="*/ 2490 w 7980"/>
                <a:gd name="p0y137" fmla="*/ 30 h 30"/>
                <a:gd name="p0x138" fmla="*/ 2430 w 7980"/>
                <a:gd name="p0y138" fmla="*/ 30 h 30"/>
                <a:gd name="p0x139" fmla="*/ 2430 w 7980"/>
                <a:gd name="p0y139" fmla="*/ 0 h 30"/>
                <a:gd name="p0x140" fmla="*/ 2520 w 7980"/>
                <a:gd name="p0y140" fmla="*/ 0 h 30"/>
                <a:gd name="p0x141" fmla="*/ 2580 w 7980"/>
                <a:gd name="p0y141" fmla="*/ 0 h 30"/>
                <a:gd name="p0x142" fmla="*/ 2580 w 7980"/>
                <a:gd name="p0y142" fmla="*/ 30 h 30"/>
                <a:gd name="p0x143" fmla="*/ 2520 w 7980"/>
                <a:gd name="p0y143" fmla="*/ 30 h 30"/>
                <a:gd name="p0x144" fmla="*/ 2520 w 7980"/>
                <a:gd name="p0y144" fmla="*/ 0 h 30"/>
                <a:gd name="p0x145" fmla="*/ 2610 w 7980"/>
                <a:gd name="p0y145" fmla="*/ 0 h 30"/>
                <a:gd name="p0x146" fmla="*/ 2670 w 7980"/>
                <a:gd name="p0y146" fmla="*/ 0 h 30"/>
                <a:gd name="p0x147" fmla="*/ 2670 w 7980"/>
                <a:gd name="p0y147" fmla="*/ 30 h 30"/>
                <a:gd name="p0x148" fmla="*/ 2610 w 7980"/>
                <a:gd name="p0y148" fmla="*/ 30 h 30"/>
                <a:gd name="p0x149" fmla="*/ 2610 w 7980"/>
                <a:gd name="p0y149" fmla="*/ 0 h 30"/>
                <a:gd name="p0x150" fmla="*/ 2700 w 7980"/>
                <a:gd name="p0y150" fmla="*/ 0 h 30"/>
                <a:gd name="p0x151" fmla="*/ 2760 w 7980"/>
                <a:gd name="p0y151" fmla="*/ 0 h 30"/>
                <a:gd name="p0x152" fmla="*/ 2760 w 7980"/>
                <a:gd name="p0y152" fmla="*/ 30 h 30"/>
                <a:gd name="p0x153" fmla="*/ 2700 w 7980"/>
                <a:gd name="p0y153" fmla="*/ 30 h 30"/>
                <a:gd name="p0x154" fmla="*/ 2700 w 7980"/>
                <a:gd name="p0y154" fmla="*/ 0 h 30"/>
                <a:gd name="p0x155" fmla="*/ 2790 w 7980"/>
                <a:gd name="p0y155" fmla="*/ 0 h 30"/>
                <a:gd name="p0x156" fmla="*/ 2850 w 7980"/>
                <a:gd name="p0y156" fmla="*/ 0 h 30"/>
                <a:gd name="p0x157" fmla="*/ 2850 w 7980"/>
                <a:gd name="p0y157" fmla="*/ 30 h 30"/>
                <a:gd name="p0x158" fmla="*/ 2790 w 7980"/>
                <a:gd name="p0y158" fmla="*/ 30 h 30"/>
                <a:gd name="p0x159" fmla="*/ 2790 w 7980"/>
                <a:gd name="p0y159" fmla="*/ 0 h 30"/>
                <a:gd name="p0x160" fmla="*/ 2880 w 7980"/>
                <a:gd name="p0y160" fmla="*/ 0 h 30"/>
                <a:gd name="p0x161" fmla="*/ 2940 w 7980"/>
                <a:gd name="p0y161" fmla="*/ 0 h 30"/>
                <a:gd name="p0x162" fmla="*/ 2940 w 7980"/>
                <a:gd name="p0y162" fmla="*/ 30 h 30"/>
                <a:gd name="p0x163" fmla="*/ 2880 w 7980"/>
                <a:gd name="p0y163" fmla="*/ 30 h 30"/>
                <a:gd name="p0x164" fmla="*/ 2880 w 7980"/>
                <a:gd name="p0y164" fmla="*/ 0 h 30"/>
                <a:gd name="p0x165" fmla="*/ 2970 w 7980"/>
                <a:gd name="p0y165" fmla="*/ 0 h 30"/>
                <a:gd name="p0x166" fmla="*/ 3030 w 7980"/>
                <a:gd name="p0y166" fmla="*/ 0 h 30"/>
                <a:gd name="p0x167" fmla="*/ 3030 w 7980"/>
                <a:gd name="p0y167" fmla="*/ 30 h 30"/>
                <a:gd name="p0x168" fmla="*/ 2970 w 7980"/>
                <a:gd name="p0y168" fmla="*/ 30 h 30"/>
                <a:gd name="p0x169" fmla="*/ 2970 w 7980"/>
                <a:gd name="p0y169" fmla="*/ 0 h 30"/>
                <a:gd name="p0x170" fmla="*/ 3060 w 7980"/>
                <a:gd name="p0y170" fmla="*/ 0 h 30"/>
                <a:gd name="p0x171" fmla="*/ 3120 w 7980"/>
                <a:gd name="p0y171" fmla="*/ 0 h 30"/>
                <a:gd name="p0x172" fmla="*/ 3120 w 7980"/>
                <a:gd name="p0y172" fmla="*/ 30 h 30"/>
                <a:gd name="p0x173" fmla="*/ 3060 w 7980"/>
                <a:gd name="p0y173" fmla="*/ 30 h 30"/>
                <a:gd name="p0x174" fmla="*/ 3060 w 7980"/>
                <a:gd name="p0y174" fmla="*/ 0 h 30"/>
                <a:gd name="p0x175" fmla="*/ 3150 w 7980"/>
                <a:gd name="p0y175" fmla="*/ 0 h 30"/>
                <a:gd name="p0x176" fmla="*/ 3210 w 7980"/>
                <a:gd name="p0y176" fmla="*/ 0 h 30"/>
                <a:gd name="p0x177" fmla="*/ 3210 w 7980"/>
                <a:gd name="p0y177" fmla="*/ 30 h 30"/>
                <a:gd name="p0x178" fmla="*/ 3150 w 7980"/>
                <a:gd name="p0y178" fmla="*/ 30 h 30"/>
                <a:gd name="p0x179" fmla="*/ 3150 w 7980"/>
                <a:gd name="p0y179" fmla="*/ 0 h 30"/>
                <a:gd name="p0x180" fmla="*/ 3240 w 7980"/>
                <a:gd name="p0y180" fmla="*/ 0 h 30"/>
                <a:gd name="p0x181" fmla="*/ 3300 w 7980"/>
                <a:gd name="p0y181" fmla="*/ 0 h 30"/>
                <a:gd name="p0x182" fmla="*/ 3300 w 7980"/>
                <a:gd name="p0y182" fmla="*/ 30 h 30"/>
                <a:gd name="p0x183" fmla="*/ 3240 w 7980"/>
                <a:gd name="p0y183" fmla="*/ 30 h 30"/>
                <a:gd name="p0x184" fmla="*/ 3240 w 7980"/>
                <a:gd name="p0y184" fmla="*/ 0 h 30"/>
                <a:gd name="p0x185" fmla="*/ 3330 w 7980"/>
                <a:gd name="p0y185" fmla="*/ 0 h 30"/>
                <a:gd name="p0x186" fmla="*/ 3390 w 7980"/>
                <a:gd name="p0y186" fmla="*/ 0 h 30"/>
                <a:gd name="p0x187" fmla="*/ 3390 w 7980"/>
                <a:gd name="p0y187" fmla="*/ 30 h 30"/>
                <a:gd name="p0x188" fmla="*/ 3330 w 7980"/>
                <a:gd name="p0y188" fmla="*/ 30 h 30"/>
                <a:gd name="p0x189" fmla="*/ 3330 w 7980"/>
                <a:gd name="p0y189" fmla="*/ 0 h 30"/>
                <a:gd name="p0x190" fmla="*/ 3420 w 7980"/>
                <a:gd name="p0y190" fmla="*/ 0 h 30"/>
                <a:gd name="p0x191" fmla="*/ 3480 w 7980"/>
                <a:gd name="p0y191" fmla="*/ 0 h 30"/>
                <a:gd name="p0x192" fmla="*/ 3480 w 7980"/>
                <a:gd name="p0y192" fmla="*/ 30 h 30"/>
                <a:gd name="p0x193" fmla="*/ 3420 w 7980"/>
                <a:gd name="p0y193" fmla="*/ 30 h 30"/>
                <a:gd name="p0x194" fmla="*/ 3420 w 7980"/>
                <a:gd name="p0y194" fmla="*/ 0 h 30"/>
                <a:gd name="p0x195" fmla="*/ 3510 w 7980"/>
                <a:gd name="p0y195" fmla="*/ 0 h 30"/>
                <a:gd name="p0x196" fmla="*/ 3570 w 7980"/>
                <a:gd name="p0y196" fmla="*/ 0 h 30"/>
                <a:gd name="p0x197" fmla="*/ 3570 w 7980"/>
                <a:gd name="p0y197" fmla="*/ 30 h 30"/>
                <a:gd name="p0x198" fmla="*/ 3510 w 7980"/>
                <a:gd name="p0y198" fmla="*/ 30 h 30"/>
                <a:gd name="p0x199" fmla="*/ 3510 w 7980"/>
                <a:gd name="p0y199" fmla="*/ 0 h 30"/>
                <a:gd name="p0x200" fmla="*/ 3600 w 7980"/>
                <a:gd name="p0y200" fmla="*/ 0 h 30"/>
                <a:gd name="p0x201" fmla="*/ 3660 w 7980"/>
                <a:gd name="p0y201" fmla="*/ 0 h 30"/>
                <a:gd name="p0x202" fmla="*/ 3660 w 7980"/>
                <a:gd name="p0y202" fmla="*/ 30 h 30"/>
                <a:gd name="p0x203" fmla="*/ 3600 w 7980"/>
                <a:gd name="p0y203" fmla="*/ 30 h 30"/>
                <a:gd name="p0x204" fmla="*/ 3600 w 7980"/>
                <a:gd name="p0y204" fmla="*/ 0 h 30"/>
                <a:gd name="p0x205" fmla="*/ 3690 w 7980"/>
                <a:gd name="p0y205" fmla="*/ 0 h 30"/>
                <a:gd name="p0x206" fmla="*/ 3750 w 7980"/>
                <a:gd name="p0y206" fmla="*/ 0 h 30"/>
                <a:gd name="p0x207" fmla="*/ 3750 w 7980"/>
                <a:gd name="p0y207" fmla="*/ 30 h 30"/>
                <a:gd name="p0x208" fmla="*/ 3690 w 7980"/>
                <a:gd name="p0y208" fmla="*/ 30 h 30"/>
                <a:gd name="p0x209" fmla="*/ 3690 w 7980"/>
                <a:gd name="p0y209" fmla="*/ 0 h 30"/>
                <a:gd name="p0x210" fmla="*/ 3780 w 7980"/>
                <a:gd name="p0y210" fmla="*/ 0 h 30"/>
                <a:gd name="p0x211" fmla="*/ 3840 w 7980"/>
                <a:gd name="p0y211" fmla="*/ 0 h 30"/>
                <a:gd name="p0x212" fmla="*/ 3840 w 7980"/>
                <a:gd name="p0y212" fmla="*/ 30 h 30"/>
                <a:gd name="p0x213" fmla="*/ 3780 w 7980"/>
                <a:gd name="p0y213" fmla="*/ 30 h 30"/>
                <a:gd name="p0x214" fmla="*/ 3780 w 7980"/>
                <a:gd name="p0y214" fmla="*/ 0 h 30"/>
                <a:gd name="p0x215" fmla="*/ 3870 w 7980"/>
                <a:gd name="p0y215" fmla="*/ 0 h 30"/>
                <a:gd name="p0x216" fmla="*/ 3930 w 7980"/>
                <a:gd name="p0y216" fmla="*/ 0 h 30"/>
                <a:gd name="p0x217" fmla="*/ 3930 w 7980"/>
                <a:gd name="p0y217" fmla="*/ 30 h 30"/>
                <a:gd name="p0x218" fmla="*/ 3870 w 7980"/>
                <a:gd name="p0y218" fmla="*/ 30 h 30"/>
                <a:gd name="p0x219" fmla="*/ 3870 w 7980"/>
                <a:gd name="p0y219" fmla="*/ 0 h 30"/>
                <a:gd name="p0x220" fmla="*/ 3960 w 7980"/>
                <a:gd name="p0y220" fmla="*/ 0 h 30"/>
                <a:gd name="p0x221" fmla="*/ 4020 w 7980"/>
                <a:gd name="p0y221" fmla="*/ 0 h 30"/>
                <a:gd name="p0x222" fmla="*/ 4020 w 7980"/>
                <a:gd name="p0y222" fmla="*/ 30 h 30"/>
                <a:gd name="p0x223" fmla="*/ 3960 w 7980"/>
                <a:gd name="p0y223" fmla="*/ 30 h 30"/>
                <a:gd name="p0x224" fmla="*/ 3960 w 7980"/>
                <a:gd name="p0y224" fmla="*/ 0 h 30"/>
                <a:gd name="p0x225" fmla="*/ 4050 w 7980"/>
                <a:gd name="p0y225" fmla="*/ 0 h 30"/>
                <a:gd name="p0x226" fmla="*/ 4110 w 7980"/>
                <a:gd name="p0y226" fmla="*/ 0 h 30"/>
                <a:gd name="p0x227" fmla="*/ 4110 w 7980"/>
                <a:gd name="p0y227" fmla="*/ 30 h 30"/>
                <a:gd name="p0x228" fmla="*/ 4050 w 7980"/>
                <a:gd name="p0y228" fmla="*/ 30 h 30"/>
                <a:gd name="p0x229" fmla="*/ 4050 w 7980"/>
                <a:gd name="p0y229" fmla="*/ 0 h 30"/>
                <a:gd name="p0x230" fmla="*/ 4140 w 7980"/>
                <a:gd name="p0y230" fmla="*/ 0 h 30"/>
                <a:gd name="p0x231" fmla="*/ 4200 w 7980"/>
                <a:gd name="p0y231" fmla="*/ 0 h 30"/>
                <a:gd name="p0x232" fmla="*/ 4200 w 7980"/>
                <a:gd name="p0y232" fmla="*/ 30 h 30"/>
                <a:gd name="p0x233" fmla="*/ 4140 w 7980"/>
                <a:gd name="p0y233" fmla="*/ 30 h 30"/>
                <a:gd name="p0x234" fmla="*/ 4140 w 7980"/>
                <a:gd name="p0y234" fmla="*/ 0 h 30"/>
                <a:gd name="p0x235" fmla="*/ 4230 w 7980"/>
                <a:gd name="p0y235" fmla="*/ 0 h 30"/>
                <a:gd name="p0x236" fmla="*/ 4290 w 7980"/>
                <a:gd name="p0y236" fmla="*/ 0 h 30"/>
                <a:gd name="p0x237" fmla="*/ 4290 w 7980"/>
                <a:gd name="p0y237" fmla="*/ 30 h 30"/>
                <a:gd name="p0x238" fmla="*/ 4230 w 7980"/>
                <a:gd name="p0y238" fmla="*/ 30 h 30"/>
                <a:gd name="p0x239" fmla="*/ 4230 w 7980"/>
                <a:gd name="p0y239" fmla="*/ 0 h 30"/>
                <a:gd name="p0x240" fmla="*/ 4320 w 7980"/>
                <a:gd name="p0y240" fmla="*/ 0 h 30"/>
                <a:gd name="p0x241" fmla="*/ 4380 w 7980"/>
                <a:gd name="p0y241" fmla="*/ 0 h 30"/>
                <a:gd name="p0x242" fmla="*/ 4380 w 7980"/>
                <a:gd name="p0y242" fmla="*/ 30 h 30"/>
                <a:gd name="p0x243" fmla="*/ 4320 w 7980"/>
                <a:gd name="p0y243" fmla="*/ 30 h 30"/>
                <a:gd name="p0x244" fmla="*/ 4320 w 7980"/>
                <a:gd name="p0y244" fmla="*/ 0 h 30"/>
                <a:gd name="p0x245" fmla="*/ 4410 w 7980"/>
                <a:gd name="p0y245" fmla="*/ 0 h 30"/>
                <a:gd name="p0x246" fmla="*/ 4470 w 7980"/>
                <a:gd name="p0y246" fmla="*/ 0 h 30"/>
                <a:gd name="p0x247" fmla="*/ 4470 w 7980"/>
                <a:gd name="p0y247" fmla="*/ 30 h 30"/>
                <a:gd name="p0x248" fmla="*/ 4410 w 7980"/>
                <a:gd name="p0y248" fmla="*/ 30 h 30"/>
                <a:gd name="p0x249" fmla="*/ 4410 w 7980"/>
                <a:gd name="p0y249" fmla="*/ 0 h 30"/>
                <a:gd name="p0x250" fmla="*/ 4500 w 7980"/>
                <a:gd name="p0y250" fmla="*/ 0 h 30"/>
                <a:gd name="p0x251" fmla="*/ 4560 w 7980"/>
                <a:gd name="p0y251" fmla="*/ 0 h 30"/>
                <a:gd name="p0x252" fmla="*/ 4560 w 7980"/>
                <a:gd name="p0y252" fmla="*/ 30 h 30"/>
                <a:gd name="p0x253" fmla="*/ 4500 w 7980"/>
                <a:gd name="p0y253" fmla="*/ 30 h 30"/>
                <a:gd name="p0x254" fmla="*/ 4500 w 7980"/>
                <a:gd name="p0y254" fmla="*/ 0 h 30"/>
                <a:gd name="p0x255" fmla="*/ 4590 w 7980"/>
                <a:gd name="p0y255" fmla="*/ 0 h 30"/>
                <a:gd name="p0x256" fmla="*/ 4650 w 7980"/>
                <a:gd name="p0y256" fmla="*/ 0 h 30"/>
                <a:gd name="p0x257" fmla="*/ 4650 w 7980"/>
                <a:gd name="p0y257" fmla="*/ 30 h 30"/>
                <a:gd name="p0x258" fmla="*/ 4590 w 7980"/>
                <a:gd name="p0y258" fmla="*/ 30 h 30"/>
                <a:gd name="p0x259" fmla="*/ 4590 w 7980"/>
                <a:gd name="p0y259" fmla="*/ 0 h 30"/>
                <a:gd name="p0x260" fmla="*/ 4680 w 7980"/>
                <a:gd name="p0y260" fmla="*/ 0 h 30"/>
                <a:gd name="p0x261" fmla="*/ 4740 w 7980"/>
                <a:gd name="p0y261" fmla="*/ 0 h 30"/>
                <a:gd name="p0x262" fmla="*/ 4740 w 7980"/>
                <a:gd name="p0y262" fmla="*/ 30 h 30"/>
                <a:gd name="p0x263" fmla="*/ 4680 w 7980"/>
                <a:gd name="p0y263" fmla="*/ 30 h 30"/>
                <a:gd name="p0x264" fmla="*/ 4680 w 7980"/>
                <a:gd name="p0y264" fmla="*/ 0 h 30"/>
                <a:gd name="p0x265" fmla="*/ 4770 w 7980"/>
                <a:gd name="p0y265" fmla="*/ 0 h 30"/>
                <a:gd name="p0x266" fmla="*/ 4830 w 7980"/>
                <a:gd name="p0y266" fmla="*/ 0 h 30"/>
                <a:gd name="p0x267" fmla="*/ 4830 w 7980"/>
                <a:gd name="p0y267" fmla="*/ 30 h 30"/>
                <a:gd name="p0x268" fmla="*/ 4770 w 7980"/>
                <a:gd name="p0y268" fmla="*/ 30 h 30"/>
                <a:gd name="p0x269" fmla="*/ 4770 w 7980"/>
                <a:gd name="p0y269" fmla="*/ 0 h 30"/>
                <a:gd name="p0x270" fmla="*/ 4860 w 7980"/>
                <a:gd name="p0y270" fmla="*/ 0 h 30"/>
                <a:gd name="p0x271" fmla="*/ 4920 w 7980"/>
                <a:gd name="p0y271" fmla="*/ 0 h 30"/>
                <a:gd name="p0x272" fmla="*/ 4920 w 7980"/>
                <a:gd name="p0y272" fmla="*/ 30 h 30"/>
                <a:gd name="p0x273" fmla="*/ 4860 w 7980"/>
                <a:gd name="p0y273" fmla="*/ 30 h 30"/>
                <a:gd name="p0x274" fmla="*/ 4860 w 7980"/>
                <a:gd name="p0y274" fmla="*/ 0 h 30"/>
                <a:gd name="p0x275" fmla="*/ 4950 w 7980"/>
                <a:gd name="p0y275" fmla="*/ 0 h 30"/>
                <a:gd name="p0x276" fmla="*/ 5010 w 7980"/>
                <a:gd name="p0y276" fmla="*/ 0 h 30"/>
                <a:gd name="p0x277" fmla="*/ 5010 w 7980"/>
                <a:gd name="p0y277" fmla="*/ 30 h 30"/>
                <a:gd name="p0x278" fmla="*/ 4950 w 7980"/>
                <a:gd name="p0y278" fmla="*/ 30 h 30"/>
                <a:gd name="p0x279" fmla="*/ 4950 w 7980"/>
                <a:gd name="p0y279" fmla="*/ 0 h 30"/>
                <a:gd name="p0x280" fmla="*/ 5040 w 7980"/>
                <a:gd name="p0y280" fmla="*/ 0 h 30"/>
                <a:gd name="p0x281" fmla="*/ 5100 w 7980"/>
                <a:gd name="p0y281" fmla="*/ 0 h 30"/>
                <a:gd name="p0x282" fmla="*/ 5100 w 7980"/>
                <a:gd name="p0y282" fmla="*/ 30 h 30"/>
                <a:gd name="p0x283" fmla="*/ 5040 w 7980"/>
                <a:gd name="p0y283" fmla="*/ 30 h 30"/>
                <a:gd name="p0x284" fmla="*/ 5040 w 7980"/>
                <a:gd name="p0y284" fmla="*/ 0 h 30"/>
                <a:gd name="p0x285" fmla="*/ 5130 w 7980"/>
                <a:gd name="p0y285" fmla="*/ 0 h 30"/>
                <a:gd name="p0x286" fmla="*/ 5190 w 7980"/>
                <a:gd name="p0y286" fmla="*/ 0 h 30"/>
                <a:gd name="p0x287" fmla="*/ 5190 w 7980"/>
                <a:gd name="p0y287" fmla="*/ 30 h 30"/>
                <a:gd name="p0x288" fmla="*/ 5130 w 7980"/>
                <a:gd name="p0y288" fmla="*/ 30 h 30"/>
                <a:gd name="p0x289" fmla="*/ 5130 w 7980"/>
                <a:gd name="p0y289" fmla="*/ 0 h 30"/>
                <a:gd name="p0x290" fmla="*/ 5220 w 7980"/>
                <a:gd name="p0y290" fmla="*/ 0 h 30"/>
                <a:gd name="p0x291" fmla="*/ 5280 w 7980"/>
                <a:gd name="p0y291" fmla="*/ 0 h 30"/>
                <a:gd name="p0x292" fmla="*/ 5280 w 7980"/>
                <a:gd name="p0y292" fmla="*/ 30 h 30"/>
                <a:gd name="p0x293" fmla="*/ 5220 w 7980"/>
                <a:gd name="p0y293" fmla="*/ 30 h 30"/>
                <a:gd name="p0x294" fmla="*/ 5220 w 7980"/>
                <a:gd name="p0y294" fmla="*/ 0 h 30"/>
                <a:gd name="p0x295" fmla="*/ 5310 w 7980"/>
                <a:gd name="p0y295" fmla="*/ 0 h 30"/>
                <a:gd name="p0x296" fmla="*/ 5370 w 7980"/>
                <a:gd name="p0y296" fmla="*/ 0 h 30"/>
                <a:gd name="p0x297" fmla="*/ 5370 w 7980"/>
                <a:gd name="p0y297" fmla="*/ 30 h 30"/>
                <a:gd name="p0x298" fmla="*/ 5310 w 7980"/>
                <a:gd name="p0y298" fmla="*/ 30 h 30"/>
                <a:gd name="p0x299" fmla="*/ 5310 w 7980"/>
                <a:gd name="p0y299" fmla="*/ 0 h 30"/>
                <a:gd name="p0x300" fmla="*/ 5400 w 7980"/>
                <a:gd name="p0y300" fmla="*/ 0 h 30"/>
                <a:gd name="p0x301" fmla="*/ 5460 w 7980"/>
                <a:gd name="p0y301" fmla="*/ 0 h 30"/>
                <a:gd name="p0x302" fmla="*/ 5460 w 7980"/>
                <a:gd name="p0y302" fmla="*/ 30 h 30"/>
                <a:gd name="p0x303" fmla="*/ 5400 w 7980"/>
                <a:gd name="p0y303" fmla="*/ 30 h 30"/>
                <a:gd name="p0x304" fmla="*/ 5400 w 7980"/>
                <a:gd name="p0y304" fmla="*/ 0 h 30"/>
                <a:gd name="p0x305" fmla="*/ 5490 w 7980"/>
                <a:gd name="p0y305" fmla="*/ 0 h 30"/>
                <a:gd name="p0x306" fmla="*/ 5550 w 7980"/>
                <a:gd name="p0y306" fmla="*/ 0 h 30"/>
                <a:gd name="p0x307" fmla="*/ 5550 w 7980"/>
                <a:gd name="p0y307" fmla="*/ 30 h 30"/>
                <a:gd name="p0x308" fmla="*/ 5490 w 7980"/>
                <a:gd name="p0y308" fmla="*/ 30 h 30"/>
                <a:gd name="p0x309" fmla="*/ 5490 w 7980"/>
                <a:gd name="p0y309" fmla="*/ 0 h 30"/>
                <a:gd name="p0x310" fmla="*/ 5580 w 7980"/>
                <a:gd name="p0y310" fmla="*/ 0 h 30"/>
                <a:gd name="p0x311" fmla="*/ 5640 w 7980"/>
                <a:gd name="p0y311" fmla="*/ 0 h 30"/>
                <a:gd name="p0x312" fmla="*/ 5640 w 7980"/>
                <a:gd name="p0y312" fmla="*/ 30 h 30"/>
                <a:gd name="p0x313" fmla="*/ 5580 w 7980"/>
                <a:gd name="p0y313" fmla="*/ 30 h 30"/>
                <a:gd name="p0x314" fmla="*/ 5580 w 7980"/>
                <a:gd name="p0y314" fmla="*/ 0 h 30"/>
                <a:gd name="p0x315" fmla="*/ 5670 w 7980"/>
                <a:gd name="p0y315" fmla="*/ 0 h 30"/>
                <a:gd name="p0x316" fmla="*/ 5730 w 7980"/>
                <a:gd name="p0y316" fmla="*/ 0 h 30"/>
                <a:gd name="p0x317" fmla="*/ 5730 w 7980"/>
                <a:gd name="p0y317" fmla="*/ 30 h 30"/>
                <a:gd name="p0x318" fmla="*/ 5670 w 7980"/>
                <a:gd name="p0y318" fmla="*/ 30 h 30"/>
                <a:gd name="p0x319" fmla="*/ 5670 w 7980"/>
                <a:gd name="p0y319" fmla="*/ 0 h 30"/>
                <a:gd name="p0x320" fmla="*/ 5760 w 7980"/>
                <a:gd name="p0y320" fmla="*/ 0 h 30"/>
                <a:gd name="p0x321" fmla="*/ 5820 w 7980"/>
                <a:gd name="p0y321" fmla="*/ 0 h 30"/>
                <a:gd name="p0x322" fmla="*/ 5820 w 7980"/>
                <a:gd name="p0y322" fmla="*/ 30 h 30"/>
                <a:gd name="p0x323" fmla="*/ 5760 w 7980"/>
                <a:gd name="p0y323" fmla="*/ 30 h 30"/>
                <a:gd name="p0x324" fmla="*/ 5760 w 7980"/>
                <a:gd name="p0y324" fmla="*/ 0 h 30"/>
                <a:gd name="p0x325" fmla="*/ 5850 w 7980"/>
                <a:gd name="p0y325" fmla="*/ 0 h 30"/>
                <a:gd name="p0x326" fmla="*/ 5910 w 7980"/>
                <a:gd name="p0y326" fmla="*/ 0 h 30"/>
                <a:gd name="p0x327" fmla="*/ 5910 w 7980"/>
                <a:gd name="p0y327" fmla="*/ 30 h 30"/>
                <a:gd name="p0x328" fmla="*/ 5850 w 7980"/>
                <a:gd name="p0y328" fmla="*/ 30 h 30"/>
                <a:gd name="p0x329" fmla="*/ 5850 w 7980"/>
                <a:gd name="p0y329" fmla="*/ 0 h 30"/>
                <a:gd name="p0x330" fmla="*/ 5940 w 7980"/>
                <a:gd name="p0y330" fmla="*/ 0 h 30"/>
                <a:gd name="p0x331" fmla="*/ 6000 w 7980"/>
                <a:gd name="p0y331" fmla="*/ 0 h 30"/>
                <a:gd name="p0x332" fmla="*/ 6000 w 7980"/>
                <a:gd name="p0y332" fmla="*/ 30 h 30"/>
                <a:gd name="p0x333" fmla="*/ 5940 w 7980"/>
                <a:gd name="p0y333" fmla="*/ 30 h 30"/>
                <a:gd name="p0x334" fmla="*/ 5940 w 7980"/>
                <a:gd name="p0y334" fmla="*/ 0 h 30"/>
                <a:gd name="p0x335" fmla="*/ 6030 w 7980"/>
                <a:gd name="p0y335" fmla="*/ 0 h 30"/>
                <a:gd name="p0x336" fmla="*/ 6090 w 7980"/>
                <a:gd name="p0y336" fmla="*/ 0 h 30"/>
                <a:gd name="p0x337" fmla="*/ 6090 w 7980"/>
                <a:gd name="p0y337" fmla="*/ 30 h 30"/>
                <a:gd name="p0x338" fmla="*/ 6030 w 7980"/>
                <a:gd name="p0y338" fmla="*/ 30 h 30"/>
                <a:gd name="p0x339" fmla="*/ 6030 w 7980"/>
                <a:gd name="p0y339" fmla="*/ 0 h 30"/>
                <a:gd name="p0x340" fmla="*/ 6120 w 7980"/>
                <a:gd name="p0y340" fmla="*/ 0 h 30"/>
                <a:gd name="p0x341" fmla="*/ 6180 w 7980"/>
                <a:gd name="p0y341" fmla="*/ 0 h 30"/>
                <a:gd name="p0x342" fmla="*/ 6180 w 7980"/>
                <a:gd name="p0y342" fmla="*/ 30 h 30"/>
                <a:gd name="p0x343" fmla="*/ 6120 w 7980"/>
                <a:gd name="p0y343" fmla="*/ 30 h 30"/>
                <a:gd name="p0x344" fmla="*/ 6120 w 7980"/>
                <a:gd name="p0y344" fmla="*/ 0 h 30"/>
                <a:gd name="p0x345" fmla="*/ 6210 w 7980"/>
                <a:gd name="p0y345" fmla="*/ 0 h 30"/>
                <a:gd name="p0x346" fmla="*/ 6270 w 7980"/>
                <a:gd name="p0y346" fmla="*/ 0 h 30"/>
                <a:gd name="p0x347" fmla="*/ 6270 w 7980"/>
                <a:gd name="p0y347" fmla="*/ 30 h 30"/>
                <a:gd name="p0x348" fmla="*/ 6210 w 7980"/>
                <a:gd name="p0y348" fmla="*/ 30 h 30"/>
                <a:gd name="p0x349" fmla="*/ 6210 w 7980"/>
                <a:gd name="p0y349" fmla="*/ 0 h 30"/>
                <a:gd name="p0x350" fmla="*/ 6300 w 7980"/>
                <a:gd name="p0y350" fmla="*/ 0 h 30"/>
                <a:gd name="p0x351" fmla="*/ 6360 w 7980"/>
                <a:gd name="p0y351" fmla="*/ 0 h 30"/>
                <a:gd name="p0x352" fmla="*/ 6360 w 7980"/>
                <a:gd name="p0y352" fmla="*/ 30 h 30"/>
                <a:gd name="p0x353" fmla="*/ 6300 w 7980"/>
                <a:gd name="p0y353" fmla="*/ 30 h 30"/>
                <a:gd name="p0x354" fmla="*/ 6300 w 7980"/>
                <a:gd name="p0y354" fmla="*/ 0 h 30"/>
                <a:gd name="p0x355" fmla="*/ 6390 w 7980"/>
                <a:gd name="p0y355" fmla="*/ 0 h 30"/>
                <a:gd name="p0x356" fmla="*/ 6450 w 7980"/>
                <a:gd name="p0y356" fmla="*/ 0 h 30"/>
                <a:gd name="p0x357" fmla="*/ 6450 w 7980"/>
                <a:gd name="p0y357" fmla="*/ 30 h 30"/>
                <a:gd name="p0x358" fmla="*/ 6390 w 7980"/>
                <a:gd name="p0y358" fmla="*/ 30 h 30"/>
                <a:gd name="p0x359" fmla="*/ 6390 w 7980"/>
                <a:gd name="p0y359" fmla="*/ 0 h 30"/>
                <a:gd name="p0x360" fmla="*/ 6480 w 7980"/>
                <a:gd name="p0y360" fmla="*/ 0 h 30"/>
                <a:gd name="p0x361" fmla="*/ 6540 w 7980"/>
                <a:gd name="p0y361" fmla="*/ 0 h 30"/>
                <a:gd name="p0x362" fmla="*/ 6540 w 7980"/>
                <a:gd name="p0y362" fmla="*/ 30 h 30"/>
                <a:gd name="p0x363" fmla="*/ 6480 w 7980"/>
                <a:gd name="p0y363" fmla="*/ 30 h 30"/>
                <a:gd name="p0x364" fmla="*/ 6480 w 7980"/>
                <a:gd name="p0y364" fmla="*/ 0 h 30"/>
                <a:gd name="p0x365" fmla="*/ 6570 w 7980"/>
                <a:gd name="p0y365" fmla="*/ 0 h 30"/>
                <a:gd name="p0x366" fmla="*/ 6630 w 7980"/>
                <a:gd name="p0y366" fmla="*/ 0 h 30"/>
                <a:gd name="p0x367" fmla="*/ 6630 w 7980"/>
                <a:gd name="p0y367" fmla="*/ 30 h 30"/>
                <a:gd name="p0x368" fmla="*/ 6570 w 7980"/>
                <a:gd name="p0y368" fmla="*/ 30 h 30"/>
                <a:gd name="p0x369" fmla="*/ 6570 w 7980"/>
                <a:gd name="p0y369" fmla="*/ 0 h 30"/>
                <a:gd name="p0x370" fmla="*/ 6660 w 7980"/>
                <a:gd name="p0y370" fmla="*/ 0 h 30"/>
                <a:gd name="p0x371" fmla="*/ 6719 w 7980"/>
                <a:gd name="p0y371" fmla="*/ 0 h 30"/>
                <a:gd name="p0x372" fmla="*/ 6719 w 7980"/>
                <a:gd name="p0y372" fmla="*/ 30 h 30"/>
                <a:gd name="p0x373" fmla="*/ 6660 w 7980"/>
                <a:gd name="p0y373" fmla="*/ 30 h 30"/>
                <a:gd name="p0x374" fmla="*/ 6660 w 7980"/>
                <a:gd name="p0y374" fmla="*/ 0 h 30"/>
                <a:gd name="p0x375" fmla="*/ 6750 w 7980"/>
                <a:gd name="p0y375" fmla="*/ 0 h 30"/>
                <a:gd name="p0x376" fmla="*/ 6810 w 7980"/>
                <a:gd name="p0y376" fmla="*/ 0 h 30"/>
                <a:gd name="p0x377" fmla="*/ 6810 w 7980"/>
                <a:gd name="p0y377" fmla="*/ 30 h 30"/>
                <a:gd name="p0x378" fmla="*/ 6750 w 7980"/>
                <a:gd name="p0y378" fmla="*/ 30 h 30"/>
                <a:gd name="p0x379" fmla="*/ 6750 w 7980"/>
                <a:gd name="p0y379" fmla="*/ 0 h 30"/>
                <a:gd name="p0x380" fmla="*/ 6840 w 7980"/>
                <a:gd name="p0y380" fmla="*/ 0 h 30"/>
                <a:gd name="p0x381" fmla="*/ 6900 w 7980"/>
                <a:gd name="p0y381" fmla="*/ 0 h 30"/>
                <a:gd name="p0x382" fmla="*/ 6900 w 7980"/>
                <a:gd name="p0y382" fmla="*/ 30 h 30"/>
                <a:gd name="p0x383" fmla="*/ 6840 w 7980"/>
                <a:gd name="p0y383" fmla="*/ 30 h 30"/>
                <a:gd name="p0x384" fmla="*/ 6840 w 7980"/>
                <a:gd name="p0y384" fmla="*/ 0 h 30"/>
                <a:gd name="p0x385" fmla="*/ 6930 w 7980"/>
                <a:gd name="p0y385" fmla="*/ 0 h 30"/>
                <a:gd name="p0x386" fmla="*/ 6990 w 7980"/>
                <a:gd name="p0y386" fmla="*/ 0 h 30"/>
                <a:gd name="p0x387" fmla="*/ 6990 w 7980"/>
                <a:gd name="p0y387" fmla="*/ 30 h 30"/>
                <a:gd name="p0x388" fmla="*/ 6930 w 7980"/>
                <a:gd name="p0y388" fmla="*/ 30 h 30"/>
                <a:gd name="p0x389" fmla="*/ 6930 w 7980"/>
                <a:gd name="p0y389" fmla="*/ 0 h 30"/>
                <a:gd name="p0x390" fmla="*/ 7020 w 7980"/>
                <a:gd name="p0y390" fmla="*/ 0 h 30"/>
                <a:gd name="p0x391" fmla="*/ 7080 w 7980"/>
                <a:gd name="p0y391" fmla="*/ 0 h 30"/>
                <a:gd name="p0x392" fmla="*/ 7080 w 7980"/>
                <a:gd name="p0y392" fmla="*/ 30 h 30"/>
                <a:gd name="p0x393" fmla="*/ 7020 w 7980"/>
                <a:gd name="p0y393" fmla="*/ 30 h 30"/>
                <a:gd name="p0x394" fmla="*/ 7020 w 7980"/>
                <a:gd name="p0y394" fmla="*/ 0 h 30"/>
                <a:gd name="p0x395" fmla="*/ 7110 w 7980"/>
                <a:gd name="p0y395" fmla="*/ 0 h 30"/>
                <a:gd name="p0x396" fmla="*/ 7170 w 7980"/>
                <a:gd name="p0y396" fmla="*/ 0 h 30"/>
                <a:gd name="p0x397" fmla="*/ 7170 w 7980"/>
                <a:gd name="p0y397" fmla="*/ 30 h 30"/>
                <a:gd name="p0x398" fmla="*/ 7110 w 7980"/>
                <a:gd name="p0y398" fmla="*/ 30 h 30"/>
                <a:gd name="p0x399" fmla="*/ 7110 w 7980"/>
                <a:gd name="p0y399" fmla="*/ 0 h 30"/>
                <a:gd name="p0x400" fmla="*/ 7200 w 7980"/>
                <a:gd name="p0y400" fmla="*/ 0 h 30"/>
                <a:gd name="p0x401" fmla="*/ 7260 w 7980"/>
                <a:gd name="p0y401" fmla="*/ 0 h 30"/>
                <a:gd name="p0x402" fmla="*/ 7260 w 7980"/>
                <a:gd name="p0y402" fmla="*/ 30 h 30"/>
                <a:gd name="p0x403" fmla="*/ 7200 w 7980"/>
                <a:gd name="p0y403" fmla="*/ 30 h 30"/>
                <a:gd name="p0x404" fmla="*/ 7200 w 7980"/>
                <a:gd name="p0y404" fmla="*/ 0 h 30"/>
                <a:gd name="p0x405" fmla="*/ 7290 w 7980"/>
                <a:gd name="p0y405" fmla="*/ 0 h 30"/>
                <a:gd name="p0x406" fmla="*/ 7350 w 7980"/>
                <a:gd name="p0y406" fmla="*/ 0 h 30"/>
                <a:gd name="p0x407" fmla="*/ 7350 w 7980"/>
                <a:gd name="p0y407" fmla="*/ 30 h 30"/>
                <a:gd name="p0x408" fmla="*/ 7290 w 7980"/>
                <a:gd name="p0y408" fmla="*/ 30 h 30"/>
                <a:gd name="p0x409" fmla="*/ 7290 w 7980"/>
                <a:gd name="p0y409" fmla="*/ 0 h 30"/>
                <a:gd name="p0x410" fmla="*/ 7380 w 7980"/>
                <a:gd name="p0y410" fmla="*/ 0 h 30"/>
                <a:gd name="p0x411" fmla="*/ 7440 w 7980"/>
                <a:gd name="p0y411" fmla="*/ 0 h 30"/>
                <a:gd name="p0x412" fmla="*/ 7440 w 7980"/>
                <a:gd name="p0y412" fmla="*/ 30 h 30"/>
                <a:gd name="p0x413" fmla="*/ 7380 w 7980"/>
                <a:gd name="p0y413" fmla="*/ 30 h 30"/>
                <a:gd name="p0x414" fmla="*/ 7380 w 7980"/>
                <a:gd name="p0y414" fmla="*/ 0 h 30"/>
                <a:gd name="p0x415" fmla="*/ 7470 w 7980"/>
                <a:gd name="p0y415" fmla="*/ 0 h 30"/>
                <a:gd name="p0x416" fmla="*/ 7530 w 7980"/>
                <a:gd name="p0y416" fmla="*/ 0 h 30"/>
                <a:gd name="p0x417" fmla="*/ 7530 w 7980"/>
                <a:gd name="p0y417" fmla="*/ 30 h 30"/>
                <a:gd name="p0x418" fmla="*/ 7470 w 7980"/>
                <a:gd name="p0y418" fmla="*/ 30 h 30"/>
                <a:gd name="p0x419" fmla="*/ 7470 w 7980"/>
                <a:gd name="p0y419" fmla="*/ 0 h 30"/>
                <a:gd name="p0x420" fmla="*/ 7560 w 7980"/>
                <a:gd name="p0y420" fmla="*/ 0 h 30"/>
                <a:gd name="p0x421" fmla="*/ 7620 w 7980"/>
                <a:gd name="p0y421" fmla="*/ 0 h 30"/>
                <a:gd name="p0x422" fmla="*/ 7620 w 7980"/>
                <a:gd name="p0y422" fmla="*/ 30 h 30"/>
                <a:gd name="p0x423" fmla="*/ 7560 w 7980"/>
                <a:gd name="p0y423" fmla="*/ 30 h 30"/>
                <a:gd name="p0x424" fmla="*/ 7560 w 7980"/>
                <a:gd name="p0y424" fmla="*/ 0 h 30"/>
                <a:gd name="p0x425" fmla="*/ 7650 w 7980"/>
                <a:gd name="p0y425" fmla="*/ 0 h 30"/>
                <a:gd name="p0x426" fmla="*/ 7709 w 7980"/>
                <a:gd name="p0y426" fmla="*/ 0 h 30"/>
                <a:gd name="p0x427" fmla="*/ 7709 w 7980"/>
                <a:gd name="p0y427" fmla="*/ 30 h 30"/>
                <a:gd name="p0x428" fmla="*/ 7650 w 7980"/>
                <a:gd name="p0y428" fmla="*/ 30 h 30"/>
                <a:gd name="p0x429" fmla="*/ 7650 w 7980"/>
                <a:gd name="p0y429" fmla="*/ 0 h 30"/>
                <a:gd name="p0x430" fmla="*/ 7740 w 7980"/>
                <a:gd name="p0y430" fmla="*/ 0 h 30"/>
                <a:gd name="p0x431" fmla="*/ 7800 w 7980"/>
                <a:gd name="p0y431" fmla="*/ 0 h 30"/>
                <a:gd name="p0x432" fmla="*/ 7800 w 7980"/>
                <a:gd name="p0y432" fmla="*/ 30 h 30"/>
                <a:gd name="p0x433" fmla="*/ 7740 w 7980"/>
                <a:gd name="p0y433" fmla="*/ 30 h 30"/>
                <a:gd name="p0x434" fmla="*/ 7740 w 7980"/>
                <a:gd name="p0y434" fmla="*/ 0 h 30"/>
                <a:gd name="p0x435" fmla="*/ 7830 w 7980"/>
                <a:gd name="p0y435" fmla="*/ 0 h 30"/>
                <a:gd name="p0x436" fmla="*/ 7890 w 7980"/>
                <a:gd name="p0y436" fmla="*/ 0 h 30"/>
                <a:gd name="p0x437" fmla="*/ 7890 w 7980"/>
                <a:gd name="p0y437" fmla="*/ 30 h 30"/>
                <a:gd name="p0x438" fmla="*/ 7830 w 7980"/>
                <a:gd name="p0y438" fmla="*/ 30 h 30"/>
                <a:gd name="p0x439" fmla="*/ 7830 w 7980"/>
                <a:gd name="p0y439" fmla="*/ 0 h 30"/>
                <a:gd name="p0x440" fmla="*/ 7920 w 7980"/>
                <a:gd name="p0y440" fmla="*/ 0 h 30"/>
                <a:gd name="p0x441" fmla="*/ 7980 w 7980"/>
                <a:gd name="p0y441" fmla="*/ 0 h 30"/>
                <a:gd name="p0x442" fmla="*/ 7980 w 7980"/>
                <a:gd name="p0y442" fmla="*/ 30 h 30"/>
                <a:gd name="p0x443" fmla="*/ 7920 w 7980"/>
                <a:gd name="p0y443" fmla="*/ 30 h 30"/>
                <a:gd name="p0x444" fmla="*/ 7920 w 7980"/>
                <a:gd name="p0y444" fmla="*/ 0 h 3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moveTo>
                    <a:pt x="p0x5" y="p0y5"/>
                  </a:moveTo>
                  <a:lnTo>
                    <a:pt x="p0x6" y="p0y6"/>
                  </a:lnTo>
                  <a:lnTo>
                    <a:pt x="p0x7" y="p0y7"/>
                  </a:lnTo>
                  <a:lnTo>
                    <a:pt x="p0x8" y="p0y8"/>
                  </a:lnTo>
                  <a:lnTo>
                    <a:pt x="p0x9" y="p0y9"/>
                  </a:lnTo>
                  <a:moveTo>
                    <a:pt x="p0x10" y="p0y10"/>
                  </a:moveTo>
                  <a:lnTo>
                    <a:pt x="p0x11" y="p0y11"/>
                  </a:lnTo>
                  <a:lnTo>
                    <a:pt x="p0x12" y="p0y12"/>
                  </a:lnTo>
                  <a:lnTo>
                    <a:pt x="p0x13" y="p0y13"/>
                  </a:lnTo>
                  <a:lnTo>
                    <a:pt x="p0x14" y="p0y14"/>
                  </a:lnTo>
                  <a:moveTo>
                    <a:pt x="p0x15" y="p0y15"/>
                  </a:moveTo>
                  <a:lnTo>
                    <a:pt x="p0x16" y="p0y16"/>
                  </a:lnTo>
                  <a:lnTo>
                    <a:pt x="p0x17" y="p0y17"/>
                  </a:lnTo>
                  <a:lnTo>
                    <a:pt x="p0x18" y="p0y18"/>
                  </a:lnTo>
                  <a:lnTo>
                    <a:pt x="p0x19" y="p0y19"/>
                  </a:lnTo>
                  <a:moveTo>
                    <a:pt x="p0x20" y="p0y20"/>
                  </a:moveTo>
                  <a:lnTo>
                    <a:pt x="p0x21" y="p0y21"/>
                  </a:lnTo>
                  <a:lnTo>
                    <a:pt x="p0x22" y="p0y22"/>
                  </a:lnTo>
                  <a:lnTo>
                    <a:pt x="p0x23" y="p0y23"/>
                  </a:lnTo>
                  <a:lnTo>
                    <a:pt x="p0x24" y="p0y24"/>
                  </a:lnTo>
                  <a:moveTo>
                    <a:pt x="p0x25" y="p0y25"/>
                  </a:moveTo>
                  <a:lnTo>
                    <a:pt x="p0x26" y="p0y26"/>
                  </a:lnTo>
                  <a:lnTo>
                    <a:pt x="p0x27" y="p0y27"/>
                  </a:lnTo>
                  <a:lnTo>
                    <a:pt x="p0x28" y="p0y28"/>
                  </a:lnTo>
                  <a:lnTo>
                    <a:pt x="p0x29" y="p0y29"/>
                  </a:lnTo>
                  <a:moveTo>
                    <a:pt x="p0x30" y="p0y30"/>
                  </a:moveTo>
                  <a:lnTo>
                    <a:pt x="p0x31" y="p0y31"/>
                  </a:lnTo>
                  <a:lnTo>
                    <a:pt x="p0x32" y="p0y32"/>
                  </a:lnTo>
                  <a:lnTo>
                    <a:pt x="p0x33" y="p0y33"/>
                  </a:lnTo>
                  <a:lnTo>
                    <a:pt x="p0x34" y="p0y34"/>
                  </a:lnTo>
                  <a:moveTo>
                    <a:pt x="p0x35" y="p0y35"/>
                  </a:moveTo>
                  <a:lnTo>
                    <a:pt x="p0x36" y="p0y36"/>
                  </a:lnTo>
                  <a:lnTo>
                    <a:pt x="p0x37" y="p0y37"/>
                  </a:lnTo>
                  <a:lnTo>
                    <a:pt x="p0x38" y="p0y38"/>
                  </a:lnTo>
                  <a:lnTo>
                    <a:pt x="p0x39" y="p0y39"/>
                  </a:lnTo>
                  <a:moveTo>
                    <a:pt x="p0x40" y="p0y40"/>
                  </a:moveTo>
                  <a:lnTo>
                    <a:pt x="p0x41" y="p0y41"/>
                  </a:lnTo>
                  <a:lnTo>
                    <a:pt x="p0x42" y="p0y42"/>
                  </a:lnTo>
                  <a:lnTo>
                    <a:pt x="p0x43" y="p0y43"/>
                  </a:lnTo>
                  <a:lnTo>
                    <a:pt x="p0x44" y="p0y44"/>
                  </a:lnTo>
                  <a:moveTo>
                    <a:pt x="p0x45" y="p0y45"/>
                  </a:moveTo>
                  <a:lnTo>
                    <a:pt x="p0x46" y="p0y46"/>
                  </a:lnTo>
                  <a:lnTo>
                    <a:pt x="p0x47" y="p0y47"/>
                  </a:lnTo>
                  <a:lnTo>
                    <a:pt x="p0x48" y="p0y48"/>
                  </a:lnTo>
                  <a:lnTo>
                    <a:pt x="p0x49" y="p0y49"/>
                  </a:lnTo>
                  <a:moveTo>
                    <a:pt x="p0x50" y="p0y50"/>
                  </a:moveTo>
                  <a:lnTo>
                    <a:pt x="p0x51" y="p0y51"/>
                  </a:lnTo>
                  <a:lnTo>
                    <a:pt x="p0x52" y="p0y52"/>
                  </a:lnTo>
                  <a:lnTo>
                    <a:pt x="p0x53" y="p0y53"/>
                  </a:lnTo>
                  <a:lnTo>
                    <a:pt x="p0x54" y="p0y54"/>
                  </a:lnTo>
                  <a:moveTo>
                    <a:pt x="p0x55" y="p0y55"/>
                  </a:moveTo>
                  <a:lnTo>
                    <a:pt x="p0x56" y="p0y56"/>
                  </a:lnTo>
                  <a:lnTo>
                    <a:pt x="p0x57" y="p0y57"/>
                  </a:lnTo>
                  <a:lnTo>
                    <a:pt x="p0x58" y="p0y58"/>
                  </a:lnTo>
                  <a:lnTo>
                    <a:pt x="p0x59" y="p0y59"/>
                  </a:lnTo>
                  <a:moveTo>
                    <a:pt x="p0x60" y="p0y60"/>
                  </a:moveTo>
                  <a:lnTo>
                    <a:pt x="p0x61" y="p0y61"/>
                  </a:lnTo>
                  <a:lnTo>
                    <a:pt x="p0x62" y="p0y62"/>
                  </a:lnTo>
                  <a:lnTo>
                    <a:pt x="p0x63" y="p0y63"/>
                  </a:lnTo>
                  <a:lnTo>
                    <a:pt x="p0x64" y="p0y64"/>
                  </a:lnTo>
                  <a:moveTo>
                    <a:pt x="p0x65" y="p0y65"/>
                  </a:moveTo>
                  <a:lnTo>
                    <a:pt x="p0x66" y="p0y66"/>
                  </a:lnTo>
                  <a:lnTo>
                    <a:pt x="p0x67" y="p0y67"/>
                  </a:lnTo>
                  <a:lnTo>
                    <a:pt x="p0x68" y="p0y68"/>
                  </a:lnTo>
                  <a:lnTo>
                    <a:pt x="p0x69" y="p0y69"/>
                  </a:lnTo>
                  <a:moveTo>
                    <a:pt x="p0x70" y="p0y70"/>
                  </a:moveTo>
                  <a:lnTo>
                    <a:pt x="p0x71" y="p0y71"/>
                  </a:lnTo>
                  <a:lnTo>
                    <a:pt x="p0x72" y="p0y72"/>
                  </a:lnTo>
                  <a:lnTo>
                    <a:pt x="p0x73" y="p0y73"/>
                  </a:lnTo>
                  <a:lnTo>
                    <a:pt x="p0x74" y="p0y74"/>
                  </a:lnTo>
                  <a:moveTo>
                    <a:pt x="p0x75" y="p0y75"/>
                  </a:moveTo>
                  <a:lnTo>
                    <a:pt x="p0x76" y="p0y76"/>
                  </a:lnTo>
                  <a:lnTo>
                    <a:pt x="p0x77" y="p0y77"/>
                  </a:lnTo>
                  <a:lnTo>
                    <a:pt x="p0x78" y="p0y78"/>
                  </a:lnTo>
                  <a:lnTo>
                    <a:pt x="p0x79" y="p0y79"/>
                  </a:lnTo>
                  <a:moveTo>
                    <a:pt x="p0x80" y="p0y80"/>
                  </a:moveTo>
                  <a:lnTo>
                    <a:pt x="p0x81" y="p0y81"/>
                  </a:lnTo>
                  <a:lnTo>
                    <a:pt x="p0x82" y="p0y82"/>
                  </a:lnTo>
                  <a:lnTo>
                    <a:pt x="p0x83" y="p0y83"/>
                  </a:lnTo>
                  <a:lnTo>
                    <a:pt x="p0x84" y="p0y84"/>
                  </a:lnTo>
                  <a:moveTo>
                    <a:pt x="p0x85" y="p0y85"/>
                  </a:moveTo>
                  <a:lnTo>
                    <a:pt x="p0x86" y="p0y86"/>
                  </a:lnTo>
                  <a:lnTo>
                    <a:pt x="p0x87" y="p0y87"/>
                  </a:lnTo>
                  <a:lnTo>
                    <a:pt x="p0x88" y="p0y88"/>
                  </a:lnTo>
                  <a:lnTo>
                    <a:pt x="p0x89" y="p0y89"/>
                  </a:lnTo>
                  <a:moveTo>
                    <a:pt x="p0x90" y="p0y90"/>
                  </a:moveTo>
                  <a:lnTo>
                    <a:pt x="p0x91" y="p0y91"/>
                  </a:lnTo>
                  <a:lnTo>
                    <a:pt x="p0x92" y="p0y92"/>
                  </a:lnTo>
                  <a:lnTo>
                    <a:pt x="p0x93" y="p0y93"/>
                  </a:lnTo>
                  <a:lnTo>
                    <a:pt x="p0x94" y="p0y94"/>
                  </a:lnTo>
                  <a:moveTo>
                    <a:pt x="p0x95" y="p0y95"/>
                  </a:moveTo>
                  <a:lnTo>
                    <a:pt x="p0x96" y="p0y96"/>
                  </a:lnTo>
                  <a:lnTo>
                    <a:pt x="p0x97" y="p0y97"/>
                  </a:lnTo>
                  <a:lnTo>
                    <a:pt x="p0x98" y="p0y98"/>
                  </a:lnTo>
                  <a:lnTo>
                    <a:pt x="p0x99" y="p0y99"/>
                  </a:lnTo>
                  <a:moveTo>
                    <a:pt x="p0x100" y="p0y100"/>
                  </a:moveTo>
                  <a:lnTo>
                    <a:pt x="p0x101" y="p0y101"/>
                  </a:lnTo>
                  <a:lnTo>
                    <a:pt x="p0x102" y="p0y102"/>
                  </a:lnTo>
                  <a:lnTo>
                    <a:pt x="p0x103" y="p0y103"/>
                  </a:lnTo>
                  <a:lnTo>
                    <a:pt x="p0x104" y="p0y104"/>
                  </a:lnTo>
                  <a:moveTo>
                    <a:pt x="p0x105" y="p0y105"/>
                  </a:moveTo>
                  <a:lnTo>
                    <a:pt x="p0x106" y="p0y106"/>
                  </a:lnTo>
                  <a:lnTo>
                    <a:pt x="p0x107" y="p0y107"/>
                  </a:lnTo>
                  <a:lnTo>
                    <a:pt x="p0x108" y="p0y108"/>
                  </a:lnTo>
                  <a:lnTo>
                    <a:pt x="p0x109" y="p0y109"/>
                  </a:lnTo>
                  <a:moveTo>
                    <a:pt x="p0x110" y="p0y110"/>
                  </a:moveTo>
                  <a:lnTo>
                    <a:pt x="p0x111" y="p0y111"/>
                  </a:lnTo>
                  <a:lnTo>
                    <a:pt x="p0x112" y="p0y112"/>
                  </a:lnTo>
                  <a:lnTo>
                    <a:pt x="p0x113" y="p0y113"/>
                  </a:lnTo>
                  <a:lnTo>
                    <a:pt x="p0x114" y="p0y114"/>
                  </a:lnTo>
                  <a:moveTo>
                    <a:pt x="p0x115" y="p0y115"/>
                  </a:moveTo>
                  <a:lnTo>
                    <a:pt x="p0x116" y="p0y116"/>
                  </a:lnTo>
                  <a:lnTo>
                    <a:pt x="p0x117" y="p0y117"/>
                  </a:lnTo>
                  <a:lnTo>
                    <a:pt x="p0x118" y="p0y118"/>
                  </a:lnTo>
                  <a:lnTo>
                    <a:pt x="p0x119" y="p0y119"/>
                  </a:lnTo>
                  <a:moveTo>
                    <a:pt x="p0x120" y="p0y120"/>
                  </a:moveTo>
                  <a:lnTo>
                    <a:pt x="p0x121" y="p0y121"/>
                  </a:lnTo>
                  <a:lnTo>
                    <a:pt x="p0x122" y="p0y122"/>
                  </a:lnTo>
                  <a:lnTo>
                    <a:pt x="p0x123" y="p0y123"/>
                  </a:lnTo>
                  <a:lnTo>
                    <a:pt x="p0x124" y="p0y124"/>
                  </a:lnTo>
                  <a:moveTo>
                    <a:pt x="p0x125" y="p0y125"/>
                  </a:moveTo>
                  <a:lnTo>
                    <a:pt x="p0x126" y="p0y126"/>
                  </a:lnTo>
                  <a:lnTo>
                    <a:pt x="p0x127" y="p0y127"/>
                  </a:lnTo>
                  <a:lnTo>
                    <a:pt x="p0x128" y="p0y128"/>
                  </a:lnTo>
                  <a:lnTo>
                    <a:pt x="p0x129" y="p0y129"/>
                  </a:lnTo>
                  <a:moveTo>
                    <a:pt x="p0x130" y="p0y130"/>
                  </a:moveTo>
                  <a:lnTo>
                    <a:pt x="p0x131" y="p0y131"/>
                  </a:lnTo>
                  <a:lnTo>
                    <a:pt x="p0x132" y="p0y132"/>
                  </a:lnTo>
                  <a:lnTo>
                    <a:pt x="p0x133" y="p0y133"/>
                  </a:lnTo>
                  <a:lnTo>
                    <a:pt x="p0x134" y="p0y134"/>
                  </a:lnTo>
                  <a:moveTo>
                    <a:pt x="p0x135" y="p0y135"/>
                  </a:moveTo>
                  <a:lnTo>
                    <a:pt x="p0x136" y="p0y136"/>
                  </a:lnTo>
                  <a:lnTo>
                    <a:pt x="p0x137" y="p0y137"/>
                  </a:lnTo>
                  <a:lnTo>
                    <a:pt x="p0x138" y="p0y138"/>
                  </a:lnTo>
                  <a:lnTo>
                    <a:pt x="p0x139" y="p0y139"/>
                  </a:lnTo>
                  <a:moveTo>
                    <a:pt x="p0x140" y="p0y140"/>
                  </a:moveTo>
                  <a:lnTo>
                    <a:pt x="p0x141" y="p0y141"/>
                  </a:lnTo>
                  <a:lnTo>
                    <a:pt x="p0x142" y="p0y142"/>
                  </a:lnTo>
                  <a:lnTo>
                    <a:pt x="p0x143" y="p0y143"/>
                  </a:lnTo>
                  <a:lnTo>
                    <a:pt x="p0x144" y="p0y144"/>
                  </a:lnTo>
                  <a:moveTo>
                    <a:pt x="p0x145" y="p0y145"/>
                  </a:moveTo>
                  <a:lnTo>
                    <a:pt x="p0x146" y="p0y146"/>
                  </a:lnTo>
                  <a:lnTo>
                    <a:pt x="p0x147" y="p0y147"/>
                  </a:lnTo>
                  <a:lnTo>
                    <a:pt x="p0x148" y="p0y148"/>
                  </a:lnTo>
                  <a:lnTo>
                    <a:pt x="p0x149" y="p0y149"/>
                  </a:lnTo>
                  <a:moveTo>
                    <a:pt x="p0x150" y="p0y150"/>
                  </a:moveTo>
                  <a:lnTo>
                    <a:pt x="p0x151" y="p0y151"/>
                  </a:lnTo>
                  <a:lnTo>
                    <a:pt x="p0x152" y="p0y152"/>
                  </a:lnTo>
                  <a:lnTo>
                    <a:pt x="p0x153" y="p0y153"/>
                  </a:lnTo>
                  <a:lnTo>
                    <a:pt x="p0x154" y="p0y154"/>
                  </a:lnTo>
                  <a:moveTo>
                    <a:pt x="p0x155" y="p0y155"/>
                  </a:moveTo>
                  <a:lnTo>
                    <a:pt x="p0x156" y="p0y156"/>
                  </a:lnTo>
                  <a:lnTo>
                    <a:pt x="p0x157" y="p0y157"/>
                  </a:lnTo>
                  <a:lnTo>
                    <a:pt x="p0x158" y="p0y158"/>
                  </a:lnTo>
                  <a:lnTo>
                    <a:pt x="p0x159" y="p0y159"/>
                  </a:lnTo>
                  <a:moveTo>
                    <a:pt x="p0x160" y="p0y160"/>
                  </a:moveTo>
                  <a:lnTo>
                    <a:pt x="p0x161" y="p0y161"/>
                  </a:lnTo>
                  <a:lnTo>
                    <a:pt x="p0x162" y="p0y162"/>
                  </a:lnTo>
                  <a:lnTo>
                    <a:pt x="p0x163" y="p0y163"/>
                  </a:lnTo>
                  <a:lnTo>
                    <a:pt x="p0x164" y="p0y164"/>
                  </a:lnTo>
                  <a:moveTo>
                    <a:pt x="p0x165" y="p0y165"/>
                  </a:moveTo>
                  <a:lnTo>
                    <a:pt x="p0x166" y="p0y166"/>
                  </a:lnTo>
                  <a:lnTo>
                    <a:pt x="p0x167" y="p0y167"/>
                  </a:lnTo>
                  <a:lnTo>
                    <a:pt x="p0x168" y="p0y168"/>
                  </a:lnTo>
                  <a:lnTo>
                    <a:pt x="p0x169" y="p0y169"/>
                  </a:lnTo>
                  <a:moveTo>
                    <a:pt x="p0x170" y="p0y170"/>
                  </a:moveTo>
                  <a:lnTo>
                    <a:pt x="p0x171" y="p0y171"/>
                  </a:lnTo>
                  <a:lnTo>
                    <a:pt x="p0x172" y="p0y172"/>
                  </a:lnTo>
                  <a:lnTo>
                    <a:pt x="p0x173" y="p0y173"/>
                  </a:lnTo>
                  <a:lnTo>
                    <a:pt x="p0x174" y="p0y174"/>
                  </a:lnTo>
                  <a:moveTo>
                    <a:pt x="p0x175" y="p0y175"/>
                  </a:moveTo>
                  <a:lnTo>
                    <a:pt x="p0x176" y="p0y176"/>
                  </a:lnTo>
                  <a:lnTo>
                    <a:pt x="p0x177" y="p0y177"/>
                  </a:lnTo>
                  <a:lnTo>
                    <a:pt x="p0x178" y="p0y178"/>
                  </a:lnTo>
                  <a:lnTo>
                    <a:pt x="p0x179" y="p0y179"/>
                  </a:lnTo>
                  <a:moveTo>
                    <a:pt x="p0x180" y="p0y180"/>
                  </a:moveTo>
                  <a:lnTo>
                    <a:pt x="p0x181" y="p0y181"/>
                  </a:lnTo>
                  <a:lnTo>
                    <a:pt x="p0x182" y="p0y182"/>
                  </a:lnTo>
                  <a:lnTo>
                    <a:pt x="p0x183" y="p0y183"/>
                  </a:lnTo>
                  <a:lnTo>
                    <a:pt x="p0x184" y="p0y184"/>
                  </a:lnTo>
                  <a:moveTo>
                    <a:pt x="p0x185" y="p0y185"/>
                  </a:moveTo>
                  <a:lnTo>
                    <a:pt x="p0x186" y="p0y186"/>
                  </a:lnTo>
                  <a:lnTo>
                    <a:pt x="p0x187" y="p0y187"/>
                  </a:lnTo>
                  <a:lnTo>
                    <a:pt x="p0x188" y="p0y188"/>
                  </a:lnTo>
                  <a:lnTo>
                    <a:pt x="p0x189" y="p0y189"/>
                  </a:lnTo>
                  <a:moveTo>
                    <a:pt x="p0x190" y="p0y190"/>
                  </a:moveTo>
                  <a:lnTo>
                    <a:pt x="p0x191" y="p0y191"/>
                  </a:lnTo>
                  <a:lnTo>
                    <a:pt x="p0x192" y="p0y192"/>
                  </a:lnTo>
                  <a:lnTo>
                    <a:pt x="p0x193" y="p0y193"/>
                  </a:lnTo>
                  <a:lnTo>
                    <a:pt x="p0x194" y="p0y194"/>
                  </a:lnTo>
                  <a:moveTo>
                    <a:pt x="p0x195" y="p0y195"/>
                  </a:moveTo>
                  <a:lnTo>
                    <a:pt x="p0x196" y="p0y196"/>
                  </a:lnTo>
                  <a:lnTo>
                    <a:pt x="p0x197" y="p0y197"/>
                  </a:lnTo>
                  <a:lnTo>
                    <a:pt x="p0x198" y="p0y198"/>
                  </a:lnTo>
                  <a:lnTo>
                    <a:pt x="p0x199" y="p0y199"/>
                  </a:lnTo>
                  <a:moveTo>
                    <a:pt x="p0x200" y="p0y200"/>
                  </a:moveTo>
                  <a:lnTo>
                    <a:pt x="p0x201" y="p0y201"/>
                  </a:lnTo>
                  <a:lnTo>
                    <a:pt x="p0x202" y="p0y202"/>
                  </a:lnTo>
                  <a:lnTo>
                    <a:pt x="p0x203" y="p0y203"/>
                  </a:lnTo>
                  <a:lnTo>
                    <a:pt x="p0x204" y="p0y204"/>
                  </a:lnTo>
                  <a:moveTo>
                    <a:pt x="p0x205" y="p0y205"/>
                  </a:moveTo>
                  <a:lnTo>
                    <a:pt x="p0x206" y="p0y206"/>
                  </a:lnTo>
                  <a:lnTo>
                    <a:pt x="p0x207" y="p0y207"/>
                  </a:lnTo>
                  <a:lnTo>
                    <a:pt x="p0x208" y="p0y208"/>
                  </a:lnTo>
                  <a:lnTo>
                    <a:pt x="p0x209" y="p0y209"/>
                  </a:lnTo>
                  <a:moveTo>
                    <a:pt x="p0x210" y="p0y210"/>
                  </a:moveTo>
                  <a:lnTo>
                    <a:pt x="p0x211" y="p0y211"/>
                  </a:lnTo>
                  <a:lnTo>
                    <a:pt x="p0x212" y="p0y212"/>
                  </a:lnTo>
                  <a:lnTo>
                    <a:pt x="p0x213" y="p0y213"/>
                  </a:lnTo>
                  <a:lnTo>
                    <a:pt x="p0x214" y="p0y214"/>
                  </a:lnTo>
                  <a:moveTo>
                    <a:pt x="p0x215" y="p0y215"/>
                  </a:moveTo>
                  <a:lnTo>
                    <a:pt x="p0x216" y="p0y216"/>
                  </a:lnTo>
                  <a:lnTo>
                    <a:pt x="p0x217" y="p0y217"/>
                  </a:lnTo>
                  <a:lnTo>
                    <a:pt x="p0x218" y="p0y218"/>
                  </a:lnTo>
                  <a:lnTo>
                    <a:pt x="p0x219" y="p0y219"/>
                  </a:lnTo>
                  <a:moveTo>
                    <a:pt x="p0x220" y="p0y220"/>
                  </a:moveTo>
                  <a:lnTo>
                    <a:pt x="p0x221" y="p0y221"/>
                  </a:lnTo>
                  <a:lnTo>
                    <a:pt x="p0x222" y="p0y222"/>
                  </a:lnTo>
                  <a:lnTo>
                    <a:pt x="p0x223" y="p0y223"/>
                  </a:lnTo>
                  <a:lnTo>
                    <a:pt x="p0x224" y="p0y224"/>
                  </a:lnTo>
                  <a:moveTo>
                    <a:pt x="p0x225" y="p0y225"/>
                  </a:moveTo>
                  <a:lnTo>
                    <a:pt x="p0x226" y="p0y226"/>
                  </a:lnTo>
                  <a:lnTo>
                    <a:pt x="p0x227" y="p0y227"/>
                  </a:lnTo>
                  <a:lnTo>
                    <a:pt x="p0x228" y="p0y228"/>
                  </a:lnTo>
                  <a:lnTo>
                    <a:pt x="p0x229" y="p0y229"/>
                  </a:lnTo>
                  <a:moveTo>
                    <a:pt x="p0x230" y="p0y230"/>
                  </a:moveTo>
                  <a:lnTo>
                    <a:pt x="p0x231" y="p0y231"/>
                  </a:lnTo>
                  <a:lnTo>
                    <a:pt x="p0x232" y="p0y232"/>
                  </a:lnTo>
                  <a:lnTo>
                    <a:pt x="p0x233" y="p0y233"/>
                  </a:lnTo>
                  <a:lnTo>
                    <a:pt x="p0x234" y="p0y234"/>
                  </a:lnTo>
                  <a:moveTo>
                    <a:pt x="p0x235" y="p0y235"/>
                  </a:moveTo>
                  <a:lnTo>
                    <a:pt x="p0x236" y="p0y236"/>
                  </a:lnTo>
                  <a:lnTo>
                    <a:pt x="p0x237" y="p0y237"/>
                  </a:lnTo>
                  <a:lnTo>
                    <a:pt x="p0x238" y="p0y238"/>
                  </a:lnTo>
                  <a:lnTo>
                    <a:pt x="p0x239" y="p0y239"/>
                  </a:lnTo>
                  <a:moveTo>
                    <a:pt x="p0x240" y="p0y240"/>
                  </a:moveTo>
                  <a:lnTo>
                    <a:pt x="p0x241" y="p0y241"/>
                  </a:lnTo>
                  <a:lnTo>
                    <a:pt x="p0x242" y="p0y242"/>
                  </a:lnTo>
                  <a:lnTo>
                    <a:pt x="p0x243" y="p0y243"/>
                  </a:lnTo>
                  <a:lnTo>
                    <a:pt x="p0x244" y="p0y244"/>
                  </a:lnTo>
                  <a:moveTo>
                    <a:pt x="p0x245" y="p0y245"/>
                  </a:moveTo>
                  <a:lnTo>
                    <a:pt x="p0x246" y="p0y246"/>
                  </a:lnTo>
                  <a:lnTo>
                    <a:pt x="p0x247" y="p0y247"/>
                  </a:lnTo>
                  <a:lnTo>
                    <a:pt x="p0x248" y="p0y248"/>
                  </a:lnTo>
                  <a:lnTo>
                    <a:pt x="p0x249" y="p0y249"/>
                  </a:lnTo>
                  <a:moveTo>
                    <a:pt x="p0x250" y="p0y250"/>
                  </a:moveTo>
                  <a:lnTo>
                    <a:pt x="p0x251" y="p0y251"/>
                  </a:lnTo>
                  <a:lnTo>
                    <a:pt x="p0x252" y="p0y252"/>
                  </a:lnTo>
                  <a:lnTo>
                    <a:pt x="p0x253" y="p0y253"/>
                  </a:lnTo>
                  <a:lnTo>
                    <a:pt x="p0x254" y="p0y254"/>
                  </a:lnTo>
                  <a:moveTo>
                    <a:pt x="p0x255" y="p0y255"/>
                  </a:moveTo>
                  <a:lnTo>
                    <a:pt x="p0x256" y="p0y256"/>
                  </a:lnTo>
                  <a:lnTo>
                    <a:pt x="p0x257" y="p0y257"/>
                  </a:lnTo>
                  <a:lnTo>
                    <a:pt x="p0x258" y="p0y258"/>
                  </a:lnTo>
                  <a:lnTo>
                    <a:pt x="p0x259" y="p0y259"/>
                  </a:lnTo>
                  <a:moveTo>
                    <a:pt x="p0x260" y="p0y260"/>
                  </a:moveTo>
                  <a:lnTo>
                    <a:pt x="p0x261" y="p0y261"/>
                  </a:lnTo>
                  <a:lnTo>
                    <a:pt x="p0x262" y="p0y262"/>
                  </a:lnTo>
                  <a:lnTo>
                    <a:pt x="p0x263" y="p0y263"/>
                  </a:lnTo>
                  <a:lnTo>
                    <a:pt x="p0x264" y="p0y264"/>
                  </a:lnTo>
                  <a:moveTo>
                    <a:pt x="p0x265" y="p0y265"/>
                  </a:moveTo>
                  <a:lnTo>
                    <a:pt x="p0x266" y="p0y266"/>
                  </a:lnTo>
                  <a:lnTo>
                    <a:pt x="p0x267" y="p0y267"/>
                  </a:lnTo>
                  <a:lnTo>
                    <a:pt x="p0x268" y="p0y268"/>
                  </a:lnTo>
                  <a:lnTo>
                    <a:pt x="p0x269" y="p0y269"/>
                  </a:lnTo>
                  <a:moveTo>
                    <a:pt x="p0x270" y="p0y270"/>
                  </a:moveTo>
                  <a:lnTo>
                    <a:pt x="p0x271" y="p0y271"/>
                  </a:lnTo>
                  <a:lnTo>
                    <a:pt x="p0x272" y="p0y272"/>
                  </a:lnTo>
                  <a:lnTo>
                    <a:pt x="p0x273" y="p0y273"/>
                  </a:lnTo>
                  <a:lnTo>
                    <a:pt x="p0x274" y="p0y274"/>
                  </a:lnTo>
                  <a:moveTo>
                    <a:pt x="p0x275" y="p0y275"/>
                  </a:moveTo>
                  <a:lnTo>
                    <a:pt x="p0x276" y="p0y276"/>
                  </a:lnTo>
                  <a:lnTo>
                    <a:pt x="p0x277" y="p0y277"/>
                  </a:lnTo>
                  <a:lnTo>
                    <a:pt x="p0x278" y="p0y278"/>
                  </a:lnTo>
                  <a:lnTo>
                    <a:pt x="p0x279" y="p0y279"/>
                  </a:lnTo>
                  <a:moveTo>
                    <a:pt x="p0x280" y="p0y280"/>
                  </a:moveTo>
                  <a:lnTo>
                    <a:pt x="p0x281" y="p0y281"/>
                  </a:lnTo>
                  <a:lnTo>
                    <a:pt x="p0x282" y="p0y282"/>
                  </a:lnTo>
                  <a:lnTo>
                    <a:pt x="p0x283" y="p0y283"/>
                  </a:lnTo>
                  <a:lnTo>
                    <a:pt x="p0x284" y="p0y284"/>
                  </a:lnTo>
                  <a:moveTo>
                    <a:pt x="p0x285" y="p0y285"/>
                  </a:moveTo>
                  <a:lnTo>
                    <a:pt x="p0x286" y="p0y286"/>
                  </a:lnTo>
                  <a:lnTo>
                    <a:pt x="p0x287" y="p0y287"/>
                  </a:lnTo>
                  <a:lnTo>
                    <a:pt x="p0x288" y="p0y288"/>
                  </a:lnTo>
                  <a:lnTo>
                    <a:pt x="p0x289" y="p0y289"/>
                  </a:lnTo>
                  <a:moveTo>
                    <a:pt x="p0x290" y="p0y290"/>
                  </a:moveTo>
                  <a:lnTo>
                    <a:pt x="p0x291" y="p0y291"/>
                  </a:lnTo>
                  <a:lnTo>
                    <a:pt x="p0x292" y="p0y292"/>
                  </a:lnTo>
                  <a:lnTo>
                    <a:pt x="p0x293" y="p0y293"/>
                  </a:lnTo>
                  <a:lnTo>
                    <a:pt x="p0x294" y="p0y294"/>
                  </a:lnTo>
                  <a:moveTo>
                    <a:pt x="p0x295" y="p0y295"/>
                  </a:moveTo>
                  <a:lnTo>
                    <a:pt x="p0x296" y="p0y296"/>
                  </a:lnTo>
                  <a:lnTo>
                    <a:pt x="p0x297" y="p0y297"/>
                  </a:lnTo>
                  <a:lnTo>
                    <a:pt x="p0x298" y="p0y298"/>
                  </a:lnTo>
                  <a:lnTo>
                    <a:pt x="p0x299" y="p0y299"/>
                  </a:lnTo>
                  <a:moveTo>
                    <a:pt x="p0x300" y="p0y300"/>
                  </a:moveTo>
                  <a:lnTo>
                    <a:pt x="p0x301" y="p0y301"/>
                  </a:lnTo>
                  <a:lnTo>
                    <a:pt x="p0x302" y="p0y302"/>
                  </a:lnTo>
                  <a:lnTo>
                    <a:pt x="p0x303" y="p0y303"/>
                  </a:lnTo>
                  <a:lnTo>
                    <a:pt x="p0x304" y="p0y304"/>
                  </a:lnTo>
                  <a:moveTo>
                    <a:pt x="p0x305" y="p0y305"/>
                  </a:moveTo>
                  <a:lnTo>
                    <a:pt x="p0x306" y="p0y306"/>
                  </a:lnTo>
                  <a:lnTo>
                    <a:pt x="p0x307" y="p0y307"/>
                  </a:lnTo>
                  <a:lnTo>
                    <a:pt x="p0x308" y="p0y308"/>
                  </a:lnTo>
                  <a:lnTo>
                    <a:pt x="p0x309" y="p0y309"/>
                  </a:lnTo>
                  <a:moveTo>
                    <a:pt x="p0x310" y="p0y310"/>
                  </a:moveTo>
                  <a:lnTo>
                    <a:pt x="p0x311" y="p0y311"/>
                  </a:lnTo>
                  <a:lnTo>
                    <a:pt x="p0x312" y="p0y312"/>
                  </a:lnTo>
                  <a:lnTo>
                    <a:pt x="p0x313" y="p0y313"/>
                  </a:lnTo>
                  <a:lnTo>
                    <a:pt x="p0x314" y="p0y314"/>
                  </a:lnTo>
                  <a:moveTo>
                    <a:pt x="p0x315" y="p0y315"/>
                  </a:moveTo>
                  <a:lnTo>
                    <a:pt x="p0x316" y="p0y316"/>
                  </a:lnTo>
                  <a:lnTo>
                    <a:pt x="p0x317" y="p0y317"/>
                  </a:lnTo>
                  <a:lnTo>
                    <a:pt x="p0x318" y="p0y318"/>
                  </a:lnTo>
                  <a:lnTo>
                    <a:pt x="p0x319" y="p0y319"/>
                  </a:lnTo>
                  <a:moveTo>
                    <a:pt x="p0x320" y="p0y320"/>
                  </a:moveTo>
                  <a:lnTo>
                    <a:pt x="p0x321" y="p0y321"/>
                  </a:lnTo>
                  <a:lnTo>
                    <a:pt x="p0x322" y="p0y322"/>
                  </a:lnTo>
                  <a:lnTo>
                    <a:pt x="p0x323" y="p0y323"/>
                  </a:lnTo>
                  <a:lnTo>
                    <a:pt x="p0x324" y="p0y324"/>
                  </a:lnTo>
                  <a:moveTo>
                    <a:pt x="p0x325" y="p0y325"/>
                  </a:moveTo>
                  <a:lnTo>
                    <a:pt x="p0x326" y="p0y326"/>
                  </a:lnTo>
                  <a:lnTo>
                    <a:pt x="p0x327" y="p0y327"/>
                  </a:lnTo>
                  <a:lnTo>
                    <a:pt x="p0x328" y="p0y328"/>
                  </a:lnTo>
                  <a:lnTo>
                    <a:pt x="p0x329" y="p0y329"/>
                  </a:lnTo>
                  <a:moveTo>
                    <a:pt x="p0x330" y="p0y330"/>
                  </a:moveTo>
                  <a:lnTo>
                    <a:pt x="p0x331" y="p0y331"/>
                  </a:lnTo>
                  <a:lnTo>
                    <a:pt x="p0x332" y="p0y332"/>
                  </a:lnTo>
                  <a:lnTo>
                    <a:pt x="p0x333" y="p0y333"/>
                  </a:lnTo>
                  <a:lnTo>
                    <a:pt x="p0x334" y="p0y334"/>
                  </a:lnTo>
                  <a:moveTo>
                    <a:pt x="p0x335" y="p0y335"/>
                  </a:moveTo>
                  <a:lnTo>
                    <a:pt x="p0x336" y="p0y336"/>
                  </a:lnTo>
                  <a:lnTo>
                    <a:pt x="p0x337" y="p0y337"/>
                  </a:lnTo>
                  <a:lnTo>
                    <a:pt x="p0x338" y="p0y338"/>
                  </a:lnTo>
                  <a:lnTo>
                    <a:pt x="p0x339" y="p0y339"/>
                  </a:lnTo>
                  <a:moveTo>
                    <a:pt x="p0x340" y="p0y340"/>
                  </a:moveTo>
                  <a:lnTo>
                    <a:pt x="p0x341" y="p0y341"/>
                  </a:lnTo>
                  <a:lnTo>
                    <a:pt x="p0x342" y="p0y342"/>
                  </a:lnTo>
                  <a:lnTo>
                    <a:pt x="p0x343" y="p0y343"/>
                  </a:lnTo>
                  <a:lnTo>
                    <a:pt x="p0x344" y="p0y344"/>
                  </a:lnTo>
                  <a:moveTo>
                    <a:pt x="p0x345" y="p0y345"/>
                  </a:moveTo>
                  <a:lnTo>
                    <a:pt x="p0x346" y="p0y346"/>
                  </a:lnTo>
                  <a:lnTo>
                    <a:pt x="p0x347" y="p0y347"/>
                  </a:lnTo>
                  <a:lnTo>
                    <a:pt x="p0x348" y="p0y348"/>
                  </a:lnTo>
                  <a:lnTo>
                    <a:pt x="p0x349" y="p0y349"/>
                  </a:lnTo>
                  <a:moveTo>
                    <a:pt x="p0x350" y="p0y350"/>
                  </a:moveTo>
                  <a:lnTo>
                    <a:pt x="p0x351" y="p0y351"/>
                  </a:lnTo>
                  <a:lnTo>
                    <a:pt x="p0x352" y="p0y352"/>
                  </a:lnTo>
                  <a:lnTo>
                    <a:pt x="p0x353" y="p0y353"/>
                  </a:lnTo>
                  <a:lnTo>
                    <a:pt x="p0x354" y="p0y354"/>
                  </a:lnTo>
                  <a:moveTo>
                    <a:pt x="p0x355" y="p0y355"/>
                  </a:moveTo>
                  <a:lnTo>
                    <a:pt x="p0x356" y="p0y356"/>
                  </a:lnTo>
                  <a:lnTo>
                    <a:pt x="p0x357" y="p0y357"/>
                  </a:lnTo>
                  <a:lnTo>
                    <a:pt x="p0x358" y="p0y358"/>
                  </a:lnTo>
                  <a:lnTo>
                    <a:pt x="p0x359" y="p0y359"/>
                  </a:lnTo>
                  <a:moveTo>
                    <a:pt x="p0x360" y="p0y360"/>
                  </a:moveTo>
                  <a:lnTo>
                    <a:pt x="p0x361" y="p0y361"/>
                  </a:lnTo>
                  <a:lnTo>
                    <a:pt x="p0x362" y="p0y362"/>
                  </a:lnTo>
                  <a:lnTo>
                    <a:pt x="p0x363" y="p0y363"/>
                  </a:lnTo>
                  <a:lnTo>
                    <a:pt x="p0x364" y="p0y364"/>
                  </a:lnTo>
                  <a:moveTo>
                    <a:pt x="p0x365" y="p0y365"/>
                  </a:moveTo>
                  <a:lnTo>
                    <a:pt x="p0x366" y="p0y366"/>
                  </a:lnTo>
                  <a:lnTo>
                    <a:pt x="p0x367" y="p0y367"/>
                  </a:lnTo>
                  <a:lnTo>
                    <a:pt x="p0x368" y="p0y368"/>
                  </a:lnTo>
                  <a:lnTo>
                    <a:pt x="p0x369" y="p0y369"/>
                  </a:lnTo>
                  <a:moveTo>
                    <a:pt x="p0x370" y="p0y370"/>
                  </a:moveTo>
                  <a:lnTo>
                    <a:pt x="p0x371" y="p0y371"/>
                  </a:lnTo>
                  <a:lnTo>
                    <a:pt x="p0x372" y="p0y372"/>
                  </a:lnTo>
                  <a:lnTo>
                    <a:pt x="p0x373" y="p0y373"/>
                  </a:lnTo>
                  <a:lnTo>
                    <a:pt x="p0x374" y="p0y374"/>
                  </a:lnTo>
                  <a:moveTo>
                    <a:pt x="p0x375" y="p0y375"/>
                  </a:moveTo>
                  <a:lnTo>
                    <a:pt x="p0x376" y="p0y376"/>
                  </a:lnTo>
                  <a:lnTo>
                    <a:pt x="p0x377" y="p0y377"/>
                  </a:lnTo>
                  <a:lnTo>
                    <a:pt x="p0x378" y="p0y378"/>
                  </a:lnTo>
                  <a:lnTo>
                    <a:pt x="p0x379" y="p0y379"/>
                  </a:lnTo>
                  <a:moveTo>
                    <a:pt x="p0x380" y="p0y380"/>
                  </a:moveTo>
                  <a:lnTo>
                    <a:pt x="p0x381" y="p0y381"/>
                  </a:lnTo>
                  <a:lnTo>
                    <a:pt x="p0x382" y="p0y382"/>
                  </a:lnTo>
                  <a:lnTo>
                    <a:pt x="p0x383" y="p0y383"/>
                  </a:lnTo>
                  <a:lnTo>
                    <a:pt x="p0x384" y="p0y384"/>
                  </a:lnTo>
                  <a:moveTo>
                    <a:pt x="p0x385" y="p0y385"/>
                  </a:moveTo>
                  <a:lnTo>
                    <a:pt x="p0x386" y="p0y386"/>
                  </a:lnTo>
                  <a:lnTo>
                    <a:pt x="p0x387" y="p0y387"/>
                  </a:lnTo>
                  <a:lnTo>
                    <a:pt x="p0x388" y="p0y388"/>
                  </a:lnTo>
                  <a:lnTo>
                    <a:pt x="p0x389" y="p0y389"/>
                  </a:lnTo>
                  <a:moveTo>
                    <a:pt x="p0x390" y="p0y390"/>
                  </a:moveTo>
                  <a:lnTo>
                    <a:pt x="p0x391" y="p0y391"/>
                  </a:lnTo>
                  <a:lnTo>
                    <a:pt x="p0x392" y="p0y392"/>
                  </a:lnTo>
                  <a:lnTo>
                    <a:pt x="p0x393" y="p0y393"/>
                  </a:lnTo>
                  <a:lnTo>
                    <a:pt x="p0x394" y="p0y394"/>
                  </a:lnTo>
                  <a:moveTo>
                    <a:pt x="p0x395" y="p0y395"/>
                  </a:moveTo>
                  <a:lnTo>
                    <a:pt x="p0x396" y="p0y396"/>
                  </a:lnTo>
                  <a:lnTo>
                    <a:pt x="p0x397" y="p0y397"/>
                  </a:lnTo>
                  <a:lnTo>
                    <a:pt x="p0x398" y="p0y398"/>
                  </a:lnTo>
                  <a:lnTo>
                    <a:pt x="p0x399" y="p0y399"/>
                  </a:lnTo>
                  <a:moveTo>
                    <a:pt x="p0x400" y="p0y400"/>
                  </a:moveTo>
                  <a:lnTo>
                    <a:pt x="p0x401" y="p0y401"/>
                  </a:lnTo>
                  <a:lnTo>
                    <a:pt x="p0x402" y="p0y402"/>
                  </a:lnTo>
                  <a:lnTo>
                    <a:pt x="p0x403" y="p0y403"/>
                  </a:lnTo>
                  <a:lnTo>
                    <a:pt x="p0x404" y="p0y404"/>
                  </a:lnTo>
                  <a:moveTo>
                    <a:pt x="p0x405" y="p0y405"/>
                  </a:moveTo>
                  <a:lnTo>
                    <a:pt x="p0x406" y="p0y406"/>
                  </a:lnTo>
                  <a:lnTo>
                    <a:pt x="p0x407" y="p0y407"/>
                  </a:lnTo>
                  <a:lnTo>
                    <a:pt x="p0x408" y="p0y408"/>
                  </a:lnTo>
                  <a:lnTo>
                    <a:pt x="p0x409" y="p0y409"/>
                  </a:lnTo>
                  <a:moveTo>
                    <a:pt x="p0x410" y="p0y410"/>
                  </a:moveTo>
                  <a:lnTo>
                    <a:pt x="p0x411" y="p0y411"/>
                  </a:lnTo>
                  <a:lnTo>
                    <a:pt x="p0x412" y="p0y412"/>
                  </a:lnTo>
                  <a:lnTo>
                    <a:pt x="p0x413" y="p0y413"/>
                  </a:lnTo>
                  <a:lnTo>
                    <a:pt x="p0x414" y="p0y414"/>
                  </a:lnTo>
                  <a:moveTo>
                    <a:pt x="p0x415" y="p0y415"/>
                  </a:moveTo>
                  <a:lnTo>
                    <a:pt x="p0x416" y="p0y416"/>
                  </a:lnTo>
                  <a:lnTo>
                    <a:pt x="p0x417" y="p0y417"/>
                  </a:lnTo>
                  <a:lnTo>
                    <a:pt x="p0x418" y="p0y418"/>
                  </a:lnTo>
                  <a:lnTo>
                    <a:pt x="p0x419" y="p0y419"/>
                  </a:lnTo>
                  <a:moveTo>
                    <a:pt x="p0x420" y="p0y420"/>
                  </a:moveTo>
                  <a:lnTo>
                    <a:pt x="p0x421" y="p0y421"/>
                  </a:lnTo>
                  <a:lnTo>
                    <a:pt x="p0x422" y="p0y422"/>
                  </a:lnTo>
                  <a:lnTo>
                    <a:pt x="p0x423" y="p0y423"/>
                  </a:lnTo>
                  <a:lnTo>
                    <a:pt x="p0x424" y="p0y424"/>
                  </a:lnTo>
                  <a:moveTo>
                    <a:pt x="p0x425" y="p0y425"/>
                  </a:moveTo>
                  <a:lnTo>
                    <a:pt x="p0x426" y="p0y426"/>
                  </a:lnTo>
                  <a:lnTo>
                    <a:pt x="p0x427" y="p0y427"/>
                  </a:lnTo>
                  <a:lnTo>
                    <a:pt x="p0x428" y="p0y428"/>
                  </a:lnTo>
                  <a:lnTo>
                    <a:pt x="p0x429" y="p0y429"/>
                  </a:lnTo>
                  <a:moveTo>
                    <a:pt x="p0x430" y="p0y430"/>
                  </a:moveTo>
                  <a:lnTo>
                    <a:pt x="p0x431" y="p0y431"/>
                  </a:lnTo>
                  <a:lnTo>
                    <a:pt x="p0x432" y="p0y432"/>
                  </a:lnTo>
                  <a:lnTo>
                    <a:pt x="p0x433" y="p0y433"/>
                  </a:lnTo>
                  <a:lnTo>
                    <a:pt x="p0x434" y="p0y434"/>
                  </a:lnTo>
                  <a:moveTo>
                    <a:pt x="p0x435" y="p0y435"/>
                  </a:moveTo>
                  <a:lnTo>
                    <a:pt x="p0x436" y="p0y436"/>
                  </a:lnTo>
                  <a:lnTo>
                    <a:pt x="p0x437" y="p0y437"/>
                  </a:lnTo>
                  <a:lnTo>
                    <a:pt x="p0x438" y="p0y438"/>
                  </a:lnTo>
                  <a:lnTo>
                    <a:pt x="p0x439" y="p0y439"/>
                  </a:lnTo>
                  <a:moveTo>
                    <a:pt x="p0x440" y="p0y440"/>
                  </a:moveTo>
                  <a:lnTo>
                    <a:pt x="p0x441" y="p0y441"/>
                  </a:lnTo>
                  <a:lnTo>
                    <a:pt x="p0x442" y="p0y442"/>
                  </a:lnTo>
                  <a:lnTo>
                    <a:pt x="p0x443" y="p0y443"/>
                  </a:lnTo>
                  <a:lnTo>
                    <a:pt x="p0x444" y="p0y444"/>
                  </a:lnTo>
                </a:path>
              </a:pathLst>
            </a:custGeom>
            <a:solidFill>
              <a:srgbClr val="E2E8F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42" name="图片 41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 l="-4167" t="-6389" r="-4167" b="-6389"/>
          <a:stretch>
            <a:fillRect/>
          </a:stretch>
        </p:blipFill>
        <p:spPr>
          <a:xfrm>
            <a:off x="728345" y="5735955"/>
            <a:ext cx="123825" cy="128905"/>
          </a:xfrm>
          <a:prstGeom prst="rect">
            <a:avLst/>
          </a:prstGeom>
        </p:spPr>
      </p:pic>
      <p:sp>
        <p:nvSpPr>
          <p:cNvPr id="43" name="文本框 42"/>
          <p:cNvSpPr txBox="1"/>
          <p:nvPr>
            <p:custDataLst>
              <p:tags r:id="rId16"/>
            </p:custDataLst>
          </p:nvPr>
        </p:nvSpPr>
        <p:spPr>
          <a:xfrm>
            <a:off x="962025" y="5715000"/>
            <a:ext cx="833438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0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时间</a:t>
            </a:r>
            <a:r>
              <a:rPr lang="en-US" altLang="zh-CN" sz="10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</a:t>
            </a:r>
            <a:r>
              <a:rPr sz="400"/>
              <a:t> </a:t>
            </a:r>
            <a:r>
              <a:rPr sz="100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O(V+E)</a:t>
            </a:r>
            <a:endParaRPr sz="100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4" name="图片 43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 l="-5641" t="-25185" r="-5641" b="-25185"/>
          <a:stretch>
            <a:fillRect/>
          </a:stretch>
        </p:blipFill>
        <p:spPr>
          <a:xfrm>
            <a:off x="3302635" y="5735955"/>
            <a:ext cx="137795" cy="128905"/>
          </a:xfrm>
          <a:prstGeom prst="rect">
            <a:avLst/>
          </a:prstGeom>
        </p:spPr>
      </p:pic>
      <p:sp>
        <p:nvSpPr>
          <p:cNvPr id="45" name="文本框 44"/>
          <p:cNvSpPr txBox="1"/>
          <p:nvPr>
            <p:custDataLst>
              <p:tags r:id="rId20"/>
            </p:custDataLst>
          </p:nvPr>
        </p:nvSpPr>
        <p:spPr>
          <a:xfrm>
            <a:off x="3543300" y="5715000"/>
            <a:ext cx="700088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0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空间</a:t>
            </a:r>
            <a:r>
              <a:rPr lang="en-US" altLang="zh-CN" sz="10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</a:t>
            </a:r>
            <a:r>
              <a:rPr sz="400"/>
              <a:t> </a:t>
            </a:r>
            <a:r>
              <a:rPr sz="100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O(h)</a:t>
            </a:r>
            <a:endParaRPr sz="100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6" name="图片 45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rcRect l="-5641" t="-17333" r="-5641" b="-17333"/>
          <a:stretch>
            <a:fillRect/>
          </a:stretch>
        </p:blipFill>
        <p:spPr>
          <a:xfrm>
            <a:off x="721360" y="6007735"/>
            <a:ext cx="137795" cy="128270"/>
          </a:xfrm>
          <a:prstGeom prst="rect">
            <a:avLst/>
          </a:prstGeom>
        </p:spPr>
      </p:pic>
      <p:sp>
        <p:nvSpPr>
          <p:cNvPr id="47" name="文本框 46"/>
          <p:cNvSpPr txBox="1"/>
          <p:nvPr>
            <p:custDataLst>
              <p:tags r:id="rId24"/>
            </p:custDataLst>
          </p:nvPr>
        </p:nvSpPr>
        <p:spPr>
          <a:xfrm>
            <a:off x="962025" y="5986463"/>
            <a:ext cx="819150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0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路径</a:t>
            </a:r>
            <a:r>
              <a:rPr lang="en-US" altLang="zh-CN" sz="10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</a:t>
            </a:r>
            <a:r>
              <a:rPr sz="400"/>
              <a:t> </a:t>
            </a:r>
            <a:r>
              <a:rPr sz="100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非最优</a:t>
            </a:r>
            <a:endParaRPr sz="100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8" name="图片 47"/>
          <p:cNvPicPr>
            <a:picLocks noChangeAspect="1"/>
          </p:cNvPicPr>
          <p:nvPr>
            <p:custDataLst>
              <p:tags r:id="rId25"/>
            </p:custDataLst>
          </p:nvPr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 l="-14074" t="-6111" r="-14074" b="-6111"/>
          <a:stretch>
            <a:fillRect/>
          </a:stretch>
        </p:blipFill>
        <p:spPr>
          <a:xfrm>
            <a:off x="3316605" y="6007735"/>
            <a:ext cx="109855" cy="128270"/>
          </a:xfrm>
          <a:prstGeom prst="rect">
            <a:avLst/>
          </a:prstGeom>
        </p:spPr>
      </p:pic>
      <p:sp>
        <p:nvSpPr>
          <p:cNvPr id="49" name="文本框 48"/>
          <p:cNvSpPr txBox="1"/>
          <p:nvPr>
            <p:custDataLst>
              <p:tags r:id="rId28"/>
            </p:custDataLst>
          </p:nvPr>
        </p:nvSpPr>
        <p:spPr>
          <a:xfrm>
            <a:off x="3543300" y="5986463"/>
            <a:ext cx="695325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0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速度</a:t>
            </a:r>
            <a:r>
              <a:rPr lang="en-US" altLang="zh-CN" sz="10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</a:t>
            </a:r>
            <a:r>
              <a:rPr sz="400"/>
              <a:t> </a:t>
            </a:r>
            <a:r>
              <a:rPr sz="100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极快</a:t>
            </a:r>
            <a:endParaRPr sz="100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任意多边形 50"/>
          <p:cNvSpPr/>
          <p:nvPr>
            <p:custDataLst>
              <p:tags r:id="rId29"/>
            </p:custDataLst>
          </p:nvPr>
        </p:nvSpPr>
        <p:spPr>
          <a:xfrm>
            <a:off x="6195695" y="1166495"/>
            <a:ext cx="5534025" cy="5229225"/>
          </a:xfrm>
          <a:custGeom>
            <a:avLst/>
            <a:gdLst>
              <a:gd name="sw" fmla="*/ 1 w 8715"/>
              <a:gd name="sh" fmla="*/ 1 h 8235"/>
              <a:gd name="mins" fmla="min sw sh"/>
              <a:gd name="dsw" fmla="+- 0 sw mins"/>
              <a:gd name="dsh" fmla="+- 0 sh mins"/>
              <a:gd name="p0x0" fmla="*/ 240 w 8715"/>
              <a:gd name="p0y0" fmla="*/ 0 h 8235"/>
              <a:gd name="p0x1" fmla="*/ 8475 w 8715"/>
              <a:gd name="p0y1" fmla="*/ 0 h 8235"/>
              <a:gd name="p0x2" fmla="*/ 8607 w 8715"/>
              <a:gd name="p0y2" fmla="*/ 0 h 8235"/>
              <a:gd name="p0x3" fmla="*/ 8715 w 8715"/>
              <a:gd name="p0y3" fmla="*/ 107 h 8235"/>
              <a:gd name="p0x4" fmla="*/ 8715 w 8715"/>
              <a:gd name="p0y4" fmla="*/ 240 h 8235"/>
              <a:gd name="p0x5" fmla="*/ 8715 w 8715"/>
              <a:gd name="p0y5" fmla="*/ 7995 h 8235"/>
              <a:gd name="p0x6" fmla="*/ 8715 w 8715"/>
              <a:gd name="p0y6" fmla="*/ 8127 h 8235"/>
              <a:gd name="p0x7" fmla="*/ 8607 w 8715"/>
              <a:gd name="p0y7" fmla="*/ 8235 h 8235"/>
              <a:gd name="p0x8" fmla="*/ 8475 w 8715"/>
              <a:gd name="p0y8" fmla="*/ 8235 h 8235"/>
              <a:gd name="p0x9" fmla="*/ 240 w 8715"/>
              <a:gd name="p0y9" fmla="*/ 8235 h 8235"/>
              <a:gd name="p0x10" fmla="*/ 107 w 8715"/>
              <a:gd name="p0y10" fmla="*/ 8235 h 8235"/>
              <a:gd name="p0x11" fmla="*/ 0 w 8715"/>
              <a:gd name="p0y11" fmla="*/ 8127 h 8235"/>
              <a:gd name="p0x12" fmla="*/ 0 w 8715"/>
              <a:gd name="p0y12" fmla="*/ 7995 h 8235"/>
              <a:gd name="p0x13" fmla="*/ 0 w 8715"/>
              <a:gd name="p0y13" fmla="*/ 240 h 8235"/>
              <a:gd name="p0x14" fmla="*/ 0 w 8715"/>
              <a:gd name="p0y14" fmla="*/ 107 h 8235"/>
              <a:gd name="p0x15" fmla="*/ 107 w 8715"/>
              <a:gd name="p0y15" fmla="*/ 0 h 8235"/>
              <a:gd name="p0x16" fmla="*/ 240 w 8715"/>
              <a:gd name="p0y16" fmla="*/ 0 h 82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1F5F9"/>
          </a:solidFill>
          <a:ln w="9525" cmpd="sng">
            <a:solidFill>
              <a:srgbClr val="E2E8F0"/>
            </a:solidFill>
            <a:prstDash val="solid"/>
          </a:ln>
          <a:effectLst>
            <a:outerShdw blurRad="85725" dist="38100" dir="5399999" sx="99656" sy="99636" algn="ctr" rotWithShape="0">
              <a:srgbClr val="000000">
                <a:alpha val="10196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105" name="组合 104"/>
          <p:cNvGrpSpPr/>
          <p:nvPr/>
        </p:nvGrpSpPr>
        <p:grpSpPr>
          <a:xfrm>
            <a:off x="6200775" y="1171575"/>
            <a:ext cx="5524500" cy="842645"/>
            <a:chOff x="9765" y="1845"/>
            <a:chExt cx="8700" cy="1327"/>
          </a:xfrm>
        </p:grpSpPr>
        <p:sp>
          <p:nvSpPr>
            <p:cNvPr id="52" name="任意多边形 51"/>
            <p:cNvSpPr/>
            <p:nvPr>
              <p:custDataLst>
                <p:tags r:id="rId30"/>
              </p:custDataLst>
            </p:nvPr>
          </p:nvSpPr>
          <p:spPr>
            <a:xfrm>
              <a:off x="9765" y="1845"/>
              <a:ext cx="8700" cy="1327"/>
            </a:xfrm>
            <a:custGeom>
              <a:avLst/>
              <a:gdLst>
                <a:gd name="sw" fmla="*/ 1 w 8700"/>
                <a:gd name="sh" fmla="*/ 1 h 1327"/>
                <a:gd name="mins" fmla="min sw sh"/>
                <a:gd name="dsw" fmla="+- 0 sw mins"/>
                <a:gd name="dsh" fmla="+- 0 sh mins"/>
                <a:gd name="p0x0" fmla="*/ 0 w 8700"/>
                <a:gd name="p0y0" fmla="*/ 0 h 1327"/>
                <a:gd name="p0x1" fmla="*/ 8700 w 8700"/>
                <a:gd name="p0y1" fmla="*/ 0 h 1327"/>
                <a:gd name="p0x2" fmla="*/ 8700 w 8700"/>
                <a:gd name="p0y2" fmla="*/ 1327 h 1327"/>
                <a:gd name="p0x3" fmla="*/ 0 w 8700"/>
                <a:gd name="p0y3" fmla="*/ 1327 h 1327"/>
                <a:gd name="p0x4" fmla="*/ 0 w 8700"/>
                <a:gd name="p0y4" fmla="*/ 0 h 1327"/>
              </a:gdLst>
              <a:ahLst/>
              <a:cxnLst/>
              <a:pathLst>
                <a:path w="8700" h="1327">
                  <a:moveTo>
                    <a:pt x="240" y="0"/>
                  </a:moveTo>
                  <a:lnTo>
                    <a:pt x="8460" y="0"/>
                  </a:lnTo>
                  <a:cubicBezTo>
                    <a:pt x="8593" y="0"/>
                    <a:pt x="8700" y="107"/>
                    <a:pt x="8700" y="240"/>
                  </a:cubicBezTo>
                  <a:lnTo>
                    <a:pt x="8700" y="1327"/>
                  </a:lnTo>
                  <a:lnTo>
                    <a:pt x="0" y="1327"/>
                  </a:lnTo>
                  <a:lnTo>
                    <a:pt x="0" y="240"/>
                  </a:lnTo>
                  <a:cubicBezTo>
                    <a:pt x="0" y="107"/>
                    <a:pt x="107" y="0"/>
                    <a:pt x="240" y="0"/>
                  </a:cubicBezTo>
                  <a:close/>
                </a:path>
              </a:pathLst>
            </a:custGeom>
            <a:solidFill>
              <a:srgbClr val="FFF7ED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/>
            </a:p>
          </p:txBody>
        </p:sp>
        <p:sp>
          <p:nvSpPr>
            <p:cNvPr id="53" name="任意多边形 52"/>
            <p:cNvSpPr/>
            <p:nvPr>
              <p:custDataLst>
                <p:tags r:id="rId31"/>
              </p:custDataLst>
            </p:nvPr>
          </p:nvSpPr>
          <p:spPr>
            <a:xfrm>
              <a:off x="9765" y="3142"/>
              <a:ext cx="8700" cy="30"/>
            </a:xfrm>
            <a:custGeom>
              <a:avLst/>
              <a:gdLst>
                <a:gd name="sw" fmla="*/ 1 w 8700"/>
                <a:gd name="sh" fmla="*/ 1 h 30"/>
                <a:gd name="mins" fmla="min sw sh"/>
                <a:gd name="dsw" fmla="+- 0 sw mins"/>
                <a:gd name="dsh" fmla="+- 0 sh mins"/>
                <a:gd name="p0x0" fmla="*/ 8700 w 8700"/>
                <a:gd name="p0y0" fmla="*/ 30 h 30"/>
                <a:gd name="p0x1" fmla="*/ 0 w 8700"/>
                <a:gd name="p0y1" fmla="*/ 30 h 30"/>
                <a:gd name="p0x2" fmla="*/ 0 w 8700"/>
                <a:gd name="p0y2" fmla="*/ 0 h 30"/>
                <a:gd name="p0x3" fmla="*/ 8700 w 8700"/>
                <a:gd name="p0y3" fmla="*/ 0 h 30"/>
                <a:gd name="p0x4" fmla="*/ 8700 w 8700"/>
                <a:gd name="p0y4" fmla="*/ 30 h 30"/>
              </a:gdLst>
              <a:ahLst/>
              <a:cxnLst/>
              <a:pathLst>
                <a:path w="8700" h="30">
                  <a:moveTo>
                    <a:pt x="8700" y="0"/>
                  </a:moveTo>
                  <a:lnTo>
                    <a:pt x="8700" y="30"/>
                  </a:lnTo>
                  <a:lnTo>
                    <a:pt x="0" y="30"/>
                  </a:lnTo>
                  <a:lnTo>
                    <a:pt x="0" y="0"/>
                  </a:lnTo>
                  <a:lnTo>
                    <a:pt x="8700" y="0"/>
                  </a:lnTo>
                  <a:close/>
                </a:path>
              </a:pathLst>
            </a:custGeom>
            <a:solidFill>
              <a:srgbClr val="000000">
                <a:alpha val="5098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/>
            </a:p>
          </p:txBody>
        </p:sp>
      </p:grpSp>
      <p:sp>
        <p:nvSpPr>
          <p:cNvPr id="55" name="文本框 54"/>
          <p:cNvSpPr txBox="1"/>
          <p:nvPr>
            <p:custDataLst>
              <p:tags r:id="rId32"/>
            </p:custDataLst>
          </p:nvPr>
        </p:nvSpPr>
        <p:spPr>
          <a:xfrm>
            <a:off x="6429375" y="1343025"/>
            <a:ext cx="1479550" cy="3048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altLang="zh-CN" sz="1650" b="1">
                <a:solidFill>
                  <a:srgbClr val="EA58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PowerfulDFS</a:t>
            </a:r>
            <a:endParaRPr lang="en-US" altLang="zh-CN" sz="1650" b="1">
              <a:solidFill>
                <a:srgbClr val="EA580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7" name="图片 56"/>
          <p:cNvPicPr>
            <a:picLocks noChangeAspect="1"/>
          </p:cNvPicPr>
          <p:nvPr>
            <p:custDataLst>
              <p:tags r:id="rId33"/>
            </p:custDataLst>
          </p:nvPr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rcRect t="-1562" b="-1562"/>
          <a:stretch>
            <a:fillRect/>
          </a:stretch>
        </p:blipFill>
        <p:spPr>
          <a:xfrm>
            <a:off x="11115675" y="1426210"/>
            <a:ext cx="381000" cy="314325"/>
          </a:xfrm>
          <a:prstGeom prst="rect">
            <a:avLst/>
          </a:prstGeom>
        </p:spPr>
      </p:pic>
      <p:sp>
        <p:nvSpPr>
          <p:cNvPr id="58" name="矩形 57"/>
          <p:cNvSpPr/>
          <p:nvPr>
            <p:custDataLst>
              <p:tags r:id="rId36"/>
            </p:custDataLst>
          </p:nvPr>
        </p:nvSpPr>
        <p:spPr>
          <a:xfrm>
            <a:off x="6638925" y="2433320"/>
            <a:ext cx="38100" cy="23431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400"/>
          </a:p>
        </p:txBody>
      </p:sp>
      <p:grpSp>
        <p:nvGrpSpPr>
          <p:cNvPr id="110" name="组合 109"/>
          <p:cNvGrpSpPr/>
          <p:nvPr/>
        </p:nvGrpSpPr>
        <p:grpSpPr>
          <a:xfrm>
            <a:off x="6429375" y="5543550"/>
            <a:ext cx="5067300" cy="618490"/>
            <a:chOff x="10125" y="8730"/>
            <a:chExt cx="7980" cy="974"/>
          </a:xfrm>
        </p:grpSpPr>
        <p:sp>
          <p:nvSpPr>
            <p:cNvPr id="87" name="任意多边形 86"/>
            <p:cNvSpPr/>
            <p:nvPr>
              <p:custDataLst>
                <p:tags r:id="rId37"/>
              </p:custDataLst>
            </p:nvPr>
          </p:nvSpPr>
          <p:spPr>
            <a:xfrm>
              <a:off x="10125" y="8730"/>
              <a:ext cx="7980" cy="975"/>
            </a:xfrm>
            <a:custGeom>
              <a:avLst/>
              <a:gdLst>
                <a:gd name="sw" fmla="*/ 1 w 7980"/>
                <a:gd name="sh" fmla="*/ 1 h 975"/>
                <a:gd name="mins" fmla="min sw sh"/>
                <a:gd name="dsw" fmla="+- 0 sw mins"/>
                <a:gd name="dsh" fmla="+- 0 sh mins"/>
                <a:gd name="p0x0" fmla="*/ 0 w 7980"/>
                <a:gd name="p0y0" fmla="*/ 0 h 975"/>
                <a:gd name="p0x1" fmla="*/ 7980 w 7980"/>
                <a:gd name="p0y1" fmla="*/ 0 h 975"/>
                <a:gd name="p0x2" fmla="*/ 7980 w 7980"/>
                <a:gd name="p0y2" fmla="*/ 975 h 975"/>
                <a:gd name="p0x3" fmla="*/ 0 w 7980"/>
                <a:gd name="p0y3" fmla="*/ 975 h 975"/>
                <a:gd name="p0x4" fmla="*/ 0 w 7980"/>
                <a:gd name="p0y4" fmla="*/ 0 h 97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8" name="任意多边形 87"/>
            <p:cNvSpPr/>
            <p:nvPr>
              <p:custDataLst>
                <p:tags r:id="rId38"/>
              </p:custDataLst>
            </p:nvPr>
          </p:nvSpPr>
          <p:spPr>
            <a:xfrm>
              <a:off x="10125" y="8730"/>
              <a:ext cx="7980" cy="30"/>
            </a:xfrm>
            <a:custGeom>
              <a:avLst/>
              <a:gdLst>
                <a:gd name="sw" fmla="*/ 1 w 7980"/>
                <a:gd name="sh" fmla="*/ 1 h 30"/>
                <a:gd name="mins" fmla="min sw sh"/>
                <a:gd name="dsw" fmla="+- 0 sw mins"/>
                <a:gd name="dsh" fmla="+- 0 sh mins"/>
                <a:gd name="p0x0" fmla="*/ 0 w 7980"/>
                <a:gd name="p0y0" fmla="*/ 0 h 30"/>
                <a:gd name="p0x1" fmla="*/ 59 w 7980"/>
                <a:gd name="p0y1" fmla="*/ 0 h 30"/>
                <a:gd name="p0x2" fmla="*/ 59 w 7980"/>
                <a:gd name="p0y2" fmla="*/ 30 h 30"/>
                <a:gd name="p0x3" fmla="*/ 0 w 7980"/>
                <a:gd name="p0y3" fmla="*/ 30 h 30"/>
                <a:gd name="p0x4" fmla="*/ 0 w 7980"/>
                <a:gd name="p0y4" fmla="*/ 0 h 30"/>
                <a:gd name="p0x5" fmla="*/ 90 w 7980"/>
                <a:gd name="p0y5" fmla="*/ 0 h 30"/>
                <a:gd name="p0x6" fmla="*/ 150 w 7980"/>
                <a:gd name="p0y6" fmla="*/ 0 h 30"/>
                <a:gd name="p0x7" fmla="*/ 150 w 7980"/>
                <a:gd name="p0y7" fmla="*/ 30 h 30"/>
                <a:gd name="p0x8" fmla="*/ 90 w 7980"/>
                <a:gd name="p0y8" fmla="*/ 30 h 30"/>
                <a:gd name="p0x9" fmla="*/ 90 w 7980"/>
                <a:gd name="p0y9" fmla="*/ 0 h 30"/>
                <a:gd name="p0x10" fmla="*/ 180 w 7980"/>
                <a:gd name="p0y10" fmla="*/ 0 h 30"/>
                <a:gd name="p0x11" fmla="*/ 240 w 7980"/>
                <a:gd name="p0y11" fmla="*/ 0 h 30"/>
                <a:gd name="p0x12" fmla="*/ 240 w 7980"/>
                <a:gd name="p0y12" fmla="*/ 30 h 30"/>
                <a:gd name="p0x13" fmla="*/ 180 w 7980"/>
                <a:gd name="p0y13" fmla="*/ 30 h 30"/>
                <a:gd name="p0x14" fmla="*/ 180 w 7980"/>
                <a:gd name="p0y14" fmla="*/ 0 h 30"/>
                <a:gd name="p0x15" fmla="*/ 270 w 7980"/>
                <a:gd name="p0y15" fmla="*/ 0 h 30"/>
                <a:gd name="p0x16" fmla="*/ 330 w 7980"/>
                <a:gd name="p0y16" fmla="*/ 0 h 30"/>
                <a:gd name="p0x17" fmla="*/ 330 w 7980"/>
                <a:gd name="p0y17" fmla="*/ 30 h 30"/>
                <a:gd name="p0x18" fmla="*/ 270 w 7980"/>
                <a:gd name="p0y18" fmla="*/ 30 h 30"/>
                <a:gd name="p0x19" fmla="*/ 270 w 7980"/>
                <a:gd name="p0y19" fmla="*/ 0 h 30"/>
                <a:gd name="p0x20" fmla="*/ 360 w 7980"/>
                <a:gd name="p0y20" fmla="*/ 0 h 30"/>
                <a:gd name="p0x21" fmla="*/ 420 w 7980"/>
                <a:gd name="p0y21" fmla="*/ 0 h 30"/>
                <a:gd name="p0x22" fmla="*/ 420 w 7980"/>
                <a:gd name="p0y22" fmla="*/ 30 h 30"/>
                <a:gd name="p0x23" fmla="*/ 360 w 7980"/>
                <a:gd name="p0y23" fmla="*/ 30 h 30"/>
                <a:gd name="p0x24" fmla="*/ 360 w 7980"/>
                <a:gd name="p0y24" fmla="*/ 0 h 30"/>
                <a:gd name="p0x25" fmla="*/ 450 w 7980"/>
                <a:gd name="p0y25" fmla="*/ 0 h 30"/>
                <a:gd name="p0x26" fmla="*/ 510 w 7980"/>
                <a:gd name="p0y26" fmla="*/ 0 h 30"/>
                <a:gd name="p0x27" fmla="*/ 510 w 7980"/>
                <a:gd name="p0y27" fmla="*/ 30 h 30"/>
                <a:gd name="p0x28" fmla="*/ 449 w 7980"/>
                <a:gd name="p0y28" fmla="*/ 30 h 30"/>
                <a:gd name="p0x29" fmla="*/ 450 w 7980"/>
                <a:gd name="p0y29" fmla="*/ 0 h 30"/>
                <a:gd name="p0x30" fmla="*/ 540 w 7980"/>
                <a:gd name="p0y30" fmla="*/ 0 h 30"/>
                <a:gd name="p0x31" fmla="*/ 600 w 7980"/>
                <a:gd name="p0y31" fmla="*/ 0 h 30"/>
                <a:gd name="p0x32" fmla="*/ 600 w 7980"/>
                <a:gd name="p0y32" fmla="*/ 30 h 30"/>
                <a:gd name="p0x33" fmla="*/ 540 w 7980"/>
                <a:gd name="p0y33" fmla="*/ 30 h 30"/>
                <a:gd name="p0x34" fmla="*/ 540 w 7980"/>
                <a:gd name="p0y34" fmla="*/ 0 h 30"/>
                <a:gd name="p0x35" fmla="*/ 629 w 7980"/>
                <a:gd name="p0y35" fmla="*/ 0 h 30"/>
                <a:gd name="p0x36" fmla="*/ 690 w 7980"/>
                <a:gd name="p0y36" fmla="*/ 0 h 30"/>
                <a:gd name="p0x37" fmla="*/ 690 w 7980"/>
                <a:gd name="p0y37" fmla="*/ 30 h 30"/>
                <a:gd name="p0x38" fmla="*/ 629 w 7980"/>
                <a:gd name="p0y38" fmla="*/ 30 h 30"/>
                <a:gd name="p0x39" fmla="*/ 629 w 7980"/>
                <a:gd name="p0y39" fmla="*/ 0 h 30"/>
                <a:gd name="p0x40" fmla="*/ 720 w 7980"/>
                <a:gd name="p0y40" fmla="*/ 0 h 30"/>
                <a:gd name="p0x41" fmla="*/ 779 w 7980"/>
                <a:gd name="p0y41" fmla="*/ 0 h 30"/>
                <a:gd name="p0x42" fmla="*/ 779 w 7980"/>
                <a:gd name="p0y42" fmla="*/ 30 h 30"/>
                <a:gd name="p0x43" fmla="*/ 720 w 7980"/>
                <a:gd name="p0y43" fmla="*/ 30 h 30"/>
                <a:gd name="p0x44" fmla="*/ 720 w 7980"/>
                <a:gd name="p0y44" fmla="*/ 0 h 30"/>
                <a:gd name="p0x45" fmla="*/ 810 w 7980"/>
                <a:gd name="p0y45" fmla="*/ 0 h 30"/>
                <a:gd name="p0x46" fmla="*/ 870 w 7980"/>
                <a:gd name="p0y46" fmla="*/ 0 h 30"/>
                <a:gd name="p0x47" fmla="*/ 870 w 7980"/>
                <a:gd name="p0y47" fmla="*/ 30 h 30"/>
                <a:gd name="p0x48" fmla="*/ 810 w 7980"/>
                <a:gd name="p0y48" fmla="*/ 30 h 30"/>
                <a:gd name="p0x49" fmla="*/ 810 w 7980"/>
                <a:gd name="p0y49" fmla="*/ 0 h 30"/>
                <a:gd name="p0x50" fmla="*/ 900 w 7980"/>
                <a:gd name="p0y50" fmla="*/ 0 h 30"/>
                <a:gd name="p0x51" fmla="*/ 960 w 7980"/>
                <a:gd name="p0y51" fmla="*/ 0 h 30"/>
                <a:gd name="p0x52" fmla="*/ 960 w 7980"/>
                <a:gd name="p0y52" fmla="*/ 30 h 30"/>
                <a:gd name="p0x53" fmla="*/ 900 w 7980"/>
                <a:gd name="p0y53" fmla="*/ 30 h 30"/>
                <a:gd name="p0x54" fmla="*/ 900 w 7980"/>
                <a:gd name="p0y54" fmla="*/ 0 h 30"/>
                <a:gd name="p0x55" fmla="*/ 989 w 7980"/>
                <a:gd name="p0y55" fmla="*/ 0 h 30"/>
                <a:gd name="p0x56" fmla="*/ 1050 w 7980"/>
                <a:gd name="p0y56" fmla="*/ 0 h 30"/>
                <a:gd name="p0x57" fmla="*/ 1050 w 7980"/>
                <a:gd name="p0y57" fmla="*/ 30 h 30"/>
                <a:gd name="p0x58" fmla="*/ 989 w 7980"/>
                <a:gd name="p0y58" fmla="*/ 30 h 30"/>
                <a:gd name="p0x59" fmla="*/ 989 w 7980"/>
                <a:gd name="p0y59" fmla="*/ 0 h 30"/>
                <a:gd name="p0x60" fmla="*/ 1080 w 7980"/>
                <a:gd name="p0y60" fmla="*/ 0 h 30"/>
                <a:gd name="p0x61" fmla="*/ 1140 w 7980"/>
                <a:gd name="p0y61" fmla="*/ 0 h 30"/>
                <a:gd name="p0x62" fmla="*/ 1140 w 7980"/>
                <a:gd name="p0y62" fmla="*/ 30 h 30"/>
                <a:gd name="p0x63" fmla="*/ 1080 w 7980"/>
                <a:gd name="p0y63" fmla="*/ 30 h 30"/>
                <a:gd name="p0x64" fmla="*/ 1080 w 7980"/>
                <a:gd name="p0y64" fmla="*/ 0 h 30"/>
                <a:gd name="p0x65" fmla="*/ 1170 w 7980"/>
                <a:gd name="p0y65" fmla="*/ 0 h 30"/>
                <a:gd name="p0x66" fmla="*/ 1230 w 7980"/>
                <a:gd name="p0y66" fmla="*/ 0 h 30"/>
                <a:gd name="p0x67" fmla="*/ 1230 w 7980"/>
                <a:gd name="p0y67" fmla="*/ 30 h 30"/>
                <a:gd name="p0x68" fmla="*/ 1170 w 7980"/>
                <a:gd name="p0y68" fmla="*/ 30 h 30"/>
                <a:gd name="p0x69" fmla="*/ 1170 w 7980"/>
                <a:gd name="p0y69" fmla="*/ 0 h 30"/>
                <a:gd name="p0x70" fmla="*/ 1259 w 7980"/>
                <a:gd name="p0y70" fmla="*/ 0 h 30"/>
                <a:gd name="p0x71" fmla="*/ 1320 w 7980"/>
                <a:gd name="p0y71" fmla="*/ 0 h 30"/>
                <a:gd name="p0x72" fmla="*/ 1320 w 7980"/>
                <a:gd name="p0y72" fmla="*/ 30 h 30"/>
                <a:gd name="p0x73" fmla="*/ 1259 w 7980"/>
                <a:gd name="p0y73" fmla="*/ 30 h 30"/>
                <a:gd name="p0x74" fmla="*/ 1259 w 7980"/>
                <a:gd name="p0y74" fmla="*/ 0 h 30"/>
                <a:gd name="p0x75" fmla="*/ 1350 w 7980"/>
                <a:gd name="p0y75" fmla="*/ 0 h 30"/>
                <a:gd name="p0x76" fmla="*/ 1410 w 7980"/>
                <a:gd name="p0y76" fmla="*/ 0 h 30"/>
                <a:gd name="p0x77" fmla="*/ 1410 w 7980"/>
                <a:gd name="p0y77" fmla="*/ 30 h 30"/>
                <a:gd name="p0x78" fmla="*/ 1350 w 7980"/>
                <a:gd name="p0y78" fmla="*/ 30 h 30"/>
                <a:gd name="p0x79" fmla="*/ 1350 w 7980"/>
                <a:gd name="p0y79" fmla="*/ 0 h 30"/>
                <a:gd name="p0x80" fmla="*/ 1440 w 7980"/>
                <a:gd name="p0y80" fmla="*/ 0 h 30"/>
                <a:gd name="p0x81" fmla="*/ 1499 w 7980"/>
                <a:gd name="p0y81" fmla="*/ 0 h 30"/>
                <a:gd name="p0x82" fmla="*/ 1499 w 7980"/>
                <a:gd name="p0y82" fmla="*/ 30 h 30"/>
                <a:gd name="p0x83" fmla="*/ 1440 w 7980"/>
                <a:gd name="p0y83" fmla="*/ 30 h 30"/>
                <a:gd name="p0x84" fmla="*/ 1440 w 7980"/>
                <a:gd name="p0y84" fmla="*/ 0 h 30"/>
                <a:gd name="p0x85" fmla="*/ 1530 w 7980"/>
                <a:gd name="p0y85" fmla="*/ 0 h 30"/>
                <a:gd name="p0x86" fmla="*/ 1590 w 7980"/>
                <a:gd name="p0y86" fmla="*/ 0 h 30"/>
                <a:gd name="p0x87" fmla="*/ 1590 w 7980"/>
                <a:gd name="p0y87" fmla="*/ 30 h 30"/>
                <a:gd name="p0x88" fmla="*/ 1530 w 7980"/>
                <a:gd name="p0y88" fmla="*/ 30 h 30"/>
                <a:gd name="p0x89" fmla="*/ 1530 w 7980"/>
                <a:gd name="p0y89" fmla="*/ 0 h 30"/>
                <a:gd name="p0x90" fmla="*/ 1620 w 7980"/>
                <a:gd name="p0y90" fmla="*/ 0 h 30"/>
                <a:gd name="p0x91" fmla="*/ 1680 w 7980"/>
                <a:gd name="p0y91" fmla="*/ 0 h 30"/>
                <a:gd name="p0x92" fmla="*/ 1680 w 7980"/>
                <a:gd name="p0y92" fmla="*/ 30 h 30"/>
                <a:gd name="p0x93" fmla="*/ 1620 w 7980"/>
                <a:gd name="p0y93" fmla="*/ 30 h 30"/>
                <a:gd name="p0x94" fmla="*/ 1620 w 7980"/>
                <a:gd name="p0y94" fmla="*/ 0 h 30"/>
                <a:gd name="p0x95" fmla="*/ 1709 w 7980"/>
                <a:gd name="p0y95" fmla="*/ 0 h 30"/>
                <a:gd name="p0x96" fmla="*/ 1770 w 7980"/>
                <a:gd name="p0y96" fmla="*/ 0 h 30"/>
                <a:gd name="p0x97" fmla="*/ 1770 w 7980"/>
                <a:gd name="p0y97" fmla="*/ 30 h 30"/>
                <a:gd name="p0x98" fmla="*/ 1709 w 7980"/>
                <a:gd name="p0y98" fmla="*/ 30 h 30"/>
                <a:gd name="p0x99" fmla="*/ 1709 w 7980"/>
                <a:gd name="p0y99" fmla="*/ 0 h 30"/>
                <a:gd name="p0x100" fmla="*/ 1800 w 7980"/>
                <a:gd name="p0y100" fmla="*/ 0 h 30"/>
                <a:gd name="p0x101" fmla="*/ 1860 w 7980"/>
                <a:gd name="p0y101" fmla="*/ 0 h 30"/>
                <a:gd name="p0x102" fmla="*/ 1860 w 7980"/>
                <a:gd name="p0y102" fmla="*/ 30 h 30"/>
                <a:gd name="p0x103" fmla="*/ 1800 w 7980"/>
                <a:gd name="p0y103" fmla="*/ 30 h 30"/>
                <a:gd name="p0x104" fmla="*/ 1800 w 7980"/>
                <a:gd name="p0y104" fmla="*/ 0 h 30"/>
                <a:gd name="p0x105" fmla="*/ 1890 w 7980"/>
                <a:gd name="p0y105" fmla="*/ 0 h 30"/>
                <a:gd name="p0x106" fmla="*/ 1950 w 7980"/>
                <a:gd name="p0y106" fmla="*/ 0 h 30"/>
                <a:gd name="p0x107" fmla="*/ 1950 w 7980"/>
                <a:gd name="p0y107" fmla="*/ 30 h 30"/>
                <a:gd name="p0x108" fmla="*/ 1890 w 7980"/>
                <a:gd name="p0y108" fmla="*/ 30 h 30"/>
                <a:gd name="p0x109" fmla="*/ 1890 w 7980"/>
                <a:gd name="p0y109" fmla="*/ 0 h 30"/>
                <a:gd name="p0x110" fmla="*/ 1980 w 7980"/>
                <a:gd name="p0y110" fmla="*/ 0 h 30"/>
                <a:gd name="p0x111" fmla="*/ 2040 w 7980"/>
                <a:gd name="p0y111" fmla="*/ 0 h 30"/>
                <a:gd name="p0x112" fmla="*/ 2040 w 7980"/>
                <a:gd name="p0y112" fmla="*/ 30 h 30"/>
                <a:gd name="p0x113" fmla="*/ 1980 w 7980"/>
                <a:gd name="p0y113" fmla="*/ 30 h 30"/>
                <a:gd name="p0x114" fmla="*/ 1980 w 7980"/>
                <a:gd name="p0y114" fmla="*/ 0 h 30"/>
                <a:gd name="p0x115" fmla="*/ 2070 w 7980"/>
                <a:gd name="p0y115" fmla="*/ 0 h 30"/>
                <a:gd name="p0x116" fmla="*/ 2130 w 7980"/>
                <a:gd name="p0y116" fmla="*/ 0 h 30"/>
                <a:gd name="p0x117" fmla="*/ 2130 w 7980"/>
                <a:gd name="p0y117" fmla="*/ 30 h 30"/>
                <a:gd name="p0x118" fmla="*/ 2070 w 7980"/>
                <a:gd name="p0y118" fmla="*/ 30 h 30"/>
                <a:gd name="p0x119" fmla="*/ 2070 w 7980"/>
                <a:gd name="p0y119" fmla="*/ 0 h 30"/>
                <a:gd name="p0x120" fmla="*/ 2160 w 7980"/>
                <a:gd name="p0y120" fmla="*/ 0 h 30"/>
                <a:gd name="p0x121" fmla="*/ 2220 w 7980"/>
                <a:gd name="p0y121" fmla="*/ 0 h 30"/>
                <a:gd name="p0x122" fmla="*/ 2220 w 7980"/>
                <a:gd name="p0y122" fmla="*/ 30 h 30"/>
                <a:gd name="p0x123" fmla="*/ 2160 w 7980"/>
                <a:gd name="p0y123" fmla="*/ 30 h 30"/>
                <a:gd name="p0x124" fmla="*/ 2160 w 7980"/>
                <a:gd name="p0y124" fmla="*/ 0 h 30"/>
                <a:gd name="p0x125" fmla="*/ 2250 w 7980"/>
                <a:gd name="p0y125" fmla="*/ 0 h 30"/>
                <a:gd name="p0x126" fmla="*/ 2310 w 7980"/>
                <a:gd name="p0y126" fmla="*/ 0 h 30"/>
                <a:gd name="p0x127" fmla="*/ 2310 w 7980"/>
                <a:gd name="p0y127" fmla="*/ 30 h 30"/>
                <a:gd name="p0x128" fmla="*/ 2250 w 7980"/>
                <a:gd name="p0y128" fmla="*/ 30 h 30"/>
                <a:gd name="p0x129" fmla="*/ 2250 w 7980"/>
                <a:gd name="p0y129" fmla="*/ 0 h 30"/>
                <a:gd name="p0x130" fmla="*/ 2340 w 7980"/>
                <a:gd name="p0y130" fmla="*/ 0 h 30"/>
                <a:gd name="p0x131" fmla="*/ 2400 w 7980"/>
                <a:gd name="p0y131" fmla="*/ 0 h 30"/>
                <a:gd name="p0x132" fmla="*/ 2400 w 7980"/>
                <a:gd name="p0y132" fmla="*/ 30 h 30"/>
                <a:gd name="p0x133" fmla="*/ 2340 w 7980"/>
                <a:gd name="p0y133" fmla="*/ 30 h 30"/>
                <a:gd name="p0x134" fmla="*/ 2340 w 7980"/>
                <a:gd name="p0y134" fmla="*/ 0 h 30"/>
                <a:gd name="p0x135" fmla="*/ 2430 w 7980"/>
                <a:gd name="p0y135" fmla="*/ 0 h 30"/>
                <a:gd name="p0x136" fmla="*/ 2490 w 7980"/>
                <a:gd name="p0y136" fmla="*/ 0 h 30"/>
                <a:gd name="p0x137" fmla="*/ 2490 w 7980"/>
                <a:gd name="p0y137" fmla="*/ 30 h 30"/>
                <a:gd name="p0x138" fmla="*/ 2430 w 7980"/>
                <a:gd name="p0y138" fmla="*/ 30 h 30"/>
                <a:gd name="p0x139" fmla="*/ 2430 w 7980"/>
                <a:gd name="p0y139" fmla="*/ 0 h 30"/>
                <a:gd name="p0x140" fmla="*/ 2520 w 7980"/>
                <a:gd name="p0y140" fmla="*/ 0 h 30"/>
                <a:gd name="p0x141" fmla="*/ 2580 w 7980"/>
                <a:gd name="p0y141" fmla="*/ 0 h 30"/>
                <a:gd name="p0x142" fmla="*/ 2580 w 7980"/>
                <a:gd name="p0y142" fmla="*/ 30 h 30"/>
                <a:gd name="p0x143" fmla="*/ 2520 w 7980"/>
                <a:gd name="p0y143" fmla="*/ 30 h 30"/>
                <a:gd name="p0x144" fmla="*/ 2520 w 7980"/>
                <a:gd name="p0y144" fmla="*/ 0 h 30"/>
                <a:gd name="p0x145" fmla="*/ 2610 w 7980"/>
                <a:gd name="p0y145" fmla="*/ 0 h 30"/>
                <a:gd name="p0x146" fmla="*/ 2670 w 7980"/>
                <a:gd name="p0y146" fmla="*/ 0 h 30"/>
                <a:gd name="p0x147" fmla="*/ 2670 w 7980"/>
                <a:gd name="p0y147" fmla="*/ 30 h 30"/>
                <a:gd name="p0x148" fmla="*/ 2610 w 7980"/>
                <a:gd name="p0y148" fmla="*/ 30 h 30"/>
                <a:gd name="p0x149" fmla="*/ 2610 w 7980"/>
                <a:gd name="p0y149" fmla="*/ 0 h 30"/>
                <a:gd name="p0x150" fmla="*/ 2700 w 7980"/>
                <a:gd name="p0y150" fmla="*/ 0 h 30"/>
                <a:gd name="p0x151" fmla="*/ 2760 w 7980"/>
                <a:gd name="p0y151" fmla="*/ 0 h 30"/>
                <a:gd name="p0x152" fmla="*/ 2760 w 7980"/>
                <a:gd name="p0y152" fmla="*/ 30 h 30"/>
                <a:gd name="p0x153" fmla="*/ 2700 w 7980"/>
                <a:gd name="p0y153" fmla="*/ 30 h 30"/>
                <a:gd name="p0x154" fmla="*/ 2700 w 7980"/>
                <a:gd name="p0y154" fmla="*/ 0 h 30"/>
                <a:gd name="p0x155" fmla="*/ 2790 w 7980"/>
                <a:gd name="p0y155" fmla="*/ 0 h 30"/>
                <a:gd name="p0x156" fmla="*/ 2850 w 7980"/>
                <a:gd name="p0y156" fmla="*/ 0 h 30"/>
                <a:gd name="p0x157" fmla="*/ 2850 w 7980"/>
                <a:gd name="p0y157" fmla="*/ 30 h 30"/>
                <a:gd name="p0x158" fmla="*/ 2790 w 7980"/>
                <a:gd name="p0y158" fmla="*/ 30 h 30"/>
                <a:gd name="p0x159" fmla="*/ 2790 w 7980"/>
                <a:gd name="p0y159" fmla="*/ 0 h 30"/>
                <a:gd name="p0x160" fmla="*/ 2880 w 7980"/>
                <a:gd name="p0y160" fmla="*/ 0 h 30"/>
                <a:gd name="p0x161" fmla="*/ 2940 w 7980"/>
                <a:gd name="p0y161" fmla="*/ 0 h 30"/>
                <a:gd name="p0x162" fmla="*/ 2940 w 7980"/>
                <a:gd name="p0y162" fmla="*/ 30 h 30"/>
                <a:gd name="p0x163" fmla="*/ 2880 w 7980"/>
                <a:gd name="p0y163" fmla="*/ 30 h 30"/>
                <a:gd name="p0x164" fmla="*/ 2880 w 7980"/>
                <a:gd name="p0y164" fmla="*/ 0 h 30"/>
                <a:gd name="p0x165" fmla="*/ 2970 w 7980"/>
                <a:gd name="p0y165" fmla="*/ 0 h 30"/>
                <a:gd name="p0x166" fmla="*/ 3030 w 7980"/>
                <a:gd name="p0y166" fmla="*/ 0 h 30"/>
                <a:gd name="p0x167" fmla="*/ 3030 w 7980"/>
                <a:gd name="p0y167" fmla="*/ 30 h 30"/>
                <a:gd name="p0x168" fmla="*/ 2970 w 7980"/>
                <a:gd name="p0y168" fmla="*/ 30 h 30"/>
                <a:gd name="p0x169" fmla="*/ 2970 w 7980"/>
                <a:gd name="p0y169" fmla="*/ 0 h 30"/>
                <a:gd name="p0x170" fmla="*/ 3060 w 7980"/>
                <a:gd name="p0y170" fmla="*/ 0 h 30"/>
                <a:gd name="p0x171" fmla="*/ 3120 w 7980"/>
                <a:gd name="p0y171" fmla="*/ 0 h 30"/>
                <a:gd name="p0x172" fmla="*/ 3120 w 7980"/>
                <a:gd name="p0y172" fmla="*/ 30 h 30"/>
                <a:gd name="p0x173" fmla="*/ 3060 w 7980"/>
                <a:gd name="p0y173" fmla="*/ 30 h 30"/>
                <a:gd name="p0x174" fmla="*/ 3060 w 7980"/>
                <a:gd name="p0y174" fmla="*/ 0 h 30"/>
                <a:gd name="p0x175" fmla="*/ 3150 w 7980"/>
                <a:gd name="p0y175" fmla="*/ 0 h 30"/>
                <a:gd name="p0x176" fmla="*/ 3210 w 7980"/>
                <a:gd name="p0y176" fmla="*/ 0 h 30"/>
                <a:gd name="p0x177" fmla="*/ 3210 w 7980"/>
                <a:gd name="p0y177" fmla="*/ 30 h 30"/>
                <a:gd name="p0x178" fmla="*/ 3150 w 7980"/>
                <a:gd name="p0y178" fmla="*/ 30 h 30"/>
                <a:gd name="p0x179" fmla="*/ 3150 w 7980"/>
                <a:gd name="p0y179" fmla="*/ 0 h 30"/>
                <a:gd name="p0x180" fmla="*/ 3240 w 7980"/>
                <a:gd name="p0y180" fmla="*/ 0 h 30"/>
                <a:gd name="p0x181" fmla="*/ 3300 w 7980"/>
                <a:gd name="p0y181" fmla="*/ 0 h 30"/>
                <a:gd name="p0x182" fmla="*/ 3300 w 7980"/>
                <a:gd name="p0y182" fmla="*/ 30 h 30"/>
                <a:gd name="p0x183" fmla="*/ 3240 w 7980"/>
                <a:gd name="p0y183" fmla="*/ 30 h 30"/>
                <a:gd name="p0x184" fmla="*/ 3240 w 7980"/>
                <a:gd name="p0y184" fmla="*/ 0 h 30"/>
                <a:gd name="p0x185" fmla="*/ 3330 w 7980"/>
                <a:gd name="p0y185" fmla="*/ 0 h 30"/>
                <a:gd name="p0x186" fmla="*/ 3390 w 7980"/>
                <a:gd name="p0y186" fmla="*/ 0 h 30"/>
                <a:gd name="p0x187" fmla="*/ 3390 w 7980"/>
                <a:gd name="p0y187" fmla="*/ 30 h 30"/>
                <a:gd name="p0x188" fmla="*/ 3330 w 7980"/>
                <a:gd name="p0y188" fmla="*/ 30 h 30"/>
                <a:gd name="p0x189" fmla="*/ 3330 w 7980"/>
                <a:gd name="p0y189" fmla="*/ 0 h 30"/>
                <a:gd name="p0x190" fmla="*/ 3420 w 7980"/>
                <a:gd name="p0y190" fmla="*/ 0 h 30"/>
                <a:gd name="p0x191" fmla="*/ 3480 w 7980"/>
                <a:gd name="p0y191" fmla="*/ 0 h 30"/>
                <a:gd name="p0x192" fmla="*/ 3480 w 7980"/>
                <a:gd name="p0y192" fmla="*/ 30 h 30"/>
                <a:gd name="p0x193" fmla="*/ 3420 w 7980"/>
                <a:gd name="p0y193" fmla="*/ 30 h 30"/>
                <a:gd name="p0x194" fmla="*/ 3420 w 7980"/>
                <a:gd name="p0y194" fmla="*/ 0 h 30"/>
                <a:gd name="p0x195" fmla="*/ 3510 w 7980"/>
                <a:gd name="p0y195" fmla="*/ 0 h 30"/>
                <a:gd name="p0x196" fmla="*/ 3570 w 7980"/>
                <a:gd name="p0y196" fmla="*/ 0 h 30"/>
                <a:gd name="p0x197" fmla="*/ 3570 w 7980"/>
                <a:gd name="p0y197" fmla="*/ 30 h 30"/>
                <a:gd name="p0x198" fmla="*/ 3510 w 7980"/>
                <a:gd name="p0y198" fmla="*/ 30 h 30"/>
                <a:gd name="p0x199" fmla="*/ 3510 w 7980"/>
                <a:gd name="p0y199" fmla="*/ 0 h 30"/>
                <a:gd name="p0x200" fmla="*/ 3600 w 7980"/>
                <a:gd name="p0y200" fmla="*/ 0 h 30"/>
                <a:gd name="p0x201" fmla="*/ 3660 w 7980"/>
                <a:gd name="p0y201" fmla="*/ 0 h 30"/>
                <a:gd name="p0x202" fmla="*/ 3660 w 7980"/>
                <a:gd name="p0y202" fmla="*/ 30 h 30"/>
                <a:gd name="p0x203" fmla="*/ 3600 w 7980"/>
                <a:gd name="p0y203" fmla="*/ 30 h 30"/>
                <a:gd name="p0x204" fmla="*/ 3600 w 7980"/>
                <a:gd name="p0y204" fmla="*/ 0 h 30"/>
                <a:gd name="p0x205" fmla="*/ 3690 w 7980"/>
                <a:gd name="p0y205" fmla="*/ 0 h 30"/>
                <a:gd name="p0x206" fmla="*/ 3750 w 7980"/>
                <a:gd name="p0y206" fmla="*/ 0 h 30"/>
                <a:gd name="p0x207" fmla="*/ 3750 w 7980"/>
                <a:gd name="p0y207" fmla="*/ 30 h 30"/>
                <a:gd name="p0x208" fmla="*/ 3690 w 7980"/>
                <a:gd name="p0y208" fmla="*/ 30 h 30"/>
                <a:gd name="p0x209" fmla="*/ 3690 w 7980"/>
                <a:gd name="p0y209" fmla="*/ 0 h 30"/>
                <a:gd name="p0x210" fmla="*/ 3780 w 7980"/>
                <a:gd name="p0y210" fmla="*/ 0 h 30"/>
                <a:gd name="p0x211" fmla="*/ 3840 w 7980"/>
                <a:gd name="p0y211" fmla="*/ 0 h 30"/>
                <a:gd name="p0x212" fmla="*/ 3840 w 7980"/>
                <a:gd name="p0y212" fmla="*/ 30 h 30"/>
                <a:gd name="p0x213" fmla="*/ 3780 w 7980"/>
                <a:gd name="p0y213" fmla="*/ 30 h 30"/>
                <a:gd name="p0x214" fmla="*/ 3780 w 7980"/>
                <a:gd name="p0y214" fmla="*/ 0 h 30"/>
                <a:gd name="p0x215" fmla="*/ 3870 w 7980"/>
                <a:gd name="p0y215" fmla="*/ 0 h 30"/>
                <a:gd name="p0x216" fmla="*/ 3930 w 7980"/>
                <a:gd name="p0y216" fmla="*/ 0 h 30"/>
                <a:gd name="p0x217" fmla="*/ 3930 w 7980"/>
                <a:gd name="p0y217" fmla="*/ 30 h 30"/>
                <a:gd name="p0x218" fmla="*/ 3870 w 7980"/>
                <a:gd name="p0y218" fmla="*/ 30 h 30"/>
                <a:gd name="p0x219" fmla="*/ 3870 w 7980"/>
                <a:gd name="p0y219" fmla="*/ 0 h 30"/>
                <a:gd name="p0x220" fmla="*/ 3960 w 7980"/>
                <a:gd name="p0y220" fmla="*/ 0 h 30"/>
                <a:gd name="p0x221" fmla="*/ 4020 w 7980"/>
                <a:gd name="p0y221" fmla="*/ 0 h 30"/>
                <a:gd name="p0x222" fmla="*/ 4020 w 7980"/>
                <a:gd name="p0y222" fmla="*/ 30 h 30"/>
                <a:gd name="p0x223" fmla="*/ 3960 w 7980"/>
                <a:gd name="p0y223" fmla="*/ 30 h 30"/>
                <a:gd name="p0x224" fmla="*/ 3960 w 7980"/>
                <a:gd name="p0y224" fmla="*/ 0 h 30"/>
                <a:gd name="p0x225" fmla="*/ 4050 w 7980"/>
                <a:gd name="p0y225" fmla="*/ 0 h 30"/>
                <a:gd name="p0x226" fmla="*/ 4110 w 7980"/>
                <a:gd name="p0y226" fmla="*/ 0 h 30"/>
                <a:gd name="p0x227" fmla="*/ 4110 w 7980"/>
                <a:gd name="p0y227" fmla="*/ 30 h 30"/>
                <a:gd name="p0x228" fmla="*/ 4050 w 7980"/>
                <a:gd name="p0y228" fmla="*/ 30 h 30"/>
                <a:gd name="p0x229" fmla="*/ 4050 w 7980"/>
                <a:gd name="p0y229" fmla="*/ 0 h 30"/>
                <a:gd name="p0x230" fmla="*/ 4140 w 7980"/>
                <a:gd name="p0y230" fmla="*/ 0 h 30"/>
                <a:gd name="p0x231" fmla="*/ 4200 w 7980"/>
                <a:gd name="p0y231" fmla="*/ 0 h 30"/>
                <a:gd name="p0x232" fmla="*/ 4200 w 7980"/>
                <a:gd name="p0y232" fmla="*/ 30 h 30"/>
                <a:gd name="p0x233" fmla="*/ 4140 w 7980"/>
                <a:gd name="p0y233" fmla="*/ 30 h 30"/>
                <a:gd name="p0x234" fmla="*/ 4140 w 7980"/>
                <a:gd name="p0y234" fmla="*/ 0 h 30"/>
                <a:gd name="p0x235" fmla="*/ 4230 w 7980"/>
                <a:gd name="p0y235" fmla="*/ 0 h 30"/>
                <a:gd name="p0x236" fmla="*/ 4290 w 7980"/>
                <a:gd name="p0y236" fmla="*/ 0 h 30"/>
                <a:gd name="p0x237" fmla="*/ 4290 w 7980"/>
                <a:gd name="p0y237" fmla="*/ 30 h 30"/>
                <a:gd name="p0x238" fmla="*/ 4230 w 7980"/>
                <a:gd name="p0y238" fmla="*/ 30 h 30"/>
                <a:gd name="p0x239" fmla="*/ 4230 w 7980"/>
                <a:gd name="p0y239" fmla="*/ 0 h 30"/>
                <a:gd name="p0x240" fmla="*/ 4320 w 7980"/>
                <a:gd name="p0y240" fmla="*/ 0 h 30"/>
                <a:gd name="p0x241" fmla="*/ 4380 w 7980"/>
                <a:gd name="p0y241" fmla="*/ 0 h 30"/>
                <a:gd name="p0x242" fmla="*/ 4380 w 7980"/>
                <a:gd name="p0y242" fmla="*/ 30 h 30"/>
                <a:gd name="p0x243" fmla="*/ 4320 w 7980"/>
                <a:gd name="p0y243" fmla="*/ 30 h 30"/>
                <a:gd name="p0x244" fmla="*/ 4320 w 7980"/>
                <a:gd name="p0y244" fmla="*/ 0 h 30"/>
                <a:gd name="p0x245" fmla="*/ 4410 w 7980"/>
                <a:gd name="p0y245" fmla="*/ 0 h 30"/>
                <a:gd name="p0x246" fmla="*/ 4470 w 7980"/>
                <a:gd name="p0y246" fmla="*/ 0 h 30"/>
                <a:gd name="p0x247" fmla="*/ 4470 w 7980"/>
                <a:gd name="p0y247" fmla="*/ 30 h 30"/>
                <a:gd name="p0x248" fmla="*/ 4410 w 7980"/>
                <a:gd name="p0y248" fmla="*/ 30 h 30"/>
                <a:gd name="p0x249" fmla="*/ 4410 w 7980"/>
                <a:gd name="p0y249" fmla="*/ 0 h 30"/>
                <a:gd name="p0x250" fmla="*/ 4500 w 7980"/>
                <a:gd name="p0y250" fmla="*/ 0 h 30"/>
                <a:gd name="p0x251" fmla="*/ 4560 w 7980"/>
                <a:gd name="p0y251" fmla="*/ 0 h 30"/>
                <a:gd name="p0x252" fmla="*/ 4560 w 7980"/>
                <a:gd name="p0y252" fmla="*/ 30 h 30"/>
                <a:gd name="p0x253" fmla="*/ 4500 w 7980"/>
                <a:gd name="p0y253" fmla="*/ 30 h 30"/>
                <a:gd name="p0x254" fmla="*/ 4500 w 7980"/>
                <a:gd name="p0y254" fmla="*/ 0 h 30"/>
                <a:gd name="p0x255" fmla="*/ 4590 w 7980"/>
                <a:gd name="p0y255" fmla="*/ 0 h 30"/>
                <a:gd name="p0x256" fmla="*/ 4650 w 7980"/>
                <a:gd name="p0y256" fmla="*/ 0 h 30"/>
                <a:gd name="p0x257" fmla="*/ 4650 w 7980"/>
                <a:gd name="p0y257" fmla="*/ 30 h 30"/>
                <a:gd name="p0x258" fmla="*/ 4590 w 7980"/>
                <a:gd name="p0y258" fmla="*/ 30 h 30"/>
                <a:gd name="p0x259" fmla="*/ 4590 w 7980"/>
                <a:gd name="p0y259" fmla="*/ 0 h 30"/>
                <a:gd name="p0x260" fmla="*/ 4680 w 7980"/>
                <a:gd name="p0y260" fmla="*/ 0 h 30"/>
                <a:gd name="p0x261" fmla="*/ 4740 w 7980"/>
                <a:gd name="p0y261" fmla="*/ 0 h 30"/>
                <a:gd name="p0x262" fmla="*/ 4740 w 7980"/>
                <a:gd name="p0y262" fmla="*/ 30 h 30"/>
                <a:gd name="p0x263" fmla="*/ 4680 w 7980"/>
                <a:gd name="p0y263" fmla="*/ 30 h 30"/>
                <a:gd name="p0x264" fmla="*/ 4680 w 7980"/>
                <a:gd name="p0y264" fmla="*/ 0 h 30"/>
                <a:gd name="p0x265" fmla="*/ 4770 w 7980"/>
                <a:gd name="p0y265" fmla="*/ 0 h 30"/>
                <a:gd name="p0x266" fmla="*/ 4830 w 7980"/>
                <a:gd name="p0y266" fmla="*/ 0 h 30"/>
                <a:gd name="p0x267" fmla="*/ 4830 w 7980"/>
                <a:gd name="p0y267" fmla="*/ 30 h 30"/>
                <a:gd name="p0x268" fmla="*/ 4770 w 7980"/>
                <a:gd name="p0y268" fmla="*/ 30 h 30"/>
                <a:gd name="p0x269" fmla="*/ 4770 w 7980"/>
                <a:gd name="p0y269" fmla="*/ 0 h 30"/>
                <a:gd name="p0x270" fmla="*/ 4860 w 7980"/>
                <a:gd name="p0y270" fmla="*/ 0 h 30"/>
                <a:gd name="p0x271" fmla="*/ 4920 w 7980"/>
                <a:gd name="p0y271" fmla="*/ 0 h 30"/>
                <a:gd name="p0x272" fmla="*/ 4920 w 7980"/>
                <a:gd name="p0y272" fmla="*/ 30 h 30"/>
                <a:gd name="p0x273" fmla="*/ 4860 w 7980"/>
                <a:gd name="p0y273" fmla="*/ 30 h 30"/>
                <a:gd name="p0x274" fmla="*/ 4860 w 7980"/>
                <a:gd name="p0y274" fmla="*/ 0 h 30"/>
                <a:gd name="p0x275" fmla="*/ 4950 w 7980"/>
                <a:gd name="p0y275" fmla="*/ 0 h 30"/>
                <a:gd name="p0x276" fmla="*/ 5010 w 7980"/>
                <a:gd name="p0y276" fmla="*/ 0 h 30"/>
                <a:gd name="p0x277" fmla="*/ 5010 w 7980"/>
                <a:gd name="p0y277" fmla="*/ 30 h 30"/>
                <a:gd name="p0x278" fmla="*/ 4950 w 7980"/>
                <a:gd name="p0y278" fmla="*/ 30 h 30"/>
                <a:gd name="p0x279" fmla="*/ 4950 w 7980"/>
                <a:gd name="p0y279" fmla="*/ 0 h 30"/>
                <a:gd name="p0x280" fmla="*/ 5040 w 7980"/>
                <a:gd name="p0y280" fmla="*/ 0 h 30"/>
                <a:gd name="p0x281" fmla="*/ 5100 w 7980"/>
                <a:gd name="p0y281" fmla="*/ 0 h 30"/>
                <a:gd name="p0x282" fmla="*/ 5100 w 7980"/>
                <a:gd name="p0y282" fmla="*/ 30 h 30"/>
                <a:gd name="p0x283" fmla="*/ 5040 w 7980"/>
                <a:gd name="p0y283" fmla="*/ 30 h 30"/>
                <a:gd name="p0x284" fmla="*/ 5040 w 7980"/>
                <a:gd name="p0y284" fmla="*/ 0 h 30"/>
                <a:gd name="p0x285" fmla="*/ 5130 w 7980"/>
                <a:gd name="p0y285" fmla="*/ 0 h 30"/>
                <a:gd name="p0x286" fmla="*/ 5190 w 7980"/>
                <a:gd name="p0y286" fmla="*/ 0 h 30"/>
                <a:gd name="p0x287" fmla="*/ 5190 w 7980"/>
                <a:gd name="p0y287" fmla="*/ 30 h 30"/>
                <a:gd name="p0x288" fmla="*/ 5130 w 7980"/>
                <a:gd name="p0y288" fmla="*/ 30 h 30"/>
                <a:gd name="p0x289" fmla="*/ 5130 w 7980"/>
                <a:gd name="p0y289" fmla="*/ 0 h 30"/>
                <a:gd name="p0x290" fmla="*/ 5220 w 7980"/>
                <a:gd name="p0y290" fmla="*/ 0 h 30"/>
                <a:gd name="p0x291" fmla="*/ 5280 w 7980"/>
                <a:gd name="p0y291" fmla="*/ 0 h 30"/>
                <a:gd name="p0x292" fmla="*/ 5280 w 7980"/>
                <a:gd name="p0y292" fmla="*/ 30 h 30"/>
                <a:gd name="p0x293" fmla="*/ 5220 w 7980"/>
                <a:gd name="p0y293" fmla="*/ 30 h 30"/>
                <a:gd name="p0x294" fmla="*/ 5220 w 7980"/>
                <a:gd name="p0y294" fmla="*/ 0 h 30"/>
                <a:gd name="p0x295" fmla="*/ 5310 w 7980"/>
                <a:gd name="p0y295" fmla="*/ 0 h 30"/>
                <a:gd name="p0x296" fmla="*/ 5370 w 7980"/>
                <a:gd name="p0y296" fmla="*/ 0 h 30"/>
                <a:gd name="p0x297" fmla="*/ 5370 w 7980"/>
                <a:gd name="p0y297" fmla="*/ 30 h 30"/>
                <a:gd name="p0x298" fmla="*/ 5310 w 7980"/>
                <a:gd name="p0y298" fmla="*/ 30 h 30"/>
                <a:gd name="p0x299" fmla="*/ 5310 w 7980"/>
                <a:gd name="p0y299" fmla="*/ 0 h 30"/>
                <a:gd name="p0x300" fmla="*/ 5400 w 7980"/>
                <a:gd name="p0y300" fmla="*/ 0 h 30"/>
                <a:gd name="p0x301" fmla="*/ 5460 w 7980"/>
                <a:gd name="p0y301" fmla="*/ 0 h 30"/>
                <a:gd name="p0x302" fmla="*/ 5460 w 7980"/>
                <a:gd name="p0y302" fmla="*/ 30 h 30"/>
                <a:gd name="p0x303" fmla="*/ 5400 w 7980"/>
                <a:gd name="p0y303" fmla="*/ 30 h 30"/>
                <a:gd name="p0x304" fmla="*/ 5400 w 7980"/>
                <a:gd name="p0y304" fmla="*/ 0 h 30"/>
                <a:gd name="p0x305" fmla="*/ 5490 w 7980"/>
                <a:gd name="p0y305" fmla="*/ 0 h 30"/>
                <a:gd name="p0x306" fmla="*/ 5550 w 7980"/>
                <a:gd name="p0y306" fmla="*/ 0 h 30"/>
                <a:gd name="p0x307" fmla="*/ 5550 w 7980"/>
                <a:gd name="p0y307" fmla="*/ 30 h 30"/>
                <a:gd name="p0x308" fmla="*/ 5490 w 7980"/>
                <a:gd name="p0y308" fmla="*/ 30 h 30"/>
                <a:gd name="p0x309" fmla="*/ 5490 w 7980"/>
                <a:gd name="p0y309" fmla="*/ 0 h 30"/>
                <a:gd name="p0x310" fmla="*/ 5580 w 7980"/>
                <a:gd name="p0y310" fmla="*/ 0 h 30"/>
                <a:gd name="p0x311" fmla="*/ 5640 w 7980"/>
                <a:gd name="p0y311" fmla="*/ 0 h 30"/>
                <a:gd name="p0x312" fmla="*/ 5640 w 7980"/>
                <a:gd name="p0y312" fmla="*/ 30 h 30"/>
                <a:gd name="p0x313" fmla="*/ 5580 w 7980"/>
                <a:gd name="p0y313" fmla="*/ 30 h 30"/>
                <a:gd name="p0x314" fmla="*/ 5580 w 7980"/>
                <a:gd name="p0y314" fmla="*/ 0 h 30"/>
                <a:gd name="p0x315" fmla="*/ 5670 w 7980"/>
                <a:gd name="p0y315" fmla="*/ 0 h 30"/>
                <a:gd name="p0x316" fmla="*/ 5730 w 7980"/>
                <a:gd name="p0y316" fmla="*/ 0 h 30"/>
                <a:gd name="p0x317" fmla="*/ 5730 w 7980"/>
                <a:gd name="p0y317" fmla="*/ 30 h 30"/>
                <a:gd name="p0x318" fmla="*/ 5670 w 7980"/>
                <a:gd name="p0y318" fmla="*/ 30 h 30"/>
                <a:gd name="p0x319" fmla="*/ 5670 w 7980"/>
                <a:gd name="p0y319" fmla="*/ 0 h 30"/>
                <a:gd name="p0x320" fmla="*/ 5760 w 7980"/>
                <a:gd name="p0y320" fmla="*/ 0 h 30"/>
                <a:gd name="p0x321" fmla="*/ 5820 w 7980"/>
                <a:gd name="p0y321" fmla="*/ 0 h 30"/>
                <a:gd name="p0x322" fmla="*/ 5820 w 7980"/>
                <a:gd name="p0y322" fmla="*/ 30 h 30"/>
                <a:gd name="p0x323" fmla="*/ 5760 w 7980"/>
                <a:gd name="p0y323" fmla="*/ 30 h 30"/>
                <a:gd name="p0x324" fmla="*/ 5760 w 7980"/>
                <a:gd name="p0y324" fmla="*/ 0 h 30"/>
                <a:gd name="p0x325" fmla="*/ 5850 w 7980"/>
                <a:gd name="p0y325" fmla="*/ 0 h 30"/>
                <a:gd name="p0x326" fmla="*/ 5910 w 7980"/>
                <a:gd name="p0y326" fmla="*/ 0 h 30"/>
                <a:gd name="p0x327" fmla="*/ 5910 w 7980"/>
                <a:gd name="p0y327" fmla="*/ 30 h 30"/>
                <a:gd name="p0x328" fmla="*/ 5850 w 7980"/>
                <a:gd name="p0y328" fmla="*/ 30 h 30"/>
                <a:gd name="p0x329" fmla="*/ 5850 w 7980"/>
                <a:gd name="p0y329" fmla="*/ 0 h 30"/>
                <a:gd name="p0x330" fmla="*/ 5940 w 7980"/>
                <a:gd name="p0y330" fmla="*/ 0 h 30"/>
                <a:gd name="p0x331" fmla="*/ 6000 w 7980"/>
                <a:gd name="p0y331" fmla="*/ 0 h 30"/>
                <a:gd name="p0x332" fmla="*/ 6000 w 7980"/>
                <a:gd name="p0y332" fmla="*/ 30 h 30"/>
                <a:gd name="p0x333" fmla="*/ 5940 w 7980"/>
                <a:gd name="p0y333" fmla="*/ 30 h 30"/>
                <a:gd name="p0x334" fmla="*/ 5940 w 7980"/>
                <a:gd name="p0y334" fmla="*/ 0 h 30"/>
                <a:gd name="p0x335" fmla="*/ 6030 w 7980"/>
                <a:gd name="p0y335" fmla="*/ 0 h 30"/>
                <a:gd name="p0x336" fmla="*/ 6090 w 7980"/>
                <a:gd name="p0y336" fmla="*/ 0 h 30"/>
                <a:gd name="p0x337" fmla="*/ 6090 w 7980"/>
                <a:gd name="p0y337" fmla="*/ 30 h 30"/>
                <a:gd name="p0x338" fmla="*/ 6030 w 7980"/>
                <a:gd name="p0y338" fmla="*/ 30 h 30"/>
                <a:gd name="p0x339" fmla="*/ 6030 w 7980"/>
                <a:gd name="p0y339" fmla="*/ 0 h 30"/>
                <a:gd name="p0x340" fmla="*/ 6120 w 7980"/>
                <a:gd name="p0y340" fmla="*/ 0 h 30"/>
                <a:gd name="p0x341" fmla="*/ 6180 w 7980"/>
                <a:gd name="p0y341" fmla="*/ 0 h 30"/>
                <a:gd name="p0x342" fmla="*/ 6180 w 7980"/>
                <a:gd name="p0y342" fmla="*/ 30 h 30"/>
                <a:gd name="p0x343" fmla="*/ 6120 w 7980"/>
                <a:gd name="p0y343" fmla="*/ 30 h 30"/>
                <a:gd name="p0x344" fmla="*/ 6120 w 7980"/>
                <a:gd name="p0y344" fmla="*/ 0 h 30"/>
                <a:gd name="p0x345" fmla="*/ 6210 w 7980"/>
                <a:gd name="p0y345" fmla="*/ 0 h 30"/>
                <a:gd name="p0x346" fmla="*/ 6270 w 7980"/>
                <a:gd name="p0y346" fmla="*/ 0 h 30"/>
                <a:gd name="p0x347" fmla="*/ 6270 w 7980"/>
                <a:gd name="p0y347" fmla="*/ 30 h 30"/>
                <a:gd name="p0x348" fmla="*/ 6210 w 7980"/>
                <a:gd name="p0y348" fmla="*/ 30 h 30"/>
                <a:gd name="p0x349" fmla="*/ 6210 w 7980"/>
                <a:gd name="p0y349" fmla="*/ 0 h 30"/>
                <a:gd name="p0x350" fmla="*/ 6300 w 7980"/>
                <a:gd name="p0y350" fmla="*/ 0 h 30"/>
                <a:gd name="p0x351" fmla="*/ 6360 w 7980"/>
                <a:gd name="p0y351" fmla="*/ 0 h 30"/>
                <a:gd name="p0x352" fmla="*/ 6360 w 7980"/>
                <a:gd name="p0y352" fmla="*/ 30 h 30"/>
                <a:gd name="p0x353" fmla="*/ 6300 w 7980"/>
                <a:gd name="p0y353" fmla="*/ 30 h 30"/>
                <a:gd name="p0x354" fmla="*/ 6300 w 7980"/>
                <a:gd name="p0y354" fmla="*/ 0 h 30"/>
                <a:gd name="p0x355" fmla="*/ 6390 w 7980"/>
                <a:gd name="p0y355" fmla="*/ 0 h 30"/>
                <a:gd name="p0x356" fmla="*/ 6450 w 7980"/>
                <a:gd name="p0y356" fmla="*/ 0 h 30"/>
                <a:gd name="p0x357" fmla="*/ 6450 w 7980"/>
                <a:gd name="p0y357" fmla="*/ 30 h 30"/>
                <a:gd name="p0x358" fmla="*/ 6390 w 7980"/>
                <a:gd name="p0y358" fmla="*/ 30 h 30"/>
                <a:gd name="p0x359" fmla="*/ 6390 w 7980"/>
                <a:gd name="p0y359" fmla="*/ 0 h 30"/>
                <a:gd name="p0x360" fmla="*/ 6480 w 7980"/>
                <a:gd name="p0y360" fmla="*/ 0 h 30"/>
                <a:gd name="p0x361" fmla="*/ 6540 w 7980"/>
                <a:gd name="p0y361" fmla="*/ 0 h 30"/>
                <a:gd name="p0x362" fmla="*/ 6540 w 7980"/>
                <a:gd name="p0y362" fmla="*/ 30 h 30"/>
                <a:gd name="p0x363" fmla="*/ 6480 w 7980"/>
                <a:gd name="p0y363" fmla="*/ 30 h 30"/>
                <a:gd name="p0x364" fmla="*/ 6480 w 7980"/>
                <a:gd name="p0y364" fmla="*/ 0 h 30"/>
                <a:gd name="p0x365" fmla="*/ 6570 w 7980"/>
                <a:gd name="p0y365" fmla="*/ 0 h 30"/>
                <a:gd name="p0x366" fmla="*/ 6630 w 7980"/>
                <a:gd name="p0y366" fmla="*/ 0 h 30"/>
                <a:gd name="p0x367" fmla="*/ 6630 w 7980"/>
                <a:gd name="p0y367" fmla="*/ 30 h 30"/>
                <a:gd name="p0x368" fmla="*/ 6570 w 7980"/>
                <a:gd name="p0y368" fmla="*/ 30 h 30"/>
                <a:gd name="p0x369" fmla="*/ 6570 w 7980"/>
                <a:gd name="p0y369" fmla="*/ 0 h 30"/>
                <a:gd name="p0x370" fmla="*/ 6660 w 7980"/>
                <a:gd name="p0y370" fmla="*/ 0 h 30"/>
                <a:gd name="p0x371" fmla="*/ 6720 w 7980"/>
                <a:gd name="p0y371" fmla="*/ 0 h 30"/>
                <a:gd name="p0x372" fmla="*/ 6720 w 7980"/>
                <a:gd name="p0y372" fmla="*/ 30 h 30"/>
                <a:gd name="p0x373" fmla="*/ 6660 w 7980"/>
                <a:gd name="p0y373" fmla="*/ 30 h 30"/>
                <a:gd name="p0x374" fmla="*/ 6660 w 7980"/>
                <a:gd name="p0y374" fmla="*/ 0 h 30"/>
                <a:gd name="p0x375" fmla="*/ 6750 w 7980"/>
                <a:gd name="p0y375" fmla="*/ 0 h 30"/>
                <a:gd name="p0x376" fmla="*/ 6810 w 7980"/>
                <a:gd name="p0y376" fmla="*/ 0 h 30"/>
                <a:gd name="p0x377" fmla="*/ 6810 w 7980"/>
                <a:gd name="p0y377" fmla="*/ 30 h 30"/>
                <a:gd name="p0x378" fmla="*/ 6750 w 7980"/>
                <a:gd name="p0y378" fmla="*/ 30 h 30"/>
                <a:gd name="p0x379" fmla="*/ 6750 w 7980"/>
                <a:gd name="p0y379" fmla="*/ 0 h 30"/>
                <a:gd name="p0x380" fmla="*/ 6840 w 7980"/>
                <a:gd name="p0y380" fmla="*/ 0 h 30"/>
                <a:gd name="p0x381" fmla="*/ 6900 w 7980"/>
                <a:gd name="p0y381" fmla="*/ 0 h 30"/>
                <a:gd name="p0x382" fmla="*/ 6900 w 7980"/>
                <a:gd name="p0y382" fmla="*/ 30 h 30"/>
                <a:gd name="p0x383" fmla="*/ 6840 w 7980"/>
                <a:gd name="p0y383" fmla="*/ 30 h 30"/>
                <a:gd name="p0x384" fmla="*/ 6840 w 7980"/>
                <a:gd name="p0y384" fmla="*/ 0 h 30"/>
                <a:gd name="p0x385" fmla="*/ 6930 w 7980"/>
                <a:gd name="p0y385" fmla="*/ 0 h 30"/>
                <a:gd name="p0x386" fmla="*/ 6990 w 7980"/>
                <a:gd name="p0y386" fmla="*/ 0 h 30"/>
                <a:gd name="p0x387" fmla="*/ 6990 w 7980"/>
                <a:gd name="p0y387" fmla="*/ 30 h 30"/>
                <a:gd name="p0x388" fmla="*/ 6930 w 7980"/>
                <a:gd name="p0y388" fmla="*/ 30 h 30"/>
                <a:gd name="p0x389" fmla="*/ 6930 w 7980"/>
                <a:gd name="p0y389" fmla="*/ 0 h 30"/>
                <a:gd name="p0x390" fmla="*/ 7020 w 7980"/>
                <a:gd name="p0y390" fmla="*/ 0 h 30"/>
                <a:gd name="p0x391" fmla="*/ 7080 w 7980"/>
                <a:gd name="p0y391" fmla="*/ 0 h 30"/>
                <a:gd name="p0x392" fmla="*/ 7080 w 7980"/>
                <a:gd name="p0y392" fmla="*/ 30 h 30"/>
                <a:gd name="p0x393" fmla="*/ 7020 w 7980"/>
                <a:gd name="p0y393" fmla="*/ 30 h 30"/>
                <a:gd name="p0x394" fmla="*/ 7020 w 7980"/>
                <a:gd name="p0y394" fmla="*/ 0 h 30"/>
                <a:gd name="p0x395" fmla="*/ 7110 w 7980"/>
                <a:gd name="p0y395" fmla="*/ 0 h 30"/>
                <a:gd name="p0x396" fmla="*/ 7170 w 7980"/>
                <a:gd name="p0y396" fmla="*/ 0 h 30"/>
                <a:gd name="p0x397" fmla="*/ 7170 w 7980"/>
                <a:gd name="p0y397" fmla="*/ 30 h 30"/>
                <a:gd name="p0x398" fmla="*/ 7110 w 7980"/>
                <a:gd name="p0y398" fmla="*/ 30 h 30"/>
                <a:gd name="p0x399" fmla="*/ 7110 w 7980"/>
                <a:gd name="p0y399" fmla="*/ 0 h 30"/>
                <a:gd name="p0x400" fmla="*/ 7200 w 7980"/>
                <a:gd name="p0y400" fmla="*/ 0 h 30"/>
                <a:gd name="p0x401" fmla="*/ 7260 w 7980"/>
                <a:gd name="p0y401" fmla="*/ 0 h 30"/>
                <a:gd name="p0x402" fmla="*/ 7260 w 7980"/>
                <a:gd name="p0y402" fmla="*/ 30 h 30"/>
                <a:gd name="p0x403" fmla="*/ 7200 w 7980"/>
                <a:gd name="p0y403" fmla="*/ 30 h 30"/>
                <a:gd name="p0x404" fmla="*/ 7200 w 7980"/>
                <a:gd name="p0y404" fmla="*/ 0 h 30"/>
                <a:gd name="p0x405" fmla="*/ 7290 w 7980"/>
                <a:gd name="p0y405" fmla="*/ 0 h 30"/>
                <a:gd name="p0x406" fmla="*/ 7350 w 7980"/>
                <a:gd name="p0y406" fmla="*/ 0 h 30"/>
                <a:gd name="p0x407" fmla="*/ 7350 w 7980"/>
                <a:gd name="p0y407" fmla="*/ 30 h 30"/>
                <a:gd name="p0x408" fmla="*/ 7290 w 7980"/>
                <a:gd name="p0y408" fmla="*/ 30 h 30"/>
                <a:gd name="p0x409" fmla="*/ 7290 w 7980"/>
                <a:gd name="p0y409" fmla="*/ 0 h 30"/>
                <a:gd name="p0x410" fmla="*/ 7380 w 7980"/>
                <a:gd name="p0y410" fmla="*/ 0 h 30"/>
                <a:gd name="p0x411" fmla="*/ 7440 w 7980"/>
                <a:gd name="p0y411" fmla="*/ 0 h 30"/>
                <a:gd name="p0x412" fmla="*/ 7440 w 7980"/>
                <a:gd name="p0y412" fmla="*/ 30 h 30"/>
                <a:gd name="p0x413" fmla="*/ 7380 w 7980"/>
                <a:gd name="p0y413" fmla="*/ 30 h 30"/>
                <a:gd name="p0x414" fmla="*/ 7380 w 7980"/>
                <a:gd name="p0y414" fmla="*/ 0 h 30"/>
                <a:gd name="p0x415" fmla="*/ 7470 w 7980"/>
                <a:gd name="p0y415" fmla="*/ 0 h 30"/>
                <a:gd name="p0x416" fmla="*/ 7530 w 7980"/>
                <a:gd name="p0y416" fmla="*/ 0 h 30"/>
                <a:gd name="p0x417" fmla="*/ 7530 w 7980"/>
                <a:gd name="p0y417" fmla="*/ 30 h 30"/>
                <a:gd name="p0x418" fmla="*/ 7470 w 7980"/>
                <a:gd name="p0y418" fmla="*/ 30 h 30"/>
                <a:gd name="p0x419" fmla="*/ 7470 w 7980"/>
                <a:gd name="p0y419" fmla="*/ 0 h 30"/>
                <a:gd name="p0x420" fmla="*/ 7560 w 7980"/>
                <a:gd name="p0y420" fmla="*/ 0 h 30"/>
                <a:gd name="p0x421" fmla="*/ 7620 w 7980"/>
                <a:gd name="p0y421" fmla="*/ 0 h 30"/>
                <a:gd name="p0x422" fmla="*/ 7620 w 7980"/>
                <a:gd name="p0y422" fmla="*/ 30 h 30"/>
                <a:gd name="p0x423" fmla="*/ 7560 w 7980"/>
                <a:gd name="p0y423" fmla="*/ 30 h 30"/>
                <a:gd name="p0x424" fmla="*/ 7560 w 7980"/>
                <a:gd name="p0y424" fmla="*/ 0 h 30"/>
                <a:gd name="p0x425" fmla="*/ 7650 w 7980"/>
                <a:gd name="p0y425" fmla="*/ 0 h 30"/>
                <a:gd name="p0x426" fmla="*/ 7710 w 7980"/>
                <a:gd name="p0y426" fmla="*/ 0 h 30"/>
                <a:gd name="p0x427" fmla="*/ 7710 w 7980"/>
                <a:gd name="p0y427" fmla="*/ 30 h 30"/>
                <a:gd name="p0x428" fmla="*/ 7650 w 7980"/>
                <a:gd name="p0y428" fmla="*/ 30 h 30"/>
                <a:gd name="p0x429" fmla="*/ 7650 w 7980"/>
                <a:gd name="p0y429" fmla="*/ 0 h 30"/>
                <a:gd name="p0x430" fmla="*/ 7740 w 7980"/>
                <a:gd name="p0y430" fmla="*/ 0 h 30"/>
                <a:gd name="p0x431" fmla="*/ 7800 w 7980"/>
                <a:gd name="p0y431" fmla="*/ 0 h 30"/>
                <a:gd name="p0x432" fmla="*/ 7800 w 7980"/>
                <a:gd name="p0y432" fmla="*/ 30 h 30"/>
                <a:gd name="p0x433" fmla="*/ 7740 w 7980"/>
                <a:gd name="p0y433" fmla="*/ 30 h 30"/>
                <a:gd name="p0x434" fmla="*/ 7740 w 7980"/>
                <a:gd name="p0y434" fmla="*/ 0 h 30"/>
                <a:gd name="p0x435" fmla="*/ 7830 w 7980"/>
                <a:gd name="p0y435" fmla="*/ 0 h 30"/>
                <a:gd name="p0x436" fmla="*/ 7890 w 7980"/>
                <a:gd name="p0y436" fmla="*/ 0 h 30"/>
                <a:gd name="p0x437" fmla="*/ 7890 w 7980"/>
                <a:gd name="p0y437" fmla="*/ 30 h 30"/>
                <a:gd name="p0x438" fmla="*/ 7830 w 7980"/>
                <a:gd name="p0y438" fmla="*/ 30 h 30"/>
                <a:gd name="p0x439" fmla="*/ 7830 w 7980"/>
                <a:gd name="p0y439" fmla="*/ 0 h 30"/>
                <a:gd name="p0x440" fmla="*/ 7920 w 7980"/>
                <a:gd name="p0y440" fmla="*/ 0 h 30"/>
                <a:gd name="p0x441" fmla="*/ 7980 w 7980"/>
                <a:gd name="p0y441" fmla="*/ 0 h 30"/>
                <a:gd name="p0x442" fmla="*/ 7980 w 7980"/>
                <a:gd name="p0y442" fmla="*/ 30 h 30"/>
                <a:gd name="p0x443" fmla="*/ 7920 w 7980"/>
                <a:gd name="p0y443" fmla="*/ 30 h 30"/>
                <a:gd name="p0x444" fmla="*/ 7920 w 7980"/>
                <a:gd name="p0y444" fmla="*/ 0 h 3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moveTo>
                    <a:pt x="p0x5" y="p0y5"/>
                  </a:moveTo>
                  <a:lnTo>
                    <a:pt x="p0x6" y="p0y6"/>
                  </a:lnTo>
                  <a:lnTo>
                    <a:pt x="p0x7" y="p0y7"/>
                  </a:lnTo>
                  <a:lnTo>
                    <a:pt x="p0x8" y="p0y8"/>
                  </a:lnTo>
                  <a:lnTo>
                    <a:pt x="p0x9" y="p0y9"/>
                  </a:lnTo>
                  <a:moveTo>
                    <a:pt x="p0x10" y="p0y10"/>
                  </a:moveTo>
                  <a:lnTo>
                    <a:pt x="p0x11" y="p0y11"/>
                  </a:lnTo>
                  <a:lnTo>
                    <a:pt x="p0x12" y="p0y12"/>
                  </a:lnTo>
                  <a:lnTo>
                    <a:pt x="p0x13" y="p0y13"/>
                  </a:lnTo>
                  <a:lnTo>
                    <a:pt x="p0x14" y="p0y14"/>
                  </a:lnTo>
                  <a:moveTo>
                    <a:pt x="p0x15" y="p0y15"/>
                  </a:moveTo>
                  <a:lnTo>
                    <a:pt x="p0x16" y="p0y16"/>
                  </a:lnTo>
                  <a:lnTo>
                    <a:pt x="p0x17" y="p0y17"/>
                  </a:lnTo>
                  <a:lnTo>
                    <a:pt x="p0x18" y="p0y18"/>
                  </a:lnTo>
                  <a:lnTo>
                    <a:pt x="p0x19" y="p0y19"/>
                  </a:lnTo>
                  <a:moveTo>
                    <a:pt x="p0x20" y="p0y20"/>
                  </a:moveTo>
                  <a:lnTo>
                    <a:pt x="p0x21" y="p0y21"/>
                  </a:lnTo>
                  <a:lnTo>
                    <a:pt x="p0x22" y="p0y22"/>
                  </a:lnTo>
                  <a:lnTo>
                    <a:pt x="p0x23" y="p0y23"/>
                  </a:lnTo>
                  <a:lnTo>
                    <a:pt x="p0x24" y="p0y24"/>
                  </a:lnTo>
                  <a:moveTo>
                    <a:pt x="p0x25" y="p0y25"/>
                  </a:moveTo>
                  <a:lnTo>
                    <a:pt x="p0x26" y="p0y26"/>
                  </a:lnTo>
                  <a:lnTo>
                    <a:pt x="p0x27" y="p0y27"/>
                  </a:lnTo>
                  <a:lnTo>
                    <a:pt x="p0x28" y="p0y28"/>
                  </a:lnTo>
                  <a:lnTo>
                    <a:pt x="p0x29" y="p0y29"/>
                  </a:lnTo>
                  <a:moveTo>
                    <a:pt x="p0x30" y="p0y30"/>
                  </a:moveTo>
                  <a:lnTo>
                    <a:pt x="p0x31" y="p0y31"/>
                  </a:lnTo>
                  <a:lnTo>
                    <a:pt x="p0x32" y="p0y32"/>
                  </a:lnTo>
                  <a:lnTo>
                    <a:pt x="p0x33" y="p0y33"/>
                  </a:lnTo>
                  <a:lnTo>
                    <a:pt x="p0x34" y="p0y34"/>
                  </a:lnTo>
                  <a:moveTo>
                    <a:pt x="p0x35" y="p0y35"/>
                  </a:moveTo>
                  <a:lnTo>
                    <a:pt x="p0x36" y="p0y36"/>
                  </a:lnTo>
                  <a:lnTo>
                    <a:pt x="p0x37" y="p0y37"/>
                  </a:lnTo>
                  <a:lnTo>
                    <a:pt x="p0x38" y="p0y38"/>
                  </a:lnTo>
                  <a:lnTo>
                    <a:pt x="p0x39" y="p0y39"/>
                  </a:lnTo>
                  <a:moveTo>
                    <a:pt x="p0x40" y="p0y40"/>
                  </a:moveTo>
                  <a:lnTo>
                    <a:pt x="p0x41" y="p0y41"/>
                  </a:lnTo>
                  <a:lnTo>
                    <a:pt x="p0x42" y="p0y42"/>
                  </a:lnTo>
                  <a:lnTo>
                    <a:pt x="p0x43" y="p0y43"/>
                  </a:lnTo>
                  <a:lnTo>
                    <a:pt x="p0x44" y="p0y44"/>
                  </a:lnTo>
                  <a:moveTo>
                    <a:pt x="p0x45" y="p0y45"/>
                  </a:moveTo>
                  <a:lnTo>
                    <a:pt x="p0x46" y="p0y46"/>
                  </a:lnTo>
                  <a:lnTo>
                    <a:pt x="p0x47" y="p0y47"/>
                  </a:lnTo>
                  <a:lnTo>
                    <a:pt x="p0x48" y="p0y48"/>
                  </a:lnTo>
                  <a:lnTo>
                    <a:pt x="p0x49" y="p0y49"/>
                  </a:lnTo>
                  <a:moveTo>
                    <a:pt x="p0x50" y="p0y50"/>
                  </a:moveTo>
                  <a:lnTo>
                    <a:pt x="p0x51" y="p0y51"/>
                  </a:lnTo>
                  <a:lnTo>
                    <a:pt x="p0x52" y="p0y52"/>
                  </a:lnTo>
                  <a:lnTo>
                    <a:pt x="p0x53" y="p0y53"/>
                  </a:lnTo>
                  <a:lnTo>
                    <a:pt x="p0x54" y="p0y54"/>
                  </a:lnTo>
                  <a:moveTo>
                    <a:pt x="p0x55" y="p0y55"/>
                  </a:moveTo>
                  <a:lnTo>
                    <a:pt x="p0x56" y="p0y56"/>
                  </a:lnTo>
                  <a:lnTo>
                    <a:pt x="p0x57" y="p0y57"/>
                  </a:lnTo>
                  <a:lnTo>
                    <a:pt x="p0x58" y="p0y58"/>
                  </a:lnTo>
                  <a:lnTo>
                    <a:pt x="p0x59" y="p0y59"/>
                  </a:lnTo>
                  <a:moveTo>
                    <a:pt x="p0x60" y="p0y60"/>
                  </a:moveTo>
                  <a:lnTo>
                    <a:pt x="p0x61" y="p0y61"/>
                  </a:lnTo>
                  <a:lnTo>
                    <a:pt x="p0x62" y="p0y62"/>
                  </a:lnTo>
                  <a:lnTo>
                    <a:pt x="p0x63" y="p0y63"/>
                  </a:lnTo>
                  <a:lnTo>
                    <a:pt x="p0x64" y="p0y64"/>
                  </a:lnTo>
                  <a:moveTo>
                    <a:pt x="p0x65" y="p0y65"/>
                  </a:moveTo>
                  <a:lnTo>
                    <a:pt x="p0x66" y="p0y66"/>
                  </a:lnTo>
                  <a:lnTo>
                    <a:pt x="p0x67" y="p0y67"/>
                  </a:lnTo>
                  <a:lnTo>
                    <a:pt x="p0x68" y="p0y68"/>
                  </a:lnTo>
                  <a:lnTo>
                    <a:pt x="p0x69" y="p0y69"/>
                  </a:lnTo>
                  <a:moveTo>
                    <a:pt x="p0x70" y="p0y70"/>
                  </a:moveTo>
                  <a:lnTo>
                    <a:pt x="p0x71" y="p0y71"/>
                  </a:lnTo>
                  <a:lnTo>
                    <a:pt x="p0x72" y="p0y72"/>
                  </a:lnTo>
                  <a:lnTo>
                    <a:pt x="p0x73" y="p0y73"/>
                  </a:lnTo>
                  <a:lnTo>
                    <a:pt x="p0x74" y="p0y74"/>
                  </a:lnTo>
                  <a:moveTo>
                    <a:pt x="p0x75" y="p0y75"/>
                  </a:moveTo>
                  <a:lnTo>
                    <a:pt x="p0x76" y="p0y76"/>
                  </a:lnTo>
                  <a:lnTo>
                    <a:pt x="p0x77" y="p0y77"/>
                  </a:lnTo>
                  <a:lnTo>
                    <a:pt x="p0x78" y="p0y78"/>
                  </a:lnTo>
                  <a:lnTo>
                    <a:pt x="p0x79" y="p0y79"/>
                  </a:lnTo>
                  <a:moveTo>
                    <a:pt x="p0x80" y="p0y80"/>
                  </a:moveTo>
                  <a:lnTo>
                    <a:pt x="p0x81" y="p0y81"/>
                  </a:lnTo>
                  <a:lnTo>
                    <a:pt x="p0x82" y="p0y82"/>
                  </a:lnTo>
                  <a:lnTo>
                    <a:pt x="p0x83" y="p0y83"/>
                  </a:lnTo>
                  <a:lnTo>
                    <a:pt x="p0x84" y="p0y84"/>
                  </a:lnTo>
                  <a:moveTo>
                    <a:pt x="p0x85" y="p0y85"/>
                  </a:moveTo>
                  <a:lnTo>
                    <a:pt x="p0x86" y="p0y86"/>
                  </a:lnTo>
                  <a:lnTo>
                    <a:pt x="p0x87" y="p0y87"/>
                  </a:lnTo>
                  <a:lnTo>
                    <a:pt x="p0x88" y="p0y88"/>
                  </a:lnTo>
                  <a:lnTo>
                    <a:pt x="p0x89" y="p0y89"/>
                  </a:lnTo>
                  <a:moveTo>
                    <a:pt x="p0x90" y="p0y90"/>
                  </a:moveTo>
                  <a:lnTo>
                    <a:pt x="p0x91" y="p0y91"/>
                  </a:lnTo>
                  <a:lnTo>
                    <a:pt x="p0x92" y="p0y92"/>
                  </a:lnTo>
                  <a:lnTo>
                    <a:pt x="p0x93" y="p0y93"/>
                  </a:lnTo>
                  <a:lnTo>
                    <a:pt x="p0x94" y="p0y94"/>
                  </a:lnTo>
                  <a:moveTo>
                    <a:pt x="p0x95" y="p0y95"/>
                  </a:moveTo>
                  <a:lnTo>
                    <a:pt x="p0x96" y="p0y96"/>
                  </a:lnTo>
                  <a:lnTo>
                    <a:pt x="p0x97" y="p0y97"/>
                  </a:lnTo>
                  <a:lnTo>
                    <a:pt x="p0x98" y="p0y98"/>
                  </a:lnTo>
                  <a:lnTo>
                    <a:pt x="p0x99" y="p0y99"/>
                  </a:lnTo>
                  <a:moveTo>
                    <a:pt x="p0x100" y="p0y100"/>
                  </a:moveTo>
                  <a:lnTo>
                    <a:pt x="p0x101" y="p0y101"/>
                  </a:lnTo>
                  <a:lnTo>
                    <a:pt x="p0x102" y="p0y102"/>
                  </a:lnTo>
                  <a:lnTo>
                    <a:pt x="p0x103" y="p0y103"/>
                  </a:lnTo>
                  <a:lnTo>
                    <a:pt x="p0x104" y="p0y104"/>
                  </a:lnTo>
                  <a:moveTo>
                    <a:pt x="p0x105" y="p0y105"/>
                  </a:moveTo>
                  <a:lnTo>
                    <a:pt x="p0x106" y="p0y106"/>
                  </a:lnTo>
                  <a:lnTo>
                    <a:pt x="p0x107" y="p0y107"/>
                  </a:lnTo>
                  <a:lnTo>
                    <a:pt x="p0x108" y="p0y108"/>
                  </a:lnTo>
                  <a:lnTo>
                    <a:pt x="p0x109" y="p0y109"/>
                  </a:lnTo>
                  <a:moveTo>
                    <a:pt x="p0x110" y="p0y110"/>
                  </a:moveTo>
                  <a:lnTo>
                    <a:pt x="p0x111" y="p0y111"/>
                  </a:lnTo>
                  <a:lnTo>
                    <a:pt x="p0x112" y="p0y112"/>
                  </a:lnTo>
                  <a:lnTo>
                    <a:pt x="p0x113" y="p0y113"/>
                  </a:lnTo>
                  <a:lnTo>
                    <a:pt x="p0x114" y="p0y114"/>
                  </a:lnTo>
                  <a:moveTo>
                    <a:pt x="p0x115" y="p0y115"/>
                  </a:moveTo>
                  <a:lnTo>
                    <a:pt x="p0x116" y="p0y116"/>
                  </a:lnTo>
                  <a:lnTo>
                    <a:pt x="p0x117" y="p0y117"/>
                  </a:lnTo>
                  <a:lnTo>
                    <a:pt x="p0x118" y="p0y118"/>
                  </a:lnTo>
                  <a:lnTo>
                    <a:pt x="p0x119" y="p0y119"/>
                  </a:lnTo>
                  <a:moveTo>
                    <a:pt x="p0x120" y="p0y120"/>
                  </a:moveTo>
                  <a:lnTo>
                    <a:pt x="p0x121" y="p0y121"/>
                  </a:lnTo>
                  <a:lnTo>
                    <a:pt x="p0x122" y="p0y122"/>
                  </a:lnTo>
                  <a:lnTo>
                    <a:pt x="p0x123" y="p0y123"/>
                  </a:lnTo>
                  <a:lnTo>
                    <a:pt x="p0x124" y="p0y124"/>
                  </a:lnTo>
                  <a:moveTo>
                    <a:pt x="p0x125" y="p0y125"/>
                  </a:moveTo>
                  <a:lnTo>
                    <a:pt x="p0x126" y="p0y126"/>
                  </a:lnTo>
                  <a:lnTo>
                    <a:pt x="p0x127" y="p0y127"/>
                  </a:lnTo>
                  <a:lnTo>
                    <a:pt x="p0x128" y="p0y128"/>
                  </a:lnTo>
                  <a:lnTo>
                    <a:pt x="p0x129" y="p0y129"/>
                  </a:lnTo>
                  <a:moveTo>
                    <a:pt x="p0x130" y="p0y130"/>
                  </a:moveTo>
                  <a:lnTo>
                    <a:pt x="p0x131" y="p0y131"/>
                  </a:lnTo>
                  <a:lnTo>
                    <a:pt x="p0x132" y="p0y132"/>
                  </a:lnTo>
                  <a:lnTo>
                    <a:pt x="p0x133" y="p0y133"/>
                  </a:lnTo>
                  <a:lnTo>
                    <a:pt x="p0x134" y="p0y134"/>
                  </a:lnTo>
                  <a:moveTo>
                    <a:pt x="p0x135" y="p0y135"/>
                  </a:moveTo>
                  <a:lnTo>
                    <a:pt x="p0x136" y="p0y136"/>
                  </a:lnTo>
                  <a:lnTo>
                    <a:pt x="p0x137" y="p0y137"/>
                  </a:lnTo>
                  <a:lnTo>
                    <a:pt x="p0x138" y="p0y138"/>
                  </a:lnTo>
                  <a:lnTo>
                    <a:pt x="p0x139" y="p0y139"/>
                  </a:lnTo>
                  <a:moveTo>
                    <a:pt x="p0x140" y="p0y140"/>
                  </a:moveTo>
                  <a:lnTo>
                    <a:pt x="p0x141" y="p0y141"/>
                  </a:lnTo>
                  <a:lnTo>
                    <a:pt x="p0x142" y="p0y142"/>
                  </a:lnTo>
                  <a:lnTo>
                    <a:pt x="p0x143" y="p0y143"/>
                  </a:lnTo>
                  <a:lnTo>
                    <a:pt x="p0x144" y="p0y144"/>
                  </a:lnTo>
                  <a:moveTo>
                    <a:pt x="p0x145" y="p0y145"/>
                  </a:moveTo>
                  <a:lnTo>
                    <a:pt x="p0x146" y="p0y146"/>
                  </a:lnTo>
                  <a:lnTo>
                    <a:pt x="p0x147" y="p0y147"/>
                  </a:lnTo>
                  <a:lnTo>
                    <a:pt x="p0x148" y="p0y148"/>
                  </a:lnTo>
                  <a:lnTo>
                    <a:pt x="p0x149" y="p0y149"/>
                  </a:lnTo>
                  <a:moveTo>
                    <a:pt x="p0x150" y="p0y150"/>
                  </a:moveTo>
                  <a:lnTo>
                    <a:pt x="p0x151" y="p0y151"/>
                  </a:lnTo>
                  <a:lnTo>
                    <a:pt x="p0x152" y="p0y152"/>
                  </a:lnTo>
                  <a:lnTo>
                    <a:pt x="p0x153" y="p0y153"/>
                  </a:lnTo>
                  <a:lnTo>
                    <a:pt x="p0x154" y="p0y154"/>
                  </a:lnTo>
                  <a:moveTo>
                    <a:pt x="p0x155" y="p0y155"/>
                  </a:moveTo>
                  <a:lnTo>
                    <a:pt x="p0x156" y="p0y156"/>
                  </a:lnTo>
                  <a:lnTo>
                    <a:pt x="p0x157" y="p0y157"/>
                  </a:lnTo>
                  <a:lnTo>
                    <a:pt x="p0x158" y="p0y158"/>
                  </a:lnTo>
                  <a:lnTo>
                    <a:pt x="p0x159" y="p0y159"/>
                  </a:lnTo>
                  <a:moveTo>
                    <a:pt x="p0x160" y="p0y160"/>
                  </a:moveTo>
                  <a:lnTo>
                    <a:pt x="p0x161" y="p0y161"/>
                  </a:lnTo>
                  <a:lnTo>
                    <a:pt x="p0x162" y="p0y162"/>
                  </a:lnTo>
                  <a:lnTo>
                    <a:pt x="p0x163" y="p0y163"/>
                  </a:lnTo>
                  <a:lnTo>
                    <a:pt x="p0x164" y="p0y164"/>
                  </a:lnTo>
                  <a:moveTo>
                    <a:pt x="p0x165" y="p0y165"/>
                  </a:moveTo>
                  <a:lnTo>
                    <a:pt x="p0x166" y="p0y166"/>
                  </a:lnTo>
                  <a:lnTo>
                    <a:pt x="p0x167" y="p0y167"/>
                  </a:lnTo>
                  <a:lnTo>
                    <a:pt x="p0x168" y="p0y168"/>
                  </a:lnTo>
                  <a:lnTo>
                    <a:pt x="p0x169" y="p0y169"/>
                  </a:lnTo>
                  <a:moveTo>
                    <a:pt x="p0x170" y="p0y170"/>
                  </a:moveTo>
                  <a:lnTo>
                    <a:pt x="p0x171" y="p0y171"/>
                  </a:lnTo>
                  <a:lnTo>
                    <a:pt x="p0x172" y="p0y172"/>
                  </a:lnTo>
                  <a:lnTo>
                    <a:pt x="p0x173" y="p0y173"/>
                  </a:lnTo>
                  <a:lnTo>
                    <a:pt x="p0x174" y="p0y174"/>
                  </a:lnTo>
                  <a:moveTo>
                    <a:pt x="p0x175" y="p0y175"/>
                  </a:moveTo>
                  <a:lnTo>
                    <a:pt x="p0x176" y="p0y176"/>
                  </a:lnTo>
                  <a:lnTo>
                    <a:pt x="p0x177" y="p0y177"/>
                  </a:lnTo>
                  <a:lnTo>
                    <a:pt x="p0x178" y="p0y178"/>
                  </a:lnTo>
                  <a:lnTo>
                    <a:pt x="p0x179" y="p0y179"/>
                  </a:lnTo>
                  <a:moveTo>
                    <a:pt x="p0x180" y="p0y180"/>
                  </a:moveTo>
                  <a:lnTo>
                    <a:pt x="p0x181" y="p0y181"/>
                  </a:lnTo>
                  <a:lnTo>
                    <a:pt x="p0x182" y="p0y182"/>
                  </a:lnTo>
                  <a:lnTo>
                    <a:pt x="p0x183" y="p0y183"/>
                  </a:lnTo>
                  <a:lnTo>
                    <a:pt x="p0x184" y="p0y184"/>
                  </a:lnTo>
                  <a:moveTo>
                    <a:pt x="p0x185" y="p0y185"/>
                  </a:moveTo>
                  <a:lnTo>
                    <a:pt x="p0x186" y="p0y186"/>
                  </a:lnTo>
                  <a:lnTo>
                    <a:pt x="p0x187" y="p0y187"/>
                  </a:lnTo>
                  <a:lnTo>
                    <a:pt x="p0x188" y="p0y188"/>
                  </a:lnTo>
                  <a:lnTo>
                    <a:pt x="p0x189" y="p0y189"/>
                  </a:lnTo>
                  <a:moveTo>
                    <a:pt x="p0x190" y="p0y190"/>
                  </a:moveTo>
                  <a:lnTo>
                    <a:pt x="p0x191" y="p0y191"/>
                  </a:lnTo>
                  <a:lnTo>
                    <a:pt x="p0x192" y="p0y192"/>
                  </a:lnTo>
                  <a:lnTo>
                    <a:pt x="p0x193" y="p0y193"/>
                  </a:lnTo>
                  <a:lnTo>
                    <a:pt x="p0x194" y="p0y194"/>
                  </a:lnTo>
                  <a:moveTo>
                    <a:pt x="p0x195" y="p0y195"/>
                  </a:moveTo>
                  <a:lnTo>
                    <a:pt x="p0x196" y="p0y196"/>
                  </a:lnTo>
                  <a:lnTo>
                    <a:pt x="p0x197" y="p0y197"/>
                  </a:lnTo>
                  <a:lnTo>
                    <a:pt x="p0x198" y="p0y198"/>
                  </a:lnTo>
                  <a:lnTo>
                    <a:pt x="p0x199" y="p0y199"/>
                  </a:lnTo>
                  <a:moveTo>
                    <a:pt x="p0x200" y="p0y200"/>
                  </a:moveTo>
                  <a:lnTo>
                    <a:pt x="p0x201" y="p0y201"/>
                  </a:lnTo>
                  <a:lnTo>
                    <a:pt x="p0x202" y="p0y202"/>
                  </a:lnTo>
                  <a:lnTo>
                    <a:pt x="p0x203" y="p0y203"/>
                  </a:lnTo>
                  <a:lnTo>
                    <a:pt x="p0x204" y="p0y204"/>
                  </a:lnTo>
                  <a:moveTo>
                    <a:pt x="p0x205" y="p0y205"/>
                  </a:moveTo>
                  <a:lnTo>
                    <a:pt x="p0x206" y="p0y206"/>
                  </a:lnTo>
                  <a:lnTo>
                    <a:pt x="p0x207" y="p0y207"/>
                  </a:lnTo>
                  <a:lnTo>
                    <a:pt x="p0x208" y="p0y208"/>
                  </a:lnTo>
                  <a:lnTo>
                    <a:pt x="p0x209" y="p0y209"/>
                  </a:lnTo>
                  <a:moveTo>
                    <a:pt x="p0x210" y="p0y210"/>
                  </a:moveTo>
                  <a:lnTo>
                    <a:pt x="p0x211" y="p0y211"/>
                  </a:lnTo>
                  <a:lnTo>
                    <a:pt x="p0x212" y="p0y212"/>
                  </a:lnTo>
                  <a:lnTo>
                    <a:pt x="p0x213" y="p0y213"/>
                  </a:lnTo>
                  <a:lnTo>
                    <a:pt x="p0x214" y="p0y214"/>
                  </a:lnTo>
                  <a:moveTo>
                    <a:pt x="p0x215" y="p0y215"/>
                  </a:moveTo>
                  <a:lnTo>
                    <a:pt x="p0x216" y="p0y216"/>
                  </a:lnTo>
                  <a:lnTo>
                    <a:pt x="p0x217" y="p0y217"/>
                  </a:lnTo>
                  <a:lnTo>
                    <a:pt x="p0x218" y="p0y218"/>
                  </a:lnTo>
                  <a:lnTo>
                    <a:pt x="p0x219" y="p0y219"/>
                  </a:lnTo>
                  <a:moveTo>
                    <a:pt x="p0x220" y="p0y220"/>
                  </a:moveTo>
                  <a:lnTo>
                    <a:pt x="p0x221" y="p0y221"/>
                  </a:lnTo>
                  <a:lnTo>
                    <a:pt x="p0x222" y="p0y222"/>
                  </a:lnTo>
                  <a:lnTo>
                    <a:pt x="p0x223" y="p0y223"/>
                  </a:lnTo>
                  <a:lnTo>
                    <a:pt x="p0x224" y="p0y224"/>
                  </a:lnTo>
                  <a:moveTo>
                    <a:pt x="p0x225" y="p0y225"/>
                  </a:moveTo>
                  <a:lnTo>
                    <a:pt x="p0x226" y="p0y226"/>
                  </a:lnTo>
                  <a:lnTo>
                    <a:pt x="p0x227" y="p0y227"/>
                  </a:lnTo>
                  <a:lnTo>
                    <a:pt x="p0x228" y="p0y228"/>
                  </a:lnTo>
                  <a:lnTo>
                    <a:pt x="p0x229" y="p0y229"/>
                  </a:lnTo>
                  <a:moveTo>
                    <a:pt x="p0x230" y="p0y230"/>
                  </a:moveTo>
                  <a:lnTo>
                    <a:pt x="p0x231" y="p0y231"/>
                  </a:lnTo>
                  <a:lnTo>
                    <a:pt x="p0x232" y="p0y232"/>
                  </a:lnTo>
                  <a:lnTo>
                    <a:pt x="p0x233" y="p0y233"/>
                  </a:lnTo>
                  <a:lnTo>
                    <a:pt x="p0x234" y="p0y234"/>
                  </a:lnTo>
                  <a:moveTo>
                    <a:pt x="p0x235" y="p0y235"/>
                  </a:moveTo>
                  <a:lnTo>
                    <a:pt x="p0x236" y="p0y236"/>
                  </a:lnTo>
                  <a:lnTo>
                    <a:pt x="p0x237" y="p0y237"/>
                  </a:lnTo>
                  <a:lnTo>
                    <a:pt x="p0x238" y="p0y238"/>
                  </a:lnTo>
                  <a:lnTo>
                    <a:pt x="p0x239" y="p0y239"/>
                  </a:lnTo>
                  <a:moveTo>
                    <a:pt x="p0x240" y="p0y240"/>
                  </a:moveTo>
                  <a:lnTo>
                    <a:pt x="p0x241" y="p0y241"/>
                  </a:lnTo>
                  <a:lnTo>
                    <a:pt x="p0x242" y="p0y242"/>
                  </a:lnTo>
                  <a:lnTo>
                    <a:pt x="p0x243" y="p0y243"/>
                  </a:lnTo>
                  <a:lnTo>
                    <a:pt x="p0x244" y="p0y244"/>
                  </a:lnTo>
                  <a:moveTo>
                    <a:pt x="p0x245" y="p0y245"/>
                  </a:moveTo>
                  <a:lnTo>
                    <a:pt x="p0x246" y="p0y246"/>
                  </a:lnTo>
                  <a:lnTo>
                    <a:pt x="p0x247" y="p0y247"/>
                  </a:lnTo>
                  <a:lnTo>
                    <a:pt x="p0x248" y="p0y248"/>
                  </a:lnTo>
                  <a:lnTo>
                    <a:pt x="p0x249" y="p0y249"/>
                  </a:lnTo>
                  <a:moveTo>
                    <a:pt x="p0x250" y="p0y250"/>
                  </a:moveTo>
                  <a:lnTo>
                    <a:pt x="p0x251" y="p0y251"/>
                  </a:lnTo>
                  <a:lnTo>
                    <a:pt x="p0x252" y="p0y252"/>
                  </a:lnTo>
                  <a:lnTo>
                    <a:pt x="p0x253" y="p0y253"/>
                  </a:lnTo>
                  <a:lnTo>
                    <a:pt x="p0x254" y="p0y254"/>
                  </a:lnTo>
                  <a:moveTo>
                    <a:pt x="p0x255" y="p0y255"/>
                  </a:moveTo>
                  <a:lnTo>
                    <a:pt x="p0x256" y="p0y256"/>
                  </a:lnTo>
                  <a:lnTo>
                    <a:pt x="p0x257" y="p0y257"/>
                  </a:lnTo>
                  <a:lnTo>
                    <a:pt x="p0x258" y="p0y258"/>
                  </a:lnTo>
                  <a:lnTo>
                    <a:pt x="p0x259" y="p0y259"/>
                  </a:lnTo>
                  <a:moveTo>
                    <a:pt x="p0x260" y="p0y260"/>
                  </a:moveTo>
                  <a:lnTo>
                    <a:pt x="p0x261" y="p0y261"/>
                  </a:lnTo>
                  <a:lnTo>
                    <a:pt x="p0x262" y="p0y262"/>
                  </a:lnTo>
                  <a:lnTo>
                    <a:pt x="p0x263" y="p0y263"/>
                  </a:lnTo>
                  <a:lnTo>
                    <a:pt x="p0x264" y="p0y264"/>
                  </a:lnTo>
                  <a:moveTo>
                    <a:pt x="p0x265" y="p0y265"/>
                  </a:moveTo>
                  <a:lnTo>
                    <a:pt x="p0x266" y="p0y266"/>
                  </a:lnTo>
                  <a:lnTo>
                    <a:pt x="p0x267" y="p0y267"/>
                  </a:lnTo>
                  <a:lnTo>
                    <a:pt x="p0x268" y="p0y268"/>
                  </a:lnTo>
                  <a:lnTo>
                    <a:pt x="p0x269" y="p0y269"/>
                  </a:lnTo>
                  <a:moveTo>
                    <a:pt x="p0x270" y="p0y270"/>
                  </a:moveTo>
                  <a:lnTo>
                    <a:pt x="p0x271" y="p0y271"/>
                  </a:lnTo>
                  <a:lnTo>
                    <a:pt x="p0x272" y="p0y272"/>
                  </a:lnTo>
                  <a:lnTo>
                    <a:pt x="p0x273" y="p0y273"/>
                  </a:lnTo>
                  <a:lnTo>
                    <a:pt x="p0x274" y="p0y274"/>
                  </a:lnTo>
                  <a:moveTo>
                    <a:pt x="p0x275" y="p0y275"/>
                  </a:moveTo>
                  <a:lnTo>
                    <a:pt x="p0x276" y="p0y276"/>
                  </a:lnTo>
                  <a:lnTo>
                    <a:pt x="p0x277" y="p0y277"/>
                  </a:lnTo>
                  <a:lnTo>
                    <a:pt x="p0x278" y="p0y278"/>
                  </a:lnTo>
                  <a:lnTo>
                    <a:pt x="p0x279" y="p0y279"/>
                  </a:lnTo>
                  <a:moveTo>
                    <a:pt x="p0x280" y="p0y280"/>
                  </a:moveTo>
                  <a:lnTo>
                    <a:pt x="p0x281" y="p0y281"/>
                  </a:lnTo>
                  <a:lnTo>
                    <a:pt x="p0x282" y="p0y282"/>
                  </a:lnTo>
                  <a:lnTo>
                    <a:pt x="p0x283" y="p0y283"/>
                  </a:lnTo>
                  <a:lnTo>
                    <a:pt x="p0x284" y="p0y284"/>
                  </a:lnTo>
                  <a:moveTo>
                    <a:pt x="p0x285" y="p0y285"/>
                  </a:moveTo>
                  <a:lnTo>
                    <a:pt x="p0x286" y="p0y286"/>
                  </a:lnTo>
                  <a:lnTo>
                    <a:pt x="p0x287" y="p0y287"/>
                  </a:lnTo>
                  <a:lnTo>
                    <a:pt x="p0x288" y="p0y288"/>
                  </a:lnTo>
                  <a:lnTo>
                    <a:pt x="p0x289" y="p0y289"/>
                  </a:lnTo>
                  <a:moveTo>
                    <a:pt x="p0x290" y="p0y290"/>
                  </a:moveTo>
                  <a:lnTo>
                    <a:pt x="p0x291" y="p0y291"/>
                  </a:lnTo>
                  <a:lnTo>
                    <a:pt x="p0x292" y="p0y292"/>
                  </a:lnTo>
                  <a:lnTo>
                    <a:pt x="p0x293" y="p0y293"/>
                  </a:lnTo>
                  <a:lnTo>
                    <a:pt x="p0x294" y="p0y294"/>
                  </a:lnTo>
                  <a:moveTo>
                    <a:pt x="p0x295" y="p0y295"/>
                  </a:moveTo>
                  <a:lnTo>
                    <a:pt x="p0x296" y="p0y296"/>
                  </a:lnTo>
                  <a:lnTo>
                    <a:pt x="p0x297" y="p0y297"/>
                  </a:lnTo>
                  <a:lnTo>
                    <a:pt x="p0x298" y="p0y298"/>
                  </a:lnTo>
                  <a:lnTo>
                    <a:pt x="p0x299" y="p0y299"/>
                  </a:lnTo>
                  <a:moveTo>
                    <a:pt x="p0x300" y="p0y300"/>
                  </a:moveTo>
                  <a:lnTo>
                    <a:pt x="p0x301" y="p0y301"/>
                  </a:lnTo>
                  <a:lnTo>
                    <a:pt x="p0x302" y="p0y302"/>
                  </a:lnTo>
                  <a:lnTo>
                    <a:pt x="p0x303" y="p0y303"/>
                  </a:lnTo>
                  <a:lnTo>
                    <a:pt x="p0x304" y="p0y304"/>
                  </a:lnTo>
                  <a:moveTo>
                    <a:pt x="p0x305" y="p0y305"/>
                  </a:moveTo>
                  <a:lnTo>
                    <a:pt x="p0x306" y="p0y306"/>
                  </a:lnTo>
                  <a:lnTo>
                    <a:pt x="p0x307" y="p0y307"/>
                  </a:lnTo>
                  <a:lnTo>
                    <a:pt x="p0x308" y="p0y308"/>
                  </a:lnTo>
                  <a:lnTo>
                    <a:pt x="p0x309" y="p0y309"/>
                  </a:lnTo>
                  <a:moveTo>
                    <a:pt x="p0x310" y="p0y310"/>
                  </a:moveTo>
                  <a:lnTo>
                    <a:pt x="p0x311" y="p0y311"/>
                  </a:lnTo>
                  <a:lnTo>
                    <a:pt x="p0x312" y="p0y312"/>
                  </a:lnTo>
                  <a:lnTo>
                    <a:pt x="p0x313" y="p0y313"/>
                  </a:lnTo>
                  <a:lnTo>
                    <a:pt x="p0x314" y="p0y314"/>
                  </a:lnTo>
                  <a:moveTo>
                    <a:pt x="p0x315" y="p0y315"/>
                  </a:moveTo>
                  <a:lnTo>
                    <a:pt x="p0x316" y="p0y316"/>
                  </a:lnTo>
                  <a:lnTo>
                    <a:pt x="p0x317" y="p0y317"/>
                  </a:lnTo>
                  <a:lnTo>
                    <a:pt x="p0x318" y="p0y318"/>
                  </a:lnTo>
                  <a:lnTo>
                    <a:pt x="p0x319" y="p0y319"/>
                  </a:lnTo>
                  <a:moveTo>
                    <a:pt x="p0x320" y="p0y320"/>
                  </a:moveTo>
                  <a:lnTo>
                    <a:pt x="p0x321" y="p0y321"/>
                  </a:lnTo>
                  <a:lnTo>
                    <a:pt x="p0x322" y="p0y322"/>
                  </a:lnTo>
                  <a:lnTo>
                    <a:pt x="p0x323" y="p0y323"/>
                  </a:lnTo>
                  <a:lnTo>
                    <a:pt x="p0x324" y="p0y324"/>
                  </a:lnTo>
                  <a:moveTo>
                    <a:pt x="p0x325" y="p0y325"/>
                  </a:moveTo>
                  <a:lnTo>
                    <a:pt x="p0x326" y="p0y326"/>
                  </a:lnTo>
                  <a:lnTo>
                    <a:pt x="p0x327" y="p0y327"/>
                  </a:lnTo>
                  <a:lnTo>
                    <a:pt x="p0x328" y="p0y328"/>
                  </a:lnTo>
                  <a:lnTo>
                    <a:pt x="p0x329" y="p0y329"/>
                  </a:lnTo>
                  <a:moveTo>
                    <a:pt x="p0x330" y="p0y330"/>
                  </a:moveTo>
                  <a:lnTo>
                    <a:pt x="p0x331" y="p0y331"/>
                  </a:lnTo>
                  <a:lnTo>
                    <a:pt x="p0x332" y="p0y332"/>
                  </a:lnTo>
                  <a:lnTo>
                    <a:pt x="p0x333" y="p0y333"/>
                  </a:lnTo>
                  <a:lnTo>
                    <a:pt x="p0x334" y="p0y334"/>
                  </a:lnTo>
                  <a:moveTo>
                    <a:pt x="p0x335" y="p0y335"/>
                  </a:moveTo>
                  <a:lnTo>
                    <a:pt x="p0x336" y="p0y336"/>
                  </a:lnTo>
                  <a:lnTo>
                    <a:pt x="p0x337" y="p0y337"/>
                  </a:lnTo>
                  <a:lnTo>
                    <a:pt x="p0x338" y="p0y338"/>
                  </a:lnTo>
                  <a:lnTo>
                    <a:pt x="p0x339" y="p0y339"/>
                  </a:lnTo>
                  <a:moveTo>
                    <a:pt x="p0x340" y="p0y340"/>
                  </a:moveTo>
                  <a:lnTo>
                    <a:pt x="p0x341" y="p0y341"/>
                  </a:lnTo>
                  <a:lnTo>
                    <a:pt x="p0x342" y="p0y342"/>
                  </a:lnTo>
                  <a:lnTo>
                    <a:pt x="p0x343" y="p0y343"/>
                  </a:lnTo>
                  <a:lnTo>
                    <a:pt x="p0x344" y="p0y344"/>
                  </a:lnTo>
                  <a:moveTo>
                    <a:pt x="p0x345" y="p0y345"/>
                  </a:moveTo>
                  <a:lnTo>
                    <a:pt x="p0x346" y="p0y346"/>
                  </a:lnTo>
                  <a:lnTo>
                    <a:pt x="p0x347" y="p0y347"/>
                  </a:lnTo>
                  <a:lnTo>
                    <a:pt x="p0x348" y="p0y348"/>
                  </a:lnTo>
                  <a:lnTo>
                    <a:pt x="p0x349" y="p0y349"/>
                  </a:lnTo>
                  <a:moveTo>
                    <a:pt x="p0x350" y="p0y350"/>
                  </a:moveTo>
                  <a:lnTo>
                    <a:pt x="p0x351" y="p0y351"/>
                  </a:lnTo>
                  <a:lnTo>
                    <a:pt x="p0x352" y="p0y352"/>
                  </a:lnTo>
                  <a:lnTo>
                    <a:pt x="p0x353" y="p0y353"/>
                  </a:lnTo>
                  <a:lnTo>
                    <a:pt x="p0x354" y="p0y354"/>
                  </a:lnTo>
                  <a:moveTo>
                    <a:pt x="p0x355" y="p0y355"/>
                  </a:moveTo>
                  <a:lnTo>
                    <a:pt x="p0x356" y="p0y356"/>
                  </a:lnTo>
                  <a:lnTo>
                    <a:pt x="p0x357" y="p0y357"/>
                  </a:lnTo>
                  <a:lnTo>
                    <a:pt x="p0x358" y="p0y358"/>
                  </a:lnTo>
                  <a:lnTo>
                    <a:pt x="p0x359" y="p0y359"/>
                  </a:lnTo>
                  <a:moveTo>
                    <a:pt x="p0x360" y="p0y360"/>
                  </a:moveTo>
                  <a:lnTo>
                    <a:pt x="p0x361" y="p0y361"/>
                  </a:lnTo>
                  <a:lnTo>
                    <a:pt x="p0x362" y="p0y362"/>
                  </a:lnTo>
                  <a:lnTo>
                    <a:pt x="p0x363" y="p0y363"/>
                  </a:lnTo>
                  <a:lnTo>
                    <a:pt x="p0x364" y="p0y364"/>
                  </a:lnTo>
                  <a:moveTo>
                    <a:pt x="p0x365" y="p0y365"/>
                  </a:moveTo>
                  <a:lnTo>
                    <a:pt x="p0x366" y="p0y366"/>
                  </a:lnTo>
                  <a:lnTo>
                    <a:pt x="p0x367" y="p0y367"/>
                  </a:lnTo>
                  <a:lnTo>
                    <a:pt x="p0x368" y="p0y368"/>
                  </a:lnTo>
                  <a:lnTo>
                    <a:pt x="p0x369" y="p0y369"/>
                  </a:lnTo>
                  <a:moveTo>
                    <a:pt x="p0x370" y="p0y370"/>
                  </a:moveTo>
                  <a:lnTo>
                    <a:pt x="p0x371" y="p0y371"/>
                  </a:lnTo>
                  <a:lnTo>
                    <a:pt x="p0x372" y="p0y372"/>
                  </a:lnTo>
                  <a:lnTo>
                    <a:pt x="p0x373" y="p0y373"/>
                  </a:lnTo>
                  <a:lnTo>
                    <a:pt x="p0x374" y="p0y374"/>
                  </a:lnTo>
                  <a:moveTo>
                    <a:pt x="p0x375" y="p0y375"/>
                  </a:moveTo>
                  <a:lnTo>
                    <a:pt x="p0x376" y="p0y376"/>
                  </a:lnTo>
                  <a:lnTo>
                    <a:pt x="p0x377" y="p0y377"/>
                  </a:lnTo>
                  <a:lnTo>
                    <a:pt x="p0x378" y="p0y378"/>
                  </a:lnTo>
                  <a:lnTo>
                    <a:pt x="p0x379" y="p0y379"/>
                  </a:lnTo>
                  <a:moveTo>
                    <a:pt x="p0x380" y="p0y380"/>
                  </a:moveTo>
                  <a:lnTo>
                    <a:pt x="p0x381" y="p0y381"/>
                  </a:lnTo>
                  <a:lnTo>
                    <a:pt x="p0x382" y="p0y382"/>
                  </a:lnTo>
                  <a:lnTo>
                    <a:pt x="p0x383" y="p0y383"/>
                  </a:lnTo>
                  <a:lnTo>
                    <a:pt x="p0x384" y="p0y384"/>
                  </a:lnTo>
                  <a:moveTo>
                    <a:pt x="p0x385" y="p0y385"/>
                  </a:moveTo>
                  <a:lnTo>
                    <a:pt x="p0x386" y="p0y386"/>
                  </a:lnTo>
                  <a:lnTo>
                    <a:pt x="p0x387" y="p0y387"/>
                  </a:lnTo>
                  <a:lnTo>
                    <a:pt x="p0x388" y="p0y388"/>
                  </a:lnTo>
                  <a:lnTo>
                    <a:pt x="p0x389" y="p0y389"/>
                  </a:lnTo>
                  <a:moveTo>
                    <a:pt x="p0x390" y="p0y390"/>
                  </a:moveTo>
                  <a:lnTo>
                    <a:pt x="p0x391" y="p0y391"/>
                  </a:lnTo>
                  <a:lnTo>
                    <a:pt x="p0x392" y="p0y392"/>
                  </a:lnTo>
                  <a:lnTo>
                    <a:pt x="p0x393" y="p0y393"/>
                  </a:lnTo>
                  <a:lnTo>
                    <a:pt x="p0x394" y="p0y394"/>
                  </a:lnTo>
                  <a:moveTo>
                    <a:pt x="p0x395" y="p0y395"/>
                  </a:moveTo>
                  <a:lnTo>
                    <a:pt x="p0x396" y="p0y396"/>
                  </a:lnTo>
                  <a:lnTo>
                    <a:pt x="p0x397" y="p0y397"/>
                  </a:lnTo>
                  <a:lnTo>
                    <a:pt x="p0x398" y="p0y398"/>
                  </a:lnTo>
                  <a:lnTo>
                    <a:pt x="p0x399" y="p0y399"/>
                  </a:lnTo>
                  <a:moveTo>
                    <a:pt x="p0x400" y="p0y400"/>
                  </a:moveTo>
                  <a:lnTo>
                    <a:pt x="p0x401" y="p0y401"/>
                  </a:lnTo>
                  <a:lnTo>
                    <a:pt x="p0x402" y="p0y402"/>
                  </a:lnTo>
                  <a:lnTo>
                    <a:pt x="p0x403" y="p0y403"/>
                  </a:lnTo>
                  <a:lnTo>
                    <a:pt x="p0x404" y="p0y404"/>
                  </a:lnTo>
                  <a:moveTo>
                    <a:pt x="p0x405" y="p0y405"/>
                  </a:moveTo>
                  <a:lnTo>
                    <a:pt x="p0x406" y="p0y406"/>
                  </a:lnTo>
                  <a:lnTo>
                    <a:pt x="p0x407" y="p0y407"/>
                  </a:lnTo>
                  <a:lnTo>
                    <a:pt x="p0x408" y="p0y408"/>
                  </a:lnTo>
                  <a:lnTo>
                    <a:pt x="p0x409" y="p0y409"/>
                  </a:lnTo>
                  <a:moveTo>
                    <a:pt x="p0x410" y="p0y410"/>
                  </a:moveTo>
                  <a:lnTo>
                    <a:pt x="p0x411" y="p0y411"/>
                  </a:lnTo>
                  <a:lnTo>
                    <a:pt x="p0x412" y="p0y412"/>
                  </a:lnTo>
                  <a:lnTo>
                    <a:pt x="p0x413" y="p0y413"/>
                  </a:lnTo>
                  <a:lnTo>
                    <a:pt x="p0x414" y="p0y414"/>
                  </a:lnTo>
                  <a:moveTo>
                    <a:pt x="p0x415" y="p0y415"/>
                  </a:moveTo>
                  <a:lnTo>
                    <a:pt x="p0x416" y="p0y416"/>
                  </a:lnTo>
                  <a:lnTo>
                    <a:pt x="p0x417" y="p0y417"/>
                  </a:lnTo>
                  <a:lnTo>
                    <a:pt x="p0x418" y="p0y418"/>
                  </a:lnTo>
                  <a:lnTo>
                    <a:pt x="p0x419" y="p0y419"/>
                  </a:lnTo>
                  <a:moveTo>
                    <a:pt x="p0x420" y="p0y420"/>
                  </a:moveTo>
                  <a:lnTo>
                    <a:pt x="p0x421" y="p0y421"/>
                  </a:lnTo>
                  <a:lnTo>
                    <a:pt x="p0x422" y="p0y422"/>
                  </a:lnTo>
                  <a:lnTo>
                    <a:pt x="p0x423" y="p0y423"/>
                  </a:lnTo>
                  <a:lnTo>
                    <a:pt x="p0x424" y="p0y424"/>
                  </a:lnTo>
                  <a:moveTo>
                    <a:pt x="p0x425" y="p0y425"/>
                  </a:moveTo>
                  <a:lnTo>
                    <a:pt x="p0x426" y="p0y426"/>
                  </a:lnTo>
                  <a:lnTo>
                    <a:pt x="p0x427" y="p0y427"/>
                  </a:lnTo>
                  <a:lnTo>
                    <a:pt x="p0x428" y="p0y428"/>
                  </a:lnTo>
                  <a:lnTo>
                    <a:pt x="p0x429" y="p0y429"/>
                  </a:lnTo>
                  <a:moveTo>
                    <a:pt x="p0x430" y="p0y430"/>
                  </a:moveTo>
                  <a:lnTo>
                    <a:pt x="p0x431" y="p0y431"/>
                  </a:lnTo>
                  <a:lnTo>
                    <a:pt x="p0x432" y="p0y432"/>
                  </a:lnTo>
                  <a:lnTo>
                    <a:pt x="p0x433" y="p0y433"/>
                  </a:lnTo>
                  <a:lnTo>
                    <a:pt x="p0x434" y="p0y434"/>
                  </a:lnTo>
                  <a:moveTo>
                    <a:pt x="p0x435" y="p0y435"/>
                  </a:moveTo>
                  <a:lnTo>
                    <a:pt x="p0x436" y="p0y436"/>
                  </a:lnTo>
                  <a:lnTo>
                    <a:pt x="p0x437" y="p0y437"/>
                  </a:lnTo>
                  <a:lnTo>
                    <a:pt x="p0x438" y="p0y438"/>
                  </a:lnTo>
                  <a:lnTo>
                    <a:pt x="p0x439" y="p0y439"/>
                  </a:lnTo>
                  <a:moveTo>
                    <a:pt x="p0x440" y="p0y440"/>
                  </a:moveTo>
                  <a:lnTo>
                    <a:pt x="p0x441" y="p0y441"/>
                  </a:lnTo>
                  <a:lnTo>
                    <a:pt x="p0x442" y="p0y442"/>
                  </a:lnTo>
                  <a:lnTo>
                    <a:pt x="p0x443" y="p0y443"/>
                  </a:lnTo>
                  <a:lnTo>
                    <a:pt x="p0x444" y="p0y444"/>
                  </a:lnTo>
                </a:path>
              </a:pathLst>
            </a:custGeom>
            <a:solidFill>
              <a:srgbClr val="E2E8F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90" name="图片 89"/>
          <p:cNvPicPr>
            <a:picLocks noChangeAspect="1"/>
          </p:cNvPicPr>
          <p:nvPr>
            <p:custDataLst>
              <p:tags r:id="rId39"/>
            </p:custDataLst>
          </p:nvPr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rcRect l="-5556" t="-6389" r="-5556" b="-6389"/>
          <a:stretch>
            <a:fillRect/>
          </a:stretch>
        </p:blipFill>
        <p:spPr>
          <a:xfrm>
            <a:off x="6477000" y="5735955"/>
            <a:ext cx="95250" cy="128905"/>
          </a:xfrm>
          <a:prstGeom prst="rect">
            <a:avLst/>
          </a:prstGeom>
        </p:spPr>
      </p:pic>
      <p:sp>
        <p:nvSpPr>
          <p:cNvPr id="91" name="文本框 90"/>
          <p:cNvSpPr txBox="1"/>
          <p:nvPr>
            <p:custDataLst>
              <p:tags r:id="rId42"/>
            </p:custDataLst>
          </p:nvPr>
        </p:nvSpPr>
        <p:spPr>
          <a:xfrm>
            <a:off x="6696075" y="5715000"/>
            <a:ext cx="890588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0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时间</a:t>
            </a:r>
            <a:r>
              <a:rPr lang="en-US" altLang="zh-CN" sz="10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</a:t>
            </a:r>
            <a:r>
              <a:rPr sz="400"/>
              <a:t> </a:t>
            </a:r>
            <a:r>
              <a:rPr lang="en-US" sz="100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O(c</a:t>
            </a:r>
            <a:r>
              <a:rPr lang="en-US" sz="1000" baseline="3000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</a:t>
            </a:r>
            <a:r>
              <a:rPr lang="en-US" altLang="zh-CN" sz="100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endParaRPr lang="en-US" altLang="zh-CN" sz="100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92" name="图片 91"/>
          <p:cNvPicPr>
            <a:picLocks noChangeAspect="1"/>
          </p:cNvPicPr>
          <p:nvPr>
            <p:custDataLst>
              <p:tags r:id="rId43"/>
            </p:custDataLst>
          </p:nvPr>
        </p:nvPicPr>
        <p:blipFill>
          <a:blip r:embed="rId44">
            <a:extLst>
              <a:ext uri="{96DAC541-7B7A-43D3-8B79-37D633B846F1}">
                <asvg:svgBlip xmlns:asvg="http://schemas.microsoft.com/office/drawing/2016/SVG/main" r:embed="rId45"/>
              </a:ext>
            </a:extLst>
          </a:blip>
          <a:srcRect l="-4167" t="-17667" r="-4167" b="-17667"/>
          <a:stretch>
            <a:fillRect/>
          </a:stretch>
        </p:blipFill>
        <p:spPr>
          <a:xfrm>
            <a:off x="9043670" y="5735955"/>
            <a:ext cx="123825" cy="128905"/>
          </a:xfrm>
          <a:prstGeom prst="rect">
            <a:avLst/>
          </a:prstGeom>
        </p:spPr>
      </p:pic>
      <p:sp>
        <p:nvSpPr>
          <p:cNvPr id="93" name="文本框 92"/>
          <p:cNvSpPr txBox="1"/>
          <p:nvPr>
            <p:custDataLst>
              <p:tags r:id="rId46"/>
            </p:custDataLst>
          </p:nvPr>
        </p:nvSpPr>
        <p:spPr>
          <a:xfrm>
            <a:off x="9277350" y="5715000"/>
            <a:ext cx="695325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0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空间</a:t>
            </a:r>
            <a:r>
              <a:rPr lang="en-US" altLang="zh-CN" sz="10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</a:t>
            </a:r>
            <a:r>
              <a:rPr sz="400"/>
              <a:t> </a:t>
            </a:r>
            <a:r>
              <a:rPr sz="100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O(V)</a:t>
            </a:r>
            <a:endParaRPr sz="100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94" name="图片 93"/>
          <p:cNvPicPr>
            <a:picLocks noChangeAspect="1"/>
          </p:cNvPicPr>
          <p:nvPr>
            <p:custDataLst>
              <p:tags r:id="rId47"/>
            </p:custDataLst>
          </p:nvPr>
        </p:nvPicPr>
        <p:blipFill>
          <a:blip r:embed="rId48"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rcRect l="-4167" t="-6111" r="-4167" b="-6111"/>
          <a:stretch>
            <a:fillRect/>
          </a:stretch>
        </p:blipFill>
        <p:spPr>
          <a:xfrm>
            <a:off x="6462395" y="6007735"/>
            <a:ext cx="123825" cy="128270"/>
          </a:xfrm>
          <a:prstGeom prst="rect">
            <a:avLst/>
          </a:prstGeom>
        </p:spPr>
      </p:pic>
      <p:sp>
        <p:nvSpPr>
          <p:cNvPr id="95" name="文本框 94"/>
          <p:cNvSpPr txBox="1"/>
          <p:nvPr>
            <p:custDataLst>
              <p:tags r:id="rId50"/>
            </p:custDataLst>
          </p:nvPr>
        </p:nvSpPr>
        <p:spPr>
          <a:xfrm>
            <a:off x="6696075" y="5986463"/>
            <a:ext cx="819150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0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路径</a:t>
            </a:r>
            <a:r>
              <a:rPr lang="en-US" altLang="zh-CN" sz="10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</a:t>
            </a:r>
            <a:r>
              <a:rPr sz="400"/>
              <a:t> </a:t>
            </a:r>
            <a:r>
              <a:rPr sz="100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最优解</a:t>
            </a:r>
            <a:endParaRPr sz="100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96" name="图片 95"/>
          <p:cNvPicPr>
            <a:picLocks noChangeAspect="1"/>
          </p:cNvPicPr>
          <p:nvPr>
            <p:custDataLst>
              <p:tags r:id="rId51"/>
            </p:custDataLst>
          </p:nvPr>
        </p:nvPicPr>
        <p:blipFill>
          <a:blip r:embed="rId52">
            <a:extLst>
              <a:ext uri="{96DAC541-7B7A-43D3-8B79-37D633B846F1}">
                <asvg:svgBlip xmlns:asvg="http://schemas.microsoft.com/office/drawing/2016/SVG/main" r:embed="rId53"/>
              </a:ext>
            </a:extLst>
          </a:blip>
          <a:srcRect l="-4167" t="-6111" r="-4167" b="-6111"/>
          <a:stretch>
            <a:fillRect/>
          </a:stretch>
        </p:blipFill>
        <p:spPr>
          <a:xfrm>
            <a:off x="9043670" y="6007735"/>
            <a:ext cx="123825" cy="128270"/>
          </a:xfrm>
          <a:prstGeom prst="rect">
            <a:avLst/>
          </a:prstGeom>
        </p:spPr>
      </p:pic>
      <p:sp>
        <p:nvSpPr>
          <p:cNvPr id="97" name="文本框 96"/>
          <p:cNvSpPr txBox="1"/>
          <p:nvPr>
            <p:custDataLst>
              <p:tags r:id="rId54"/>
            </p:custDataLst>
          </p:nvPr>
        </p:nvSpPr>
        <p:spPr>
          <a:xfrm>
            <a:off x="9277350" y="5986463"/>
            <a:ext cx="695325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0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速度</a:t>
            </a:r>
            <a:r>
              <a:rPr lang="en-US" altLang="zh-CN" sz="10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</a:t>
            </a:r>
            <a:r>
              <a:rPr sz="400"/>
              <a:t> </a:t>
            </a:r>
            <a:r>
              <a:rPr sz="100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极慢</a:t>
            </a:r>
            <a:endParaRPr sz="100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任意多边形 10"/>
          <p:cNvSpPr/>
          <p:nvPr>
            <p:custDataLst>
              <p:tags r:id="rId55"/>
            </p:custDataLst>
          </p:nvPr>
        </p:nvSpPr>
        <p:spPr>
          <a:xfrm>
            <a:off x="709295" y="2326005"/>
            <a:ext cx="428625" cy="428625"/>
          </a:xfrm>
          <a:custGeom>
            <a:avLst/>
            <a:gdLst>
              <a:gd name="sw" fmla="*/ 1 w 675"/>
              <a:gd name="sh" fmla="*/ 1 h 675"/>
              <a:gd name="mins" fmla="min sw sh"/>
              <a:gd name="dsw" fmla="+- 0 sw mins"/>
              <a:gd name="dsh" fmla="+- 0 sh mins"/>
              <a:gd name="p0x0" fmla="*/ 337 w 675"/>
              <a:gd name="p0y0" fmla="*/ 0 h 675"/>
              <a:gd name="p0x1" fmla="*/ 523 w 675"/>
              <a:gd name="p0y1" fmla="*/ 0 h 675"/>
              <a:gd name="p0x2" fmla="*/ 675 w 675"/>
              <a:gd name="p0y2" fmla="*/ 151 h 675"/>
              <a:gd name="p0x3" fmla="*/ 675 w 675"/>
              <a:gd name="p0y3" fmla="*/ 337 h 675"/>
              <a:gd name="p0x4" fmla="*/ 675 w 675"/>
              <a:gd name="p0y4" fmla="*/ 523 h 675"/>
              <a:gd name="p0x5" fmla="*/ 523 w 675"/>
              <a:gd name="p0y5" fmla="*/ 675 h 675"/>
              <a:gd name="p0x6" fmla="*/ 337 w 675"/>
              <a:gd name="p0y6" fmla="*/ 675 h 675"/>
              <a:gd name="p0x7" fmla="*/ 151 w 675"/>
              <a:gd name="p0y7" fmla="*/ 675 h 675"/>
              <a:gd name="p0x8" fmla="*/ 0 w 675"/>
              <a:gd name="p0y8" fmla="*/ 523 h 675"/>
              <a:gd name="p0x9" fmla="*/ 0 w 675"/>
              <a:gd name="p0y9" fmla="*/ 337 h 675"/>
              <a:gd name="p0x10" fmla="*/ 0 w 675"/>
              <a:gd name="p0y10" fmla="*/ 151 h 675"/>
              <a:gd name="p0x11" fmla="*/ 151 w 675"/>
              <a:gd name="p0y11" fmla="*/ 0 h 675"/>
              <a:gd name="p0x12" fmla="*/ 337 w 675"/>
              <a:gd name="p0y12" fmla="*/ 0 h 67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FFFFFF"/>
          </a:solidFill>
          <a:ln w="28575" cmpd="sng">
            <a:solidFill>
              <a:srgbClr val="1E40AF"/>
            </a:solidFill>
            <a:prstDash val="solid"/>
          </a:ln>
          <a:effectLst>
            <a:outerShdw blurRad="57150" dist="19050" dir="5399999" algn="ctr" rotWithShape="0">
              <a:srgbClr val="000000">
                <a:alpha val="5098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400"/>
          </a:p>
        </p:txBody>
      </p:sp>
      <p:pic>
        <p:nvPicPr>
          <p:cNvPr id="12" name="图片 11"/>
          <p:cNvPicPr>
            <a:picLocks noChangeAspect="1"/>
          </p:cNvPicPr>
          <p:nvPr>
            <p:custDataLst>
              <p:tags r:id="rId56"/>
            </p:custDataLst>
          </p:nvPr>
        </p:nvPicPr>
        <p:blipFill>
          <a:blip r:embed="rId57">
            <a:extLst>
              <a:ext uri="{96DAC541-7B7A-43D3-8B79-37D633B846F1}">
                <asvg:svgBlip xmlns:asvg="http://schemas.microsoft.com/office/drawing/2016/SVG/main" r:embed="rId58"/>
              </a:ext>
            </a:extLst>
          </a:blip>
          <a:srcRect l="-2051" t="-11778" r="-2051" b="-11778"/>
          <a:stretch>
            <a:fillRect/>
          </a:stretch>
        </p:blipFill>
        <p:spPr>
          <a:xfrm>
            <a:off x="859155" y="2449830"/>
            <a:ext cx="128905" cy="176530"/>
          </a:xfrm>
          <a:prstGeom prst="rect">
            <a:avLst/>
          </a:prstGeom>
        </p:spPr>
      </p:pic>
      <p:grpSp>
        <p:nvGrpSpPr>
          <p:cNvPr id="100" name="组合 99"/>
          <p:cNvGrpSpPr/>
          <p:nvPr/>
        </p:nvGrpSpPr>
        <p:grpSpPr>
          <a:xfrm>
            <a:off x="1304925" y="2242820"/>
            <a:ext cx="4457700" cy="595630"/>
            <a:chOff x="2055" y="3532"/>
            <a:chExt cx="7020" cy="938"/>
          </a:xfrm>
        </p:grpSpPr>
        <p:sp>
          <p:nvSpPr>
            <p:cNvPr id="13" name="任意多边形 12"/>
            <p:cNvSpPr/>
            <p:nvPr>
              <p:custDataLst>
                <p:tags r:id="rId59"/>
              </p:custDataLst>
            </p:nvPr>
          </p:nvSpPr>
          <p:spPr>
            <a:xfrm>
              <a:off x="2055" y="3532"/>
              <a:ext cx="7020" cy="938"/>
            </a:xfrm>
            <a:custGeom>
              <a:avLst/>
              <a:gdLst>
                <a:gd name="sw" fmla="*/ 1 w 7020"/>
                <a:gd name="sh" fmla="*/ 1 h 937"/>
                <a:gd name="mins" fmla="min sw sh"/>
                <a:gd name="dsw" fmla="+- 0 sw mins"/>
                <a:gd name="dsh" fmla="+- 0 sh mins"/>
                <a:gd name="p0x0" fmla="*/ 120 w 7020"/>
                <a:gd name="p0y0" fmla="*/ 0 h 937"/>
                <a:gd name="p0x1" fmla="*/ 6900 w 7020"/>
                <a:gd name="p0y1" fmla="*/ 0 h 937"/>
                <a:gd name="p0x2" fmla="*/ 6966 w 7020"/>
                <a:gd name="p0y2" fmla="*/ 0 h 937"/>
                <a:gd name="p0x3" fmla="*/ 7020 w 7020"/>
                <a:gd name="p0y3" fmla="*/ 53 h 937"/>
                <a:gd name="p0x4" fmla="*/ 7020 w 7020"/>
                <a:gd name="p0y4" fmla="*/ 120 h 937"/>
                <a:gd name="p0x5" fmla="*/ 7020 w 7020"/>
                <a:gd name="p0y5" fmla="*/ 817 h 937"/>
                <a:gd name="p0x6" fmla="*/ 7020 w 7020"/>
                <a:gd name="p0y6" fmla="*/ 883 h 937"/>
                <a:gd name="p0x7" fmla="*/ 6966 w 7020"/>
                <a:gd name="p0y7" fmla="*/ 937 h 937"/>
                <a:gd name="p0x8" fmla="*/ 6900 w 7020"/>
                <a:gd name="p0y8" fmla="*/ 937 h 937"/>
                <a:gd name="p0x9" fmla="*/ 120 w 7020"/>
                <a:gd name="p0y9" fmla="*/ 937 h 937"/>
                <a:gd name="p0x10" fmla="*/ 53 w 7020"/>
                <a:gd name="p0y10" fmla="*/ 937 h 937"/>
                <a:gd name="p0x11" fmla="*/ 0 w 7020"/>
                <a:gd name="p0y11" fmla="*/ 883 h 937"/>
                <a:gd name="p0x12" fmla="*/ 0 w 7020"/>
                <a:gd name="p0y12" fmla="*/ 817 h 937"/>
                <a:gd name="p0x13" fmla="*/ 0 w 7020"/>
                <a:gd name="p0y13" fmla="*/ 120 h 937"/>
                <a:gd name="p0x14" fmla="*/ 0 w 7020"/>
                <a:gd name="p0y14" fmla="*/ 53 h 937"/>
                <a:gd name="p0x15" fmla="*/ 53 w 7020"/>
                <a:gd name="p0y15" fmla="*/ 0 h 937"/>
                <a:gd name="p0x16" fmla="*/ 120 w 7020"/>
                <a:gd name="p0y16" fmla="*/ 0 h 937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EFF6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2400"/>
            </a:p>
          </p:txBody>
        </p:sp>
        <p:sp>
          <p:nvSpPr>
            <p:cNvPr id="14" name="任意多边形 13"/>
            <p:cNvSpPr/>
            <p:nvPr>
              <p:custDataLst>
                <p:tags r:id="rId60"/>
              </p:custDataLst>
            </p:nvPr>
          </p:nvSpPr>
          <p:spPr>
            <a:xfrm>
              <a:off x="2055" y="3532"/>
              <a:ext cx="120" cy="938"/>
            </a:xfrm>
            <a:custGeom>
              <a:avLst/>
              <a:gdLst>
                <a:gd name="sw" fmla="*/ 1 w 120"/>
                <a:gd name="sh" fmla="*/ 1 h 937"/>
                <a:gd name="mins" fmla="min sw sh"/>
                <a:gd name="dsw" fmla="+- 0 sw mins"/>
                <a:gd name="dsh" fmla="+- 0 sh mins"/>
                <a:gd name="p0x0" fmla="*/ 0 w 120"/>
                <a:gd name="p0y0" fmla="*/ 817 h 937"/>
                <a:gd name="p0x1" fmla="*/ 0 w 120"/>
                <a:gd name="p0y1" fmla="*/ 120 h 937"/>
                <a:gd name="p0x2" fmla="*/ 0 w 120"/>
                <a:gd name="p0y2" fmla="*/ 53 h 937"/>
                <a:gd name="p0x3" fmla="*/ 53 w 120"/>
                <a:gd name="p0y3" fmla="*/ 0 h 937"/>
                <a:gd name="p0x4" fmla="*/ 120 w 120"/>
                <a:gd name="p0y4" fmla="*/ 0 h 937"/>
                <a:gd name="p0x5" fmla="*/ 86 w 120"/>
                <a:gd name="p0y5" fmla="*/ 0 h 937"/>
                <a:gd name="p0x6" fmla="*/ 60 w 120"/>
                <a:gd name="p0y6" fmla="*/ 53 h 937"/>
                <a:gd name="p0x7" fmla="*/ 60 w 120"/>
                <a:gd name="p0y7" fmla="*/ 120 h 937"/>
                <a:gd name="p0x8" fmla="*/ 60 w 120"/>
                <a:gd name="p0y8" fmla="*/ 817 h 937"/>
                <a:gd name="p0x9" fmla="*/ 60 w 120"/>
                <a:gd name="p0y9" fmla="*/ 883 h 937"/>
                <a:gd name="p0x10" fmla="*/ 86 w 120"/>
                <a:gd name="p0y10" fmla="*/ 937 h 937"/>
                <a:gd name="p0x11" fmla="*/ 120 w 120"/>
                <a:gd name="p0y11" fmla="*/ 937 h 937"/>
                <a:gd name="p0x12" fmla="*/ 53 w 120"/>
                <a:gd name="p0y12" fmla="*/ 937 h 937"/>
                <a:gd name="p0x13" fmla="*/ 0 w 120"/>
                <a:gd name="p0y13" fmla="*/ 883 h 937"/>
                <a:gd name="p0x14" fmla="*/ 0 w 120"/>
                <a:gd name="p0y14" fmla="*/ 817 h 937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cubicBezTo>
                    <a:pt x="p0x5" y="p0y5"/>
                    <a:pt x="p0x6" y="p0y6"/>
                    <a:pt x="p0x7" y="p0y7"/>
                  </a:cubicBezTo>
                  <a:lnTo>
                    <a:pt x="p0x8" y="p0y8"/>
                  </a:lnTo>
                  <a:cubicBezTo>
                    <a:pt x="p0x9" y="p0y9"/>
                    <a:pt x="p0x10" y="p0y10"/>
                    <a:pt x="p0x11" y="p0y11"/>
                  </a:cubicBezTo>
                  <a:cubicBezTo>
                    <a:pt x="p0x12" y="p0y12"/>
                    <a:pt x="p0x13" y="p0y13"/>
                    <a:pt x="p0x14" y="p0y14"/>
                  </a:cubicBezTo>
                  <a:close/>
                </a:path>
              </a:pathLst>
            </a:custGeom>
            <a:solidFill>
              <a:srgbClr val="1E40A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2400"/>
            </a:p>
          </p:txBody>
        </p:sp>
      </p:grpSp>
      <p:sp>
        <p:nvSpPr>
          <p:cNvPr id="16" name="文本框 15"/>
          <p:cNvSpPr txBox="1"/>
          <p:nvPr>
            <p:custDataLst>
              <p:tags r:id="rId61"/>
            </p:custDataLst>
          </p:nvPr>
        </p:nvSpPr>
        <p:spPr>
          <a:xfrm>
            <a:off x="1476375" y="2338388"/>
            <a:ext cx="4152900" cy="2095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sz="14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</a:t>
            </a:r>
            <a:r>
              <a:rPr lang="zh-CN" sz="14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起始节点开始搜索</a:t>
            </a:r>
            <a:endParaRPr lang="zh-CN" sz="14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62"/>
            </p:custDataLst>
          </p:nvPr>
        </p:nvSpPr>
        <p:spPr>
          <a:xfrm>
            <a:off x="1476375" y="2566988"/>
            <a:ext cx="4152900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0F172A">
                    <a:alpha val="70196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从起点初始化栈，标记访问状态</a:t>
            </a:r>
            <a:endParaRPr sz="1200">
              <a:solidFill>
                <a:srgbClr val="0F172A">
                  <a:alpha val="70196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任意多边形 17"/>
          <p:cNvSpPr/>
          <p:nvPr>
            <p:custDataLst>
              <p:tags r:id="rId63"/>
            </p:custDataLst>
          </p:nvPr>
        </p:nvSpPr>
        <p:spPr>
          <a:xfrm>
            <a:off x="709295" y="3035935"/>
            <a:ext cx="428625" cy="428625"/>
          </a:xfrm>
          <a:custGeom>
            <a:avLst/>
            <a:gdLst>
              <a:gd name="sw" fmla="*/ 1 w 675"/>
              <a:gd name="sh" fmla="*/ 1 h 675"/>
              <a:gd name="mins" fmla="min sw sh"/>
              <a:gd name="dsw" fmla="+- 0 sw mins"/>
              <a:gd name="dsh" fmla="+- 0 sh mins"/>
              <a:gd name="p0x0" fmla="*/ 337 w 675"/>
              <a:gd name="p0y0" fmla="*/ 0 h 675"/>
              <a:gd name="p0x1" fmla="*/ 523 w 675"/>
              <a:gd name="p0y1" fmla="*/ 0 h 675"/>
              <a:gd name="p0x2" fmla="*/ 675 w 675"/>
              <a:gd name="p0y2" fmla="*/ 151 h 675"/>
              <a:gd name="p0x3" fmla="*/ 675 w 675"/>
              <a:gd name="p0y3" fmla="*/ 337 h 675"/>
              <a:gd name="p0x4" fmla="*/ 675 w 675"/>
              <a:gd name="p0y4" fmla="*/ 523 h 675"/>
              <a:gd name="p0x5" fmla="*/ 523 w 675"/>
              <a:gd name="p0y5" fmla="*/ 675 h 675"/>
              <a:gd name="p0x6" fmla="*/ 337 w 675"/>
              <a:gd name="p0y6" fmla="*/ 675 h 675"/>
              <a:gd name="p0x7" fmla="*/ 151 w 675"/>
              <a:gd name="p0y7" fmla="*/ 675 h 675"/>
              <a:gd name="p0x8" fmla="*/ 0 w 675"/>
              <a:gd name="p0y8" fmla="*/ 523 h 675"/>
              <a:gd name="p0x9" fmla="*/ 0 w 675"/>
              <a:gd name="p0y9" fmla="*/ 337 h 675"/>
              <a:gd name="p0x10" fmla="*/ 0 w 675"/>
              <a:gd name="p0y10" fmla="*/ 151 h 675"/>
              <a:gd name="p0x11" fmla="*/ 151 w 675"/>
              <a:gd name="p0y11" fmla="*/ 0 h 675"/>
              <a:gd name="p0x12" fmla="*/ 337 w 675"/>
              <a:gd name="p0y12" fmla="*/ 0 h 67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FFFFFF"/>
          </a:solidFill>
          <a:ln w="28575" cmpd="sng">
            <a:solidFill>
              <a:srgbClr val="1E40AF"/>
            </a:solidFill>
            <a:prstDash val="solid"/>
          </a:ln>
          <a:effectLst>
            <a:outerShdw blurRad="57150" dist="19050" dir="5399999" algn="ctr" rotWithShape="0">
              <a:srgbClr val="000000">
                <a:alpha val="5098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400"/>
          </a:p>
        </p:txBody>
      </p:sp>
      <p:pic>
        <p:nvPicPr>
          <p:cNvPr id="19" name="图片 18"/>
          <p:cNvPicPr>
            <a:picLocks noChangeAspect="1"/>
          </p:cNvPicPr>
          <p:nvPr>
            <p:custDataLst>
              <p:tags r:id="rId64"/>
            </p:custDataLst>
          </p:nvPr>
        </p:nvPicPr>
        <p:blipFill>
          <a:blip r:embed="rId65">
            <a:extLst>
              <a:ext uri="{96DAC541-7B7A-43D3-8B79-37D633B846F1}">
                <asvg:svgBlip xmlns:asvg="http://schemas.microsoft.com/office/drawing/2016/SVG/main" r:embed="rId66"/>
              </a:ext>
            </a:extLst>
          </a:blip>
          <a:srcRect l="-17667" t="-4314" r="-17667" b="-4314"/>
          <a:stretch>
            <a:fillRect/>
          </a:stretch>
        </p:blipFill>
        <p:spPr>
          <a:xfrm>
            <a:off x="859155" y="3159760"/>
            <a:ext cx="128905" cy="175895"/>
          </a:xfrm>
          <a:prstGeom prst="rect">
            <a:avLst/>
          </a:prstGeom>
        </p:spPr>
      </p:pic>
      <p:grpSp>
        <p:nvGrpSpPr>
          <p:cNvPr id="101" name="组合 100"/>
          <p:cNvGrpSpPr/>
          <p:nvPr/>
        </p:nvGrpSpPr>
        <p:grpSpPr>
          <a:xfrm>
            <a:off x="1304925" y="2952750"/>
            <a:ext cx="4457700" cy="594360"/>
            <a:chOff x="2055" y="4650"/>
            <a:chExt cx="7020" cy="936"/>
          </a:xfrm>
        </p:grpSpPr>
        <p:sp>
          <p:nvSpPr>
            <p:cNvPr id="20" name="任意多边形 19"/>
            <p:cNvSpPr/>
            <p:nvPr>
              <p:custDataLst>
                <p:tags r:id="rId67"/>
              </p:custDataLst>
            </p:nvPr>
          </p:nvSpPr>
          <p:spPr>
            <a:xfrm>
              <a:off x="2055" y="4650"/>
              <a:ext cx="7020" cy="937"/>
            </a:xfrm>
            <a:custGeom>
              <a:avLst/>
              <a:gdLst>
                <a:gd name="sw" fmla="*/ 1 w 7020"/>
                <a:gd name="sh" fmla="*/ 1 h 937"/>
                <a:gd name="mins" fmla="min sw sh"/>
                <a:gd name="dsw" fmla="+- 0 sw mins"/>
                <a:gd name="dsh" fmla="+- 0 sh mins"/>
                <a:gd name="p0x0" fmla="*/ 120 w 7020"/>
                <a:gd name="p0y0" fmla="*/ 0 h 937"/>
                <a:gd name="p0x1" fmla="*/ 6900 w 7020"/>
                <a:gd name="p0y1" fmla="*/ 0 h 937"/>
                <a:gd name="p0x2" fmla="*/ 6966 w 7020"/>
                <a:gd name="p0y2" fmla="*/ 0 h 937"/>
                <a:gd name="p0x3" fmla="*/ 7020 w 7020"/>
                <a:gd name="p0y3" fmla="*/ 53 h 937"/>
                <a:gd name="p0x4" fmla="*/ 7020 w 7020"/>
                <a:gd name="p0y4" fmla="*/ 120 h 937"/>
                <a:gd name="p0x5" fmla="*/ 7020 w 7020"/>
                <a:gd name="p0y5" fmla="*/ 817 h 937"/>
                <a:gd name="p0x6" fmla="*/ 7020 w 7020"/>
                <a:gd name="p0y6" fmla="*/ 883 h 937"/>
                <a:gd name="p0x7" fmla="*/ 6966 w 7020"/>
                <a:gd name="p0y7" fmla="*/ 937 h 937"/>
                <a:gd name="p0x8" fmla="*/ 6900 w 7020"/>
                <a:gd name="p0y8" fmla="*/ 937 h 937"/>
                <a:gd name="p0x9" fmla="*/ 120 w 7020"/>
                <a:gd name="p0y9" fmla="*/ 937 h 937"/>
                <a:gd name="p0x10" fmla="*/ 53 w 7020"/>
                <a:gd name="p0y10" fmla="*/ 937 h 937"/>
                <a:gd name="p0x11" fmla="*/ 0 w 7020"/>
                <a:gd name="p0y11" fmla="*/ 883 h 937"/>
                <a:gd name="p0x12" fmla="*/ 0 w 7020"/>
                <a:gd name="p0y12" fmla="*/ 817 h 937"/>
                <a:gd name="p0x13" fmla="*/ 0 w 7020"/>
                <a:gd name="p0y13" fmla="*/ 120 h 937"/>
                <a:gd name="p0x14" fmla="*/ 0 w 7020"/>
                <a:gd name="p0y14" fmla="*/ 53 h 937"/>
                <a:gd name="p0x15" fmla="*/ 53 w 7020"/>
                <a:gd name="p0y15" fmla="*/ 0 h 937"/>
                <a:gd name="p0x16" fmla="*/ 120 w 7020"/>
                <a:gd name="p0y16" fmla="*/ 0 h 937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EFF6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2400"/>
            </a:p>
          </p:txBody>
        </p:sp>
        <p:sp>
          <p:nvSpPr>
            <p:cNvPr id="21" name="任意多边形 20"/>
            <p:cNvSpPr/>
            <p:nvPr>
              <p:custDataLst>
                <p:tags r:id="rId68"/>
              </p:custDataLst>
            </p:nvPr>
          </p:nvSpPr>
          <p:spPr>
            <a:xfrm>
              <a:off x="2055" y="4650"/>
              <a:ext cx="120" cy="937"/>
            </a:xfrm>
            <a:custGeom>
              <a:avLst/>
              <a:gdLst>
                <a:gd name="sw" fmla="*/ 1 w 120"/>
                <a:gd name="sh" fmla="*/ 1 h 937"/>
                <a:gd name="mins" fmla="min sw sh"/>
                <a:gd name="dsw" fmla="+- 0 sw mins"/>
                <a:gd name="dsh" fmla="+- 0 sh mins"/>
                <a:gd name="p0x0" fmla="*/ 0 w 120"/>
                <a:gd name="p0y0" fmla="*/ 817 h 937"/>
                <a:gd name="p0x1" fmla="*/ 0 w 120"/>
                <a:gd name="p0y1" fmla="*/ 120 h 937"/>
                <a:gd name="p0x2" fmla="*/ 0 w 120"/>
                <a:gd name="p0y2" fmla="*/ 53 h 937"/>
                <a:gd name="p0x3" fmla="*/ 53 w 120"/>
                <a:gd name="p0y3" fmla="*/ 0 h 937"/>
                <a:gd name="p0x4" fmla="*/ 120 w 120"/>
                <a:gd name="p0y4" fmla="*/ 0 h 937"/>
                <a:gd name="p0x5" fmla="*/ 86 w 120"/>
                <a:gd name="p0y5" fmla="*/ 0 h 937"/>
                <a:gd name="p0x6" fmla="*/ 60 w 120"/>
                <a:gd name="p0y6" fmla="*/ 53 h 937"/>
                <a:gd name="p0x7" fmla="*/ 60 w 120"/>
                <a:gd name="p0y7" fmla="*/ 120 h 937"/>
                <a:gd name="p0x8" fmla="*/ 60 w 120"/>
                <a:gd name="p0y8" fmla="*/ 817 h 937"/>
                <a:gd name="p0x9" fmla="*/ 60 w 120"/>
                <a:gd name="p0y9" fmla="*/ 883 h 937"/>
                <a:gd name="p0x10" fmla="*/ 86 w 120"/>
                <a:gd name="p0y10" fmla="*/ 937 h 937"/>
                <a:gd name="p0x11" fmla="*/ 120 w 120"/>
                <a:gd name="p0y11" fmla="*/ 937 h 937"/>
                <a:gd name="p0x12" fmla="*/ 53 w 120"/>
                <a:gd name="p0y12" fmla="*/ 937 h 937"/>
                <a:gd name="p0x13" fmla="*/ 0 w 120"/>
                <a:gd name="p0y13" fmla="*/ 883 h 937"/>
                <a:gd name="p0x14" fmla="*/ 0 w 120"/>
                <a:gd name="p0y14" fmla="*/ 817 h 937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cubicBezTo>
                    <a:pt x="p0x5" y="p0y5"/>
                    <a:pt x="p0x6" y="p0y6"/>
                    <a:pt x="p0x7" y="p0y7"/>
                  </a:cubicBezTo>
                  <a:lnTo>
                    <a:pt x="p0x8" y="p0y8"/>
                  </a:lnTo>
                  <a:cubicBezTo>
                    <a:pt x="p0x9" y="p0y9"/>
                    <a:pt x="p0x10" y="p0y10"/>
                    <a:pt x="p0x11" y="p0y11"/>
                  </a:cubicBezTo>
                  <a:cubicBezTo>
                    <a:pt x="p0x12" y="p0y12"/>
                    <a:pt x="p0x13" y="p0y13"/>
                    <a:pt x="p0x14" y="p0y14"/>
                  </a:cubicBezTo>
                  <a:close/>
                </a:path>
              </a:pathLst>
            </a:custGeom>
            <a:solidFill>
              <a:srgbClr val="1E40A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2400"/>
            </a:p>
          </p:txBody>
        </p:sp>
      </p:grpSp>
      <p:sp>
        <p:nvSpPr>
          <p:cNvPr id="23" name="文本框 22"/>
          <p:cNvSpPr txBox="1"/>
          <p:nvPr>
            <p:custDataLst>
              <p:tags r:id="rId69"/>
            </p:custDataLst>
          </p:nvPr>
        </p:nvSpPr>
        <p:spPr>
          <a:xfrm>
            <a:off x="1476375" y="3048000"/>
            <a:ext cx="4152900" cy="2095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sz="14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</a:t>
            </a:r>
            <a:r>
              <a:rPr lang="zh-CN" sz="14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深度优先遍历路径</a:t>
            </a:r>
            <a:endParaRPr lang="zh-CN" sz="14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70"/>
            </p:custDataLst>
          </p:nvPr>
        </p:nvSpPr>
        <p:spPr>
          <a:xfrm>
            <a:off x="1476375" y="3276600"/>
            <a:ext cx="4152900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0F172A">
                    <a:alpha val="70196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优先访问深层节点，回溯时继续探索</a:t>
            </a:r>
            <a:endParaRPr sz="1200">
              <a:solidFill>
                <a:srgbClr val="0F172A">
                  <a:alpha val="70196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任意多边形 24"/>
          <p:cNvSpPr/>
          <p:nvPr>
            <p:custDataLst>
              <p:tags r:id="rId71"/>
            </p:custDataLst>
          </p:nvPr>
        </p:nvSpPr>
        <p:spPr>
          <a:xfrm>
            <a:off x="709295" y="3745230"/>
            <a:ext cx="428625" cy="428625"/>
          </a:xfrm>
          <a:custGeom>
            <a:avLst/>
            <a:gdLst>
              <a:gd name="sw" fmla="*/ 1 w 675"/>
              <a:gd name="sh" fmla="*/ 1 h 675"/>
              <a:gd name="mins" fmla="min sw sh"/>
              <a:gd name="dsw" fmla="+- 0 sw mins"/>
              <a:gd name="dsh" fmla="+- 0 sh mins"/>
              <a:gd name="p0x0" fmla="*/ 337 w 675"/>
              <a:gd name="p0y0" fmla="*/ 0 h 675"/>
              <a:gd name="p0x1" fmla="*/ 523 w 675"/>
              <a:gd name="p0y1" fmla="*/ 0 h 675"/>
              <a:gd name="p0x2" fmla="*/ 675 w 675"/>
              <a:gd name="p0y2" fmla="*/ 151 h 675"/>
              <a:gd name="p0x3" fmla="*/ 675 w 675"/>
              <a:gd name="p0y3" fmla="*/ 337 h 675"/>
              <a:gd name="p0x4" fmla="*/ 675 w 675"/>
              <a:gd name="p0y4" fmla="*/ 523 h 675"/>
              <a:gd name="p0x5" fmla="*/ 523 w 675"/>
              <a:gd name="p0y5" fmla="*/ 675 h 675"/>
              <a:gd name="p0x6" fmla="*/ 337 w 675"/>
              <a:gd name="p0y6" fmla="*/ 675 h 675"/>
              <a:gd name="p0x7" fmla="*/ 151 w 675"/>
              <a:gd name="p0y7" fmla="*/ 675 h 675"/>
              <a:gd name="p0x8" fmla="*/ 0 w 675"/>
              <a:gd name="p0y8" fmla="*/ 523 h 675"/>
              <a:gd name="p0x9" fmla="*/ 0 w 675"/>
              <a:gd name="p0y9" fmla="*/ 337 h 675"/>
              <a:gd name="p0x10" fmla="*/ 0 w 675"/>
              <a:gd name="p0y10" fmla="*/ 151 h 675"/>
              <a:gd name="p0x11" fmla="*/ 151 w 675"/>
              <a:gd name="p0y11" fmla="*/ 0 h 675"/>
              <a:gd name="p0x12" fmla="*/ 337 w 675"/>
              <a:gd name="p0y12" fmla="*/ 0 h 67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FFFFFF"/>
          </a:solidFill>
          <a:ln w="28575" cmpd="sng">
            <a:solidFill>
              <a:srgbClr val="1E40AF"/>
            </a:solidFill>
            <a:prstDash val="solid"/>
          </a:ln>
          <a:effectLst>
            <a:outerShdw blurRad="57150" dist="19050" dir="5399999" algn="ctr" rotWithShape="0">
              <a:srgbClr val="000000">
                <a:alpha val="5098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400"/>
          </a:p>
        </p:txBody>
      </p:sp>
      <p:pic>
        <p:nvPicPr>
          <p:cNvPr id="26" name="图片 25"/>
          <p:cNvPicPr>
            <a:picLocks noChangeAspect="1"/>
          </p:cNvPicPr>
          <p:nvPr>
            <p:custDataLst>
              <p:tags r:id="rId72"/>
            </p:custDataLst>
          </p:nvPr>
        </p:nvPicPr>
        <p:blipFill>
          <a:blip r:embed="rId73">
            <a:extLst>
              <a:ext uri="{96DAC541-7B7A-43D3-8B79-37D633B846F1}">
                <asvg:svgBlip xmlns:asvg="http://schemas.microsoft.com/office/drawing/2016/SVG/main" r:embed="rId74"/>
              </a:ext>
            </a:extLst>
          </a:blip>
          <a:srcRect l="-3333" t="-4510" r="-3333" b="-4510"/>
          <a:stretch>
            <a:fillRect/>
          </a:stretch>
        </p:blipFill>
        <p:spPr>
          <a:xfrm>
            <a:off x="847725" y="3869055"/>
            <a:ext cx="152400" cy="176530"/>
          </a:xfrm>
          <a:prstGeom prst="rect">
            <a:avLst/>
          </a:prstGeom>
        </p:spPr>
      </p:pic>
      <p:grpSp>
        <p:nvGrpSpPr>
          <p:cNvPr id="102" name="组合 101"/>
          <p:cNvGrpSpPr/>
          <p:nvPr/>
        </p:nvGrpSpPr>
        <p:grpSpPr>
          <a:xfrm>
            <a:off x="1304925" y="3662045"/>
            <a:ext cx="4457700" cy="595630"/>
            <a:chOff x="2055" y="5767"/>
            <a:chExt cx="7020" cy="938"/>
          </a:xfrm>
        </p:grpSpPr>
        <p:sp>
          <p:nvSpPr>
            <p:cNvPr id="27" name="任意多边形 26"/>
            <p:cNvSpPr/>
            <p:nvPr>
              <p:custDataLst>
                <p:tags r:id="rId75"/>
              </p:custDataLst>
            </p:nvPr>
          </p:nvSpPr>
          <p:spPr>
            <a:xfrm>
              <a:off x="2055" y="5767"/>
              <a:ext cx="7020" cy="938"/>
            </a:xfrm>
            <a:custGeom>
              <a:avLst/>
              <a:gdLst>
                <a:gd name="sw" fmla="*/ 1 w 7020"/>
                <a:gd name="sh" fmla="*/ 1 h 937"/>
                <a:gd name="mins" fmla="min sw sh"/>
                <a:gd name="dsw" fmla="+- 0 sw mins"/>
                <a:gd name="dsh" fmla="+- 0 sh mins"/>
                <a:gd name="p0x0" fmla="*/ 120 w 7020"/>
                <a:gd name="p0y0" fmla="*/ 0 h 937"/>
                <a:gd name="p0x1" fmla="*/ 6900 w 7020"/>
                <a:gd name="p0y1" fmla="*/ 0 h 937"/>
                <a:gd name="p0x2" fmla="*/ 6966 w 7020"/>
                <a:gd name="p0y2" fmla="*/ 0 h 937"/>
                <a:gd name="p0x3" fmla="*/ 7020 w 7020"/>
                <a:gd name="p0y3" fmla="*/ 53 h 937"/>
                <a:gd name="p0x4" fmla="*/ 7020 w 7020"/>
                <a:gd name="p0y4" fmla="*/ 120 h 937"/>
                <a:gd name="p0x5" fmla="*/ 7020 w 7020"/>
                <a:gd name="p0y5" fmla="*/ 817 h 937"/>
                <a:gd name="p0x6" fmla="*/ 7020 w 7020"/>
                <a:gd name="p0y6" fmla="*/ 883 h 937"/>
                <a:gd name="p0x7" fmla="*/ 6966 w 7020"/>
                <a:gd name="p0y7" fmla="*/ 937 h 937"/>
                <a:gd name="p0x8" fmla="*/ 6900 w 7020"/>
                <a:gd name="p0y8" fmla="*/ 937 h 937"/>
                <a:gd name="p0x9" fmla="*/ 120 w 7020"/>
                <a:gd name="p0y9" fmla="*/ 937 h 937"/>
                <a:gd name="p0x10" fmla="*/ 53 w 7020"/>
                <a:gd name="p0y10" fmla="*/ 937 h 937"/>
                <a:gd name="p0x11" fmla="*/ 0 w 7020"/>
                <a:gd name="p0y11" fmla="*/ 883 h 937"/>
                <a:gd name="p0x12" fmla="*/ 0 w 7020"/>
                <a:gd name="p0y12" fmla="*/ 817 h 937"/>
                <a:gd name="p0x13" fmla="*/ 0 w 7020"/>
                <a:gd name="p0y13" fmla="*/ 120 h 937"/>
                <a:gd name="p0x14" fmla="*/ 0 w 7020"/>
                <a:gd name="p0y14" fmla="*/ 53 h 937"/>
                <a:gd name="p0x15" fmla="*/ 53 w 7020"/>
                <a:gd name="p0y15" fmla="*/ 0 h 937"/>
                <a:gd name="p0x16" fmla="*/ 120 w 7020"/>
                <a:gd name="p0y16" fmla="*/ 0 h 937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EFF6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2400"/>
            </a:p>
          </p:txBody>
        </p:sp>
        <p:sp>
          <p:nvSpPr>
            <p:cNvPr id="28" name="任意多边形 27"/>
            <p:cNvSpPr/>
            <p:nvPr>
              <p:custDataLst>
                <p:tags r:id="rId76"/>
              </p:custDataLst>
            </p:nvPr>
          </p:nvSpPr>
          <p:spPr>
            <a:xfrm>
              <a:off x="2055" y="5767"/>
              <a:ext cx="120" cy="938"/>
            </a:xfrm>
            <a:custGeom>
              <a:avLst/>
              <a:gdLst>
                <a:gd name="sw" fmla="*/ 1 w 120"/>
                <a:gd name="sh" fmla="*/ 1 h 937"/>
                <a:gd name="mins" fmla="min sw sh"/>
                <a:gd name="dsw" fmla="+- 0 sw mins"/>
                <a:gd name="dsh" fmla="+- 0 sh mins"/>
                <a:gd name="p0x0" fmla="*/ 0 w 120"/>
                <a:gd name="p0y0" fmla="*/ 817 h 937"/>
                <a:gd name="p0x1" fmla="*/ 0 w 120"/>
                <a:gd name="p0y1" fmla="*/ 120 h 937"/>
                <a:gd name="p0x2" fmla="*/ 0 w 120"/>
                <a:gd name="p0y2" fmla="*/ 53 h 937"/>
                <a:gd name="p0x3" fmla="*/ 53 w 120"/>
                <a:gd name="p0y3" fmla="*/ 0 h 937"/>
                <a:gd name="p0x4" fmla="*/ 120 w 120"/>
                <a:gd name="p0y4" fmla="*/ 0 h 937"/>
                <a:gd name="p0x5" fmla="*/ 86 w 120"/>
                <a:gd name="p0y5" fmla="*/ 0 h 937"/>
                <a:gd name="p0x6" fmla="*/ 60 w 120"/>
                <a:gd name="p0y6" fmla="*/ 53 h 937"/>
                <a:gd name="p0x7" fmla="*/ 60 w 120"/>
                <a:gd name="p0y7" fmla="*/ 120 h 937"/>
                <a:gd name="p0x8" fmla="*/ 60 w 120"/>
                <a:gd name="p0y8" fmla="*/ 817 h 937"/>
                <a:gd name="p0x9" fmla="*/ 60 w 120"/>
                <a:gd name="p0y9" fmla="*/ 883 h 937"/>
                <a:gd name="p0x10" fmla="*/ 86 w 120"/>
                <a:gd name="p0y10" fmla="*/ 937 h 937"/>
                <a:gd name="p0x11" fmla="*/ 120 w 120"/>
                <a:gd name="p0y11" fmla="*/ 937 h 937"/>
                <a:gd name="p0x12" fmla="*/ 53 w 120"/>
                <a:gd name="p0y12" fmla="*/ 937 h 937"/>
                <a:gd name="p0x13" fmla="*/ 0 w 120"/>
                <a:gd name="p0y13" fmla="*/ 883 h 937"/>
                <a:gd name="p0x14" fmla="*/ 0 w 120"/>
                <a:gd name="p0y14" fmla="*/ 817 h 937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cubicBezTo>
                    <a:pt x="p0x5" y="p0y5"/>
                    <a:pt x="p0x6" y="p0y6"/>
                    <a:pt x="p0x7" y="p0y7"/>
                  </a:cubicBezTo>
                  <a:lnTo>
                    <a:pt x="p0x8" y="p0y8"/>
                  </a:lnTo>
                  <a:cubicBezTo>
                    <a:pt x="p0x9" y="p0y9"/>
                    <a:pt x="p0x10" y="p0y10"/>
                    <a:pt x="p0x11" y="p0y11"/>
                  </a:cubicBezTo>
                  <a:cubicBezTo>
                    <a:pt x="p0x12" y="p0y12"/>
                    <a:pt x="p0x13" y="p0y13"/>
                    <a:pt x="p0x14" y="p0y14"/>
                  </a:cubicBezTo>
                  <a:close/>
                </a:path>
              </a:pathLst>
            </a:custGeom>
            <a:solidFill>
              <a:srgbClr val="1E40A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2400"/>
            </a:p>
          </p:txBody>
        </p:sp>
      </p:grpSp>
      <p:sp>
        <p:nvSpPr>
          <p:cNvPr id="30" name="文本框 29"/>
          <p:cNvSpPr txBox="1"/>
          <p:nvPr>
            <p:custDataLst>
              <p:tags r:id="rId77"/>
            </p:custDataLst>
          </p:nvPr>
        </p:nvSpPr>
        <p:spPr>
          <a:xfrm>
            <a:off x="1476375" y="3757613"/>
            <a:ext cx="4152900" cy="2095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sz="14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 </a:t>
            </a:r>
            <a:r>
              <a:rPr lang="zh-CN" sz="14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找到终点立即停止</a:t>
            </a:r>
            <a:endParaRPr lang="zh-CN" sz="14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文本框 30"/>
          <p:cNvSpPr txBox="1"/>
          <p:nvPr>
            <p:custDataLst>
              <p:tags r:id="rId78"/>
            </p:custDataLst>
          </p:nvPr>
        </p:nvSpPr>
        <p:spPr>
          <a:xfrm>
            <a:off x="1476375" y="3986213"/>
            <a:ext cx="4152900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0F172A">
                    <a:alpha val="70196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首次到达目标节点即终止算法</a:t>
            </a:r>
            <a:endParaRPr sz="1200">
              <a:solidFill>
                <a:srgbClr val="0F172A">
                  <a:alpha val="70196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任意多边形 31"/>
          <p:cNvSpPr/>
          <p:nvPr>
            <p:custDataLst>
              <p:tags r:id="rId79"/>
            </p:custDataLst>
          </p:nvPr>
        </p:nvSpPr>
        <p:spPr>
          <a:xfrm>
            <a:off x="709295" y="4455160"/>
            <a:ext cx="428625" cy="428625"/>
          </a:xfrm>
          <a:custGeom>
            <a:avLst/>
            <a:gdLst>
              <a:gd name="sw" fmla="*/ 1 w 675"/>
              <a:gd name="sh" fmla="*/ 1 h 675"/>
              <a:gd name="mins" fmla="min sw sh"/>
              <a:gd name="dsw" fmla="+- 0 sw mins"/>
              <a:gd name="dsh" fmla="+- 0 sh mins"/>
              <a:gd name="p0x0" fmla="*/ 337 w 675"/>
              <a:gd name="p0y0" fmla="*/ 0 h 675"/>
              <a:gd name="p0x1" fmla="*/ 523 w 675"/>
              <a:gd name="p0y1" fmla="*/ 0 h 675"/>
              <a:gd name="p0x2" fmla="*/ 675 w 675"/>
              <a:gd name="p0y2" fmla="*/ 151 h 675"/>
              <a:gd name="p0x3" fmla="*/ 675 w 675"/>
              <a:gd name="p0y3" fmla="*/ 337 h 675"/>
              <a:gd name="p0x4" fmla="*/ 675 w 675"/>
              <a:gd name="p0y4" fmla="*/ 523 h 675"/>
              <a:gd name="p0x5" fmla="*/ 523 w 675"/>
              <a:gd name="p0y5" fmla="*/ 675 h 675"/>
              <a:gd name="p0x6" fmla="*/ 337 w 675"/>
              <a:gd name="p0y6" fmla="*/ 675 h 675"/>
              <a:gd name="p0x7" fmla="*/ 151 w 675"/>
              <a:gd name="p0y7" fmla="*/ 675 h 675"/>
              <a:gd name="p0x8" fmla="*/ 0 w 675"/>
              <a:gd name="p0y8" fmla="*/ 523 h 675"/>
              <a:gd name="p0x9" fmla="*/ 0 w 675"/>
              <a:gd name="p0y9" fmla="*/ 337 h 675"/>
              <a:gd name="p0x10" fmla="*/ 0 w 675"/>
              <a:gd name="p0y10" fmla="*/ 151 h 675"/>
              <a:gd name="p0x11" fmla="*/ 151 w 675"/>
              <a:gd name="p0y11" fmla="*/ 0 h 675"/>
              <a:gd name="p0x12" fmla="*/ 337 w 675"/>
              <a:gd name="p0y12" fmla="*/ 0 h 67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FFFFFF"/>
          </a:solidFill>
          <a:ln w="28575" cmpd="sng">
            <a:solidFill>
              <a:srgbClr val="1E40AF"/>
            </a:solidFill>
            <a:prstDash val="solid"/>
          </a:ln>
          <a:effectLst>
            <a:outerShdw blurRad="57150" dist="19050" dir="5399999" algn="ctr" rotWithShape="0">
              <a:srgbClr val="000000">
                <a:alpha val="5098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400"/>
          </a:p>
        </p:txBody>
      </p:sp>
      <p:pic>
        <p:nvPicPr>
          <p:cNvPr id="33" name="图片 32"/>
          <p:cNvPicPr>
            <a:picLocks noChangeAspect="1"/>
          </p:cNvPicPr>
          <p:nvPr>
            <p:custDataLst>
              <p:tags r:id="rId80"/>
            </p:custDataLst>
          </p:nvPr>
        </p:nvPicPr>
        <p:blipFill>
          <a:blip r:embed="rId81">
            <a:extLst>
              <a:ext uri="{96DAC541-7B7A-43D3-8B79-37D633B846F1}">
                <asvg:svgBlip xmlns:asvg="http://schemas.microsoft.com/office/drawing/2016/SVG/main" r:embed="rId82"/>
              </a:ext>
            </a:extLst>
          </a:blip>
          <a:srcRect l="-10000" t="-11556" r="-10000" b="-11556"/>
          <a:stretch>
            <a:fillRect/>
          </a:stretch>
        </p:blipFill>
        <p:spPr>
          <a:xfrm>
            <a:off x="838200" y="4578985"/>
            <a:ext cx="171450" cy="175895"/>
          </a:xfrm>
          <a:prstGeom prst="rect">
            <a:avLst/>
          </a:prstGeom>
        </p:spPr>
      </p:pic>
      <p:grpSp>
        <p:nvGrpSpPr>
          <p:cNvPr id="103" name="组合 102"/>
          <p:cNvGrpSpPr/>
          <p:nvPr/>
        </p:nvGrpSpPr>
        <p:grpSpPr>
          <a:xfrm>
            <a:off x="1304925" y="4371975"/>
            <a:ext cx="4457700" cy="594360"/>
            <a:chOff x="2055" y="6885"/>
            <a:chExt cx="7020" cy="936"/>
          </a:xfrm>
        </p:grpSpPr>
        <p:sp>
          <p:nvSpPr>
            <p:cNvPr id="34" name="任意多边形 33"/>
            <p:cNvSpPr/>
            <p:nvPr>
              <p:custDataLst>
                <p:tags r:id="rId83"/>
              </p:custDataLst>
            </p:nvPr>
          </p:nvSpPr>
          <p:spPr>
            <a:xfrm>
              <a:off x="2055" y="6885"/>
              <a:ext cx="7020" cy="937"/>
            </a:xfrm>
            <a:custGeom>
              <a:avLst/>
              <a:gdLst>
                <a:gd name="sw" fmla="*/ 1 w 7020"/>
                <a:gd name="sh" fmla="*/ 1 h 937"/>
                <a:gd name="mins" fmla="min sw sh"/>
                <a:gd name="dsw" fmla="+- 0 sw mins"/>
                <a:gd name="dsh" fmla="+- 0 sh mins"/>
                <a:gd name="p0x0" fmla="*/ 120 w 7020"/>
                <a:gd name="p0y0" fmla="*/ 0 h 937"/>
                <a:gd name="p0x1" fmla="*/ 6900 w 7020"/>
                <a:gd name="p0y1" fmla="*/ 0 h 937"/>
                <a:gd name="p0x2" fmla="*/ 6966 w 7020"/>
                <a:gd name="p0y2" fmla="*/ 0 h 937"/>
                <a:gd name="p0x3" fmla="*/ 7020 w 7020"/>
                <a:gd name="p0y3" fmla="*/ 53 h 937"/>
                <a:gd name="p0x4" fmla="*/ 7020 w 7020"/>
                <a:gd name="p0y4" fmla="*/ 120 h 937"/>
                <a:gd name="p0x5" fmla="*/ 7020 w 7020"/>
                <a:gd name="p0y5" fmla="*/ 817 h 937"/>
                <a:gd name="p0x6" fmla="*/ 7020 w 7020"/>
                <a:gd name="p0y6" fmla="*/ 883 h 937"/>
                <a:gd name="p0x7" fmla="*/ 6966 w 7020"/>
                <a:gd name="p0y7" fmla="*/ 937 h 937"/>
                <a:gd name="p0x8" fmla="*/ 6900 w 7020"/>
                <a:gd name="p0y8" fmla="*/ 937 h 937"/>
                <a:gd name="p0x9" fmla="*/ 120 w 7020"/>
                <a:gd name="p0y9" fmla="*/ 937 h 937"/>
                <a:gd name="p0x10" fmla="*/ 53 w 7020"/>
                <a:gd name="p0y10" fmla="*/ 937 h 937"/>
                <a:gd name="p0x11" fmla="*/ 0 w 7020"/>
                <a:gd name="p0y11" fmla="*/ 883 h 937"/>
                <a:gd name="p0x12" fmla="*/ 0 w 7020"/>
                <a:gd name="p0y12" fmla="*/ 817 h 937"/>
                <a:gd name="p0x13" fmla="*/ 0 w 7020"/>
                <a:gd name="p0y13" fmla="*/ 120 h 937"/>
                <a:gd name="p0x14" fmla="*/ 0 w 7020"/>
                <a:gd name="p0y14" fmla="*/ 53 h 937"/>
                <a:gd name="p0x15" fmla="*/ 53 w 7020"/>
                <a:gd name="p0y15" fmla="*/ 0 h 937"/>
                <a:gd name="p0x16" fmla="*/ 120 w 7020"/>
                <a:gd name="p0y16" fmla="*/ 0 h 937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EFF6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2400"/>
            </a:p>
          </p:txBody>
        </p:sp>
        <p:sp>
          <p:nvSpPr>
            <p:cNvPr id="35" name="任意多边形 34"/>
            <p:cNvSpPr/>
            <p:nvPr>
              <p:custDataLst>
                <p:tags r:id="rId84"/>
              </p:custDataLst>
            </p:nvPr>
          </p:nvSpPr>
          <p:spPr>
            <a:xfrm>
              <a:off x="2055" y="6885"/>
              <a:ext cx="120" cy="937"/>
            </a:xfrm>
            <a:custGeom>
              <a:avLst/>
              <a:gdLst>
                <a:gd name="sw" fmla="*/ 1 w 120"/>
                <a:gd name="sh" fmla="*/ 1 h 937"/>
                <a:gd name="mins" fmla="min sw sh"/>
                <a:gd name="dsw" fmla="+- 0 sw mins"/>
                <a:gd name="dsh" fmla="+- 0 sh mins"/>
                <a:gd name="p0x0" fmla="*/ 0 w 120"/>
                <a:gd name="p0y0" fmla="*/ 817 h 937"/>
                <a:gd name="p0x1" fmla="*/ 0 w 120"/>
                <a:gd name="p0y1" fmla="*/ 120 h 937"/>
                <a:gd name="p0x2" fmla="*/ 0 w 120"/>
                <a:gd name="p0y2" fmla="*/ 53 h 937"/>
                <a:gd name="p0x3" fmla="*/ 53 w 120"/>
                <a:gd name="p0y3" fmla="*/ 0 h 937"/>
                <a:gd name="p0x4" fmla="*/ 120 w 120"/>
                <a:gd name="p0y4" fmla="*/ 0 h 937"/>
                <a:gd name="p0x5" fmla="*/ 86 w 120"/>
                <a:gd name="p0y5" fmla="*/ 0 h 937"/>
                <a:gd name="p0x6" fmla="*/ 60 w 120"/>
                <a:gd name="p0y6" fmla="*/ 53 h 937"/>
                <a:gd name="p0x7" fmla="*/ 60 w 120"/>
                <a:gd name="p0y7" fmla="*/ 120 h 937"/>
                <a:gd name="p0x8" fmla="*/ 60 w 120"/>
                <a:gd name="p0y8" fmla="*/ 817 h 937"/>
                <a:gd name="p0x9" fmla="*/ 60 w 120"/>
                <a:gd name="p0y9" fmla="*/ 883 h 937"/>
                <a:gd name="p0x10" fmla="*/ 86 w 120"/>
                <a:gd name="p0y10" fmla="*/ 937 h 937"/>
                <a:gd name="p0x11" fmla="*/ 120 w 120"/>
                <a:gd name="p0y11" fmla="*/ 937 h 937"/>
                <a:gd name="p0x12" fmla="*/ 53 w 120"/>
                <a:gd name="p0y12" fmla="*/ 937 h 937"/>
                <a:gd name="p0x13" fmla="*/ 0 w 120"/>
                <a:gd name="p0y13" fmla="*/ 883 h 937"/>
                <a:gd name="p0x14" fmla="*/ 0 w 120"/>
                <a:gd name="p0y14" fmla="*/ 817 h 937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cubicBezTo>
                    <a:pt x="p0x5" y="p0y5"/>
                    <a:pt x="p0x6" y="p0y6"/>
                    <a:pt x="p0x7" y="p0y7"/>
                  </a:cubicBezTo>
                  <a:lnTo>
                    <a:pt x="p0x8" y="p0y8"/>
                  </a:lnTo>
                  <a:cubicBezTo>
                    <a:pt x="p0x9" y="p0y9"/>
                    <a:pt x="p0x10" y="p0y10"/>
                    <a:pt x="p0x11" y="p0y11"/>
                  </a:cubicBezTo>
                  <a:cubicBezTo>
                    <a:pt x="p0x12" y="p0y12"/>
                    <a:pt x="p0x13" y="p0y13"/>
                    <a:pt x="p0x14" y="p0y14"/>
                  </a:cubicBezTo>
                  <a:close/>
                </a:path>
              </a:pathLst>
            </a:custGeom>
            <a:solidFill>
              <a:srgbClr val="1E40A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2400"/>
            </a:p>
          </p:txBody>
        </p:sp>
      </p:grpSp>
      <p:sp>
        <p:nvSpPr>
          <p:cNvPr id="37" name="文本框 36"/>
          <p:cNvSpPr txBox="1"/>
          <p:nvPr>
            <p:custDataLst>
              <p:tags r:id="rId85"/>
            </p:custDataLst>
          </p:nvPr>
        </p:nvSpPr>
        <p:spPr>
          <a:xfrm>
            <a:off x="1476375" y="4467225"/>
            <a:ext cx="4152900" cy="2095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sz="14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4. </a:t>
            </a:r>
            <a:r>
              <a:rPr lang="zh-CN" sz="14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返回当前路径</a:t>
            </a:r>
            <a:endParaRPr lang="zh-CN" sz="14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文本框 37"/>
          <p:cNvSpPr txBox="1"/>
          <p:nvPr>
            <p:custDataLst>
              <p:tags r:id="rId86"/>
            </p:custDataLst>
          </p:nvPr>
        </p:nvSpPr>
        <p:spPr>
          <a:xfrm>
            <a:off x="1476375" y="4695825"/>
            <a:ext cx="4152900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0F172A">
                    <a:alpha val="70196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输出当前栈中记录的遍历路径</a:t>
            </a:r>
            <a:endParaRPr sz="1200">
              <a:solidFill>
                <a:srgbClr val="0F172A">
                  <a:alpha val="70196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" name="任意多边形 58"/>
          <p:cNvSpPr/>
          <p:nvPr>
            <p:custDataLst>
              <p:tags r:id="rId87"/>
            </p:custDataLst>
          </p:nvPr>
        </p:nvSpPr>
        <p:spPr>
          <a:xfrm>
            <a:off x="6443345" y="2326005"/>
            <a:ext cx="428625" cy="428625"/>
          </a:xfrm>
          <a:custGeom>
            <a:avLst/>
            <a:gdLst>
              <a:gd name="sw" fmla="*/ 1 w 675"/>
              <a:gd name="sh" fmla="*/ 1 h 675"/>
              <a:gd name="mins" fmla="min sw sh"/>
              <a:gd name="dsw" fmla="+- 0 sw mins"/>
              <a:gd name="dsh" fmla="+- 0 sh mins"/>
              <a:gd name="p0x0" fmla="*/ 337 w 675"/>
              <a:gd name="p0y0" fmla="*/ 0 h 675"/>
              <a:gd name="p0x1" fmla="*/ 523 w 675"/>
              <a:gd name="p0y1" fmla="*/ 0 h 675"/>
              <a:gd name="p0x2" fmla="*/ 675 w 675"/>
              <a:gd name="p0y2" fmla="*/ 151 h 675"/>
              <a:gd name="p0x3" fmla="*/ 675 w 675"/>
              <a:gd name="p0y3" fmla="*/ 337 h 675"/>
              <a:gd name="p0x4" fmla="*/ 675 w 675"/>
              <a:gd name="p0y4" fmla="*/ 523 h 675"/>
              <a:gd name="p0x5" fmla="*/ 523 w 675"/>
              <a:gd name="p0y5" fmla="*/ 675 h 675"/>
              <a:gd name="p0x6" fmla="*/ 337 w 675"/>
              <a:gd name="p0y6" fmla="*/ 675 h 675"/>
              <a:gd name="p0x7" fmla="*/ 151 w 675"/>
              <a:gd name="p0y7" fmla="*/ 675 h 675"/>
              <a:gd name="p0x8" fmla="*/ 0 w 675"/>
              <a:gd name="p0y8" fmla="*/ 523 h 675"/>
              <a:gd name="p0x9" fmla="*/ 0 w 675"/>
              <a:gd name="p0y9" fmla="*/ 337 h 675"/>
              <a:gd name="p0x10" fmla="*/ 0 w 675"/>
              <a:gd name="p0y10" fmla="*/ 151 h 675"/>
              <a:gd name="p0x11" fmla="*/ 151 w 675"/>
              <a:gd name="p0y11" fmla="*/ 0 h 675"/>
              <a:gd name="p0x12" fmla="*/ 337 w 675"/>
              <a:gd name="p0y12" fmla="*/ 0 h 67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FFFFFF"/>
          </a:solidFill>
          <a:ln w="28575" cmpd="sng">
            <a:solidFill>
              <a:srgbClr val="EA580C"/>
            </a:solidFill>
            <a:prstDash val="solid"/>
          </a:ln>
          <a:effectLst>
            <a:outerShdw blurRad="57150" dist="19050" dir="5399999" algn="ctr" rotWithShape="0">
              <a:srgbClr val="000000">
                <a:alpha val="5098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400"/>
          </a:p>
        </p:txBody>
      </p:sp>
      <p:pic>
        <p:nvPicPr>
          <p:cNvPr id="60" name="图片 59"/>
          <p:cNvPicPr>
            <a:picLocks noChangeAspect="1"/>
          </p:cNvPicPr>
          <p:nvPr>
            <p:custDataLst>
              <p:tags r:id="rId88"/>
            </p:custDataLst>
          </p:nvPr>
        </p:nvPicPr>
        <p:blipFill>
          <a:blip r:embed="rId89">
            <a:extLst>
              <a:ext uri="{96DAC541-7B7A-43D3-8B79-37D633B846F1}">
                <asvg:svgBlip xmlns:asvg="http://schemas.microsoft.com/office/drawing/2016/SVG/main" r:embed="rId90"/>
              </a:ext>
            </a:extLst>
          </a:blip>
          <a:srcRect l="-2941" t="-4510" r="-2941" b="-4510"/>
          <a:stretch>
            <a:fillRect/>
          </a:stretch>
        </p:blipFill>
        <p:spPr>
          <a:xfrm>
            <a:off x="6572250" y="2449830"/>
            <a:ext cx="171450" cy="176530"/>
          </a:xfrm>
          <a:prstGeom prst="rect">
            <a:avLst/>
          </a:prstGeom>
        </p:spPr>
      </p:pic>
      <p:grpSp>
        <p:nvGrpSpPr>
          <p:cNvPr id="106" name="组合 105"/>
          <p:cNvGrpSpPr/>
          <p:nvPr/>
        </p:nvGrpSpPr>
        <p:grpSpPr>
          <a:xfrm>
            <a:off x="7038975" y="2242820"/>
            <a:ext cx="4457700" cy="595630"/>
            <a:chOff x="11085" y="3532"/>
            <a:chExt cx="7020" cy="938"/>
          </a:xfrm>
        </p:grpSpPr>
        <p:sp>
          <p:nvSpPr>
            <p:cNvPr id="61" name="任意多边形 60"/>
            <p:cNvSpPr/>
            <p:nvPr>
              <p:custDataLst>
                <p:tags r:id="rId91"/>
              </p:custDataLst>
            </p:nvPr>
          </p:nvSpPr>
          <p:spPr>
            <a:xfrm>
              <a:off x="11085" y="3532"/>
              <a:ext cx="7020" cy="938"/>
            </a:xfrm>
            <a:custGeom>
              <a:avLst/>
              <a:gdLst>
                <a:gd name="sw" fmla="*/ 1 w 7020"/>
                <a:gd name="sh" fmla="*/ 1 h 937"/>
                <a:gd name="mins" fmla="min sw sh"/>
                <a:gd name="dsw" fmla="+- 0 sw mins"/>
                <a:gd name="dsh" fmla="+- 0 sh mins"/>
                <a:gd name="p0x0" fmla="*/ 120 w 7020"/>
                <a:gd name="p0y0" fmla="*/ 0 h 937"/>
                <a:gd name="p0x1" fmla="*/ 6900 w 7020"/>
                <a:gd name="p0y1" fmla="*/ 0 h 937"/>
                <a:gd name="p0x2" fmla="*/ 6966 w 7020"/>
                <a:gd name="p0y2" fmla="*/ 0 h 937"/>
                <a:gd name="p0x3" fmla="*/ 7020 w 7020"/>
                <a:gd name="p0y3" fmla="*/ 53 h 937"/>
                <a:gd name="p0x4" fmla="*/ 7020 w 7020"/>
                <a:gd name="p0y4" fmla="*/ 120 h 937"/>
                <a:gd name="p0x5" fmla="*/ 7020 w 7020"/>
                <a:gd name="p0y5" fmla="*/ 817 h 937"/>
                <a:gd name="p0x6" fmla="*/ 7020 w 7020"/>
                <a:gd name="p0y6" fmla="*/ 883 h 937"/>
                <a:gd name="p0x7" fmla="*/ 6966 w 7020"/>
                <a:gd name="p0y7" fmla="*/ 937 h 937"/>
                <a:gd name="p0x8" fmla="*/ 6900 w 7020"/>
                <a:gd name="p0y8" fmla="*/ 937 h 937"/>
                <a:gd name="p0x9" fmla="*/ 120 w 7020"/>
                <a:gd name="p0y9" fmla="*/ 937 h 937"/>
                <a:gd name="p0x10" fmla="*/ 53 w 7020"/>
                <a:gd name="p0y10" fmla="*/ 937 h 937"/>
                <a:gd name="p0x11" fmla="*/ 0 w 7020"/>
                <a:gd name="p0y11" fmla="*/ 883 h 937"/>
                <a:gd name="p0x12" fmla="*/ 0 w 7020"/>
                <a:gd name="p0y12" fmla="*/ 817 h 937"/>
                <a:gd name="p0x13" fmla="*/ 0 w 7020"/>
                <a:gd name="p0y13" fmla="*/ 120 h 937"/>
                <a:gd name="p0x14" fmla="*/ 0 w 7020"/>
                <a:gd name="p0y14" fmla="*/ 53 h 937"/>
                <a:gd name="p0x15" fmla="*/ 53 w 7020"/>
                <a:gd name="p0y15" fmla="*/ 0 h 937"/>
                <a:gd name="p0x16" fmla="*/ 120 w 7020"/>
                <a:gd name="p0y16" fmla="*/ 0 h 937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FF7ED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2400"/>
            </a:p>
          </p:txBody>
        </p:sp>
        <p:sp>
          <p:nvSpPr>
            <p:cNvPr id="62" name="任意多边形 61"/>
            <p:cNvSpPr/>
            <p:nvPr>
              <p:custDataLst>
                <p:tags r:id="rId92"/>
              </p:custDataLst>
            </p:nvPr>
          </p:nvSpPr>
          <p:spPr>
            <a:xfrm>
              <a:off x="11085" y="3532"/>
              <a:ext cx="120" cy="938"/>
            </a:xfrm>
            <a:custGeom>
              <a:avLst/>
              <a:gdLst>
                <a:gd name="sw" fmla="*/ 1 w 120"/>
                <a:gd name="sh" fmla="*/ 1 h 937"/>
                <a:gd name="mins" fmla="min sw sh"/>
                <a:gd name="dsw" fmla="+- 0 sw mins"/>
                <a:gd name="dsh" fmla="+- 0 sh mins"/>
                <a:gd name="p0x0" fmla="*/ 0 w 120"/>
                <a:gd name="p0y0" fmla="*/ 817 h 937"/>
                <a:gd name="p0x1" fmla="*/ 0 w 120"/>
                <a:gd name="p0y1" fmla="*/ 120 h 937"/>
                <a:gd name="p0x2" fmla="*/ 0 w 120"/>
                <a:gd name="p0y2" fmla="*/ 53 h 937"/>
                <a:gd name="p0x3" fmla="*/ 53 w 120"/>
                <a:gd name="p0y3" fmla="*/ 0 h 937"/>
                <a:gd name="p0x4" fmla="*/ 120 w 120"/>
                <a:gd name="p0y4" fmla="*/ 0 h 937"/>
                <a:gd name="p0x5" fmla="*/ 86 w 120"/>
                <a:gd name="p0y5" fmla="*/ 0 h 937"/>
                <a:gd name="p0x6" fmla="*/ 60 w 120"/>
                <a:gd name="p0y6" fmla="*/ 53 h 937"/>
                <a:gd name="p0x7" fmla="*/ 60 w 120"/>
                <a:gd name="p0y7" fmla="*/ 120 h 937"/>
                <a:gd name="p0x8" fmla="*/ 60 w 120"/>
                <a:gd name="p0y8" fmla="*/ 817 h 937"/>
                <a:gd name="p0x9" fmla="*/ 60 w 120"/>
                <a:gd name="p0y9" fmla="*/ 883 h 937"/>
                <a:gd name="p0x10" fmla="*/ 86 w 120"/>
                <a:gd name="p0y10" fmla="*/ 937 h 937"/>
                <a:gd name="p0x11" fmla="*/ 120 w 120"/>
                <a:gd name="p0y11" fmla="*/ 937 h 937"/>
                <a:gd name="p0x12" fmla="*/ 53 w 120"/>
                <a:gd name="p0y12" fmla="*/ 937 h 937"/>
                <a:gd name="p0x13" fmla="*/ 0 w 120"/>
                <a:gd name="p0y13" fmla="*/ 883 h 937"/>
                <a:gd name="p0x14" fmla="*/ 0 w 120"/>
                <a:gd name="p0y14" fmla="*/ 817 h 937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cubicBezTo>
                    <a:pt x="p0x5" y="p0y5"/>
                    <a:pt x="p0x6" y="p0y6"/>
                    <a:pt x="p0x7" y="p0y7"/>
                  </a:cubicBezTo>
                  <a:lnTo>
                    <a:pt x="p0x8" y="p0y8"/>
                  </a:lnTo>
                  <a:cubicBezTo>
                    <a:pt x="p0x9" y="p0y9"/>
                    <a:pt x="p0x10" y="p0y10"/>
                    <a:pt x="p0x11" y="p0y11"/>
                  </a:cubicBezTo>
                  <a:cubicBezTo>
                    <a:pt x="p0x12" y="p0y12"/>
                    <a:pt x="p0x13" y="p0y13"/>
                    <a:pt x="p0x14" y="p0y14"/>
                  </a:cubicBezTo>
                  <a:close/>
                </a:path>
              </a:pathLst>
            </a:custGeom>
            <a:solidFill>
              <a:srgbClr val="EA580C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2400"/>
            </a:p>
          </p:txBody>
        </p:sp>
      </p:grpSp>
      <p:sp>
        <p:nvSpPr>
          <p:cNvPr id="64" name="文本框 63"/>
          <p:cNvSpPr txBox="1"/>
          <p:nvPr>
            <p:custDataLst>
              <p:tags r:id="rId93"/>
            </p:custDataLst>
          </p:nvPr>
        </p:nvSpPr>
        <p:spPr>
          <a:xfrm>
            <a:off x="7210425" y="2338388"/>
            <a:ext cx="4152900" cy="2095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sz="14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</a:t>
            </a:r>
            <a:r>
              <a:rPr lang="zh-CN" sz="14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遍历所有可能节点</a:t>
            </a:r>
            <a:endParaRPr lang="zh-CN" sz="14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5" name="文本框 64"/>
          <p:cNvSpPr txBox="1"/>
          <p:nvPr>
            <p:custDataLst>
              <p:tags r:id="rId94"/>
            </p:custDataLst>
          </p:nvPr>
        </p:nvSpPr>
        <p:spPr>
          <a:xfrm>
            <a:off x="7210425" y="2566988"/>
            <a:ext cx="4152900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0F172A">
                    <a:alpha val="70196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不提前终止，探索全图所有可达节点</a:t>
            </a:r>
            <a:endParaRPr sz="1200">
              <a:solidFill>
                <a:srgbClr val="0F172A">
                  <a:alpha val="70196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6" name="任意多边形 65"/>
          <p:cNvSpPr/>
          <p:nvPr>
            <p:custDataLst>
              <p:tags r:id="rId95"/>
            </p:custDataLst>
          </p:nvPr>
        </p:nvSpPr>
        <p:spPr>
          <a:xfrm>
            <a:off x="6443345" y="3035935"/>
            <a:ext cx="428625" cy="428625"/>
          </a:xfrm>
          <a:custGeom>
            <a:avLst/>
            <a:gdLst>
              <a:gd name="sw" fmla="*/ 1 w 675"/>
              <a:gd name="sh" fmla="*/ 1 h 675"/>
              <a:gd name="mins" fmla="min sw sh"/>
              <a:gd name="dsw" fmla="+- 0 sw mins"/>
              <a:gd name="dsh" fmla="+- 0 sh mins"/>
              <a:gd name="p0x0" fmla="*/ 337 w 675"/>
              <a:gd name="p0y0" fmla="*/ 0 h 675"/>
              <a:gd name="p0x1" fmla="*/ 523 w 675"/>
              <a:gd name="p0y1" fmla="*/ 0 h 675"/>
              <a:gd name="p0x2" fmla="*/ 675 w 675"/>
              <a:gd name="p0y2" fmla="*/ 151 h 675"/>
              <a:gd name="p0x3" fmla="*/ 675 w 675"/>
              <a:gd name="p0y3" fmla="*/ 337 h 675"/>
              <a:gd name="p0x4" fmla="*/ 675 w 675"/>
              <a:gd name="p0y4" fmla="*/ 523 h 675"/>
              <a:gd name="p0x5" fmla="*/ 523 w 675"/>
              <a:gd name="p0y5" fmla="*/ 675 h 675"/>
              <a:gd name="p0x6" fmla="*/ 337 w 675"/>
              <a:gd name="p0y6" fmla="*/ 675 h 675"/>
              <a:gd name="p0x7" fmla="*/ 151 w 675"/>
              <a:gd name="p0y7" fmla="*/ 675 h 675"/>
              <a:gd name="p0x8" fmla="*/ 0 w 675"/>
              <a:gd name="p0y8" fmla="*/ 523 h 675"/>
              <a:gd name="p0x9" fmla="*/ 0 w 675"/>
              <a:gd name="p0y9" fmla="*/ 337 h 675"/>
              <a:gd name="p0x10" fmla="*/ 0 w 675"/>
              <a:gd name="p0y10" fmla="*/ 151 h 675"/>
              <a:gd name="p0x11" fmla="*/ 151 w 675"/>
              <a:gd name="p0y11" fmla="*/ 0 h 675"/>
              <a:gd name="p0x12" fmla="*/ 337 w 675"/>
              <a:gd name="p0y12" fmla="*/ 0 h 67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FFFFFF"/>
          </a:solidFill>
          <a:ln w="28575" cmpd="sng">
            <a:solidFill>
              <a:srgbClr val="EA580C"/>
            </a:solidFill>
            <a:prstDash val="solid"/>
          </a:ln>
          <a:effectLst>
            <a:outerShdw blurRad="57150" dist="19050" dir="5399999" algn="ctr" rotWithShape="0">
              <a:srgbClr val="000000">
                <a:alpha val="5098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400"/>
          </a:p>
        </p:txBody>
      </p:sp>
      <p:pic>
        <p:nvPicPr>
          <p:cNvPr id="67" name="图片 66"/>
          <p:cNvPicPr>
            <a:picLocks noChangeAspect="1"/>
          </p:cNvPicPr>
          <p:nvPr>
            <p:custDataLst>
              <p:tags r:id="rId96"/>
            </p:custDataLst>
          </p:nvPr>
        </p:nvPicPr>
        <p:blipFill>
          <a:blip r:embed="rId97">
            <a:extLst>
              <a:ext uri="{96DAC541-7B7A-43D3-8B79-37D633B846F1}">
                <asvg:svgBlip xmlns:asvg="http://schemas.microsoft.com/office/drawing/2016/SVG/main" r:embed="rId98"/>
              </a:ext>
            </a:extLst>
          </a:blip>
          <a:srcRect l="-3492" t="-4314" r="-3492" b="-4314"/>
          <a:stretch>
            <a:fillRect/>
          </a:stretch>
        </p:blipFill>
        <p:spPr>
          <a:xfrm>
            <a:off x="6550660" y="3159760"/>
            <a:ext cx="213995" cy="175895"/>
          </a:xfrm>
          <a:prstGeom prst="rect">
            <a:avLst/>
          </a:prstGeom>
        </p:spPr>
      </p:pic>
      <p:grpSp>
        <p:nvGrpSpPr>
          <p:cNvPr id="107" name="组合 106"/>
          <p:cNvGrpSpPr/>
          <p:nvPr/>
        </p:nvGrpSpPr>
        <p:grpSpPr>
          <a:xfrm>
            <a:off x="7038975" y="2952750"/>
            <a:ext cx="4457700" cy="594360"/>
            <a:chOff x="11085" y="4650"/>
            <a:chExt cx="7020" cy="936"/>
          </a:xfrm>
        </p:grpSpPr>
        <p:sp>
          <p:nvSpPr>
            <p:cNvPr id="68" name="任意多边形 67"/>
            <p:cNvSpPr/>
            <p:nvPr>
              <p:custDataLst>
                <p:tags r:id="rId99"/>
              </p:custDataLst>
            </p:nvPr>
          </p:nvSpPr>
          <p:spPr>
            <a:xfrm>
              <a:off x="11085" y="4650"/>
              <a:ext cx="7020" cy="937"/>
            </a:xfrm>
            <a:custGeom>
              <a:avLst/>
              <a:gdLst>
                <a:gd name="sw" fmla="*/ 1 w 7020"/>
                <a:gd name="sh" fmla="*/ 1 h 937"/>
                <a:gd name="mins" fmla="min sw sh"/>
                <a:gd name="dsw" fmla="+- 0 sw mins"/>
                <a:gd name="dsh" fmla="+- 0 sh mins"/>
                <a:gd name="p0x0" fmla="*/ 120 w 7020"/>
                <a:gd name="p0y0" fmla="*/ 0 h 937"/>
                <a:gd name="p0x1" fmla="*/ 6900 w 7020"/>
                <a:gd name="p0y1" fmla="*/ 0 h 937"/>
                <a:gd name="p0x2" fmla="*/ 6966 w 7020"/>
                <a:gd name="p0y2" fmla="*/ 0 h 937"/>
                <a:gd name="p0x3" fmla="*/ 7020 w 7020"/>
                <a:gd name="p0y3" fmla="*/ 53 h 937"/>
                <a:gd name="p0x4" fmla="*/ 7020 w 7020"/>
                <a:gd name="p0y4" fmla="*/ 120 h 937"/>
                <a:gd name="p0x5" fmla="*/ 7020 w 7020"/>
                <a:gd name="p0y5" fmla="*/ 817 h 937"/>
                <a:gd name="p0x6" fmla="*/ 7020 w 7020"/>
                <a:gd name="p0y6" fmla="*/ 883 h 937"/>
                <a:gd name="p0x7" fmla="*/ 6966 w 7020"/>
                <a:gd name="p0y7" fmla="*/ 937 h 937"/>
                <a:gd name="p0x8" fmla="*/ 6900 w 7020"/>
                <a:gd name="p0y8" fmla="*/ 937 h 937"/>
                <a:gd name="p0x9" fmla="*/ 120 w 7020"/>
                <a:gd name="p0y9" fmla="*/ 937 h 937"/>
                <a:gd name="p0x10" fmla="*/ 53 w 7020"/>
                <a:gd name="p0y10" fmla="*/ 937 h 937"/>
                <a:gd name="p0x11" fmla="*/ 0 w 7020"/>
                <a:gd name="p0y11" fmla="*/ 883 h 937"/>
                <a:gd name="p0x12" fmla="*/ 0 w 7020"/>
                <a:gd name="p0y12" fmla="*/ 817 h 937"/>
                <a:gd name="p0x13" fmla="*/ 0 w 7020"/>
                <a:gd name="p0y13" fmla="*/ 120 h 937"/>
                <a:gd name="p0x14" fmla="*/ 0 w 7020"/>
                <a:gd name="p0y14" fmla="*/ 53 h 937"/>
                <a:gd name="p0x15" fmla="*/ 53 w 7020"/>
                <a:gd name="p0y15" fmla="*/ 0 h 937"/>
                <a:gd name="p0x16" fmla="*/ 120 w 7020"/>
                <a:gd name="p0y16" fmla="*/ 0 h 937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FF7ED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2400"/>
            </a:p>
          </p:txBody>
        </p:sp>
        <p:sp>
          <p:nvSpPr>
            <p:cNvPr id="69" name="任意多边形 68"/>
            <p:cNvSpPr/>
            <p:nvPr>
              <p:custDataLst>
                <p:tags r:id="rId100"/>
              </p:custDataLst>
            </p:nvPr>
          </p:nvSpPr>
          <p:spPr>
            <a:xfrm>
              <a:off x="11085" y="4650"/>
              <a:ext cx="120" cy="937"/>
            </a:xfrm>
            <a:custGeom>
              <a:avLst/>
              <a:gdLst>
                <a:gd name="sw" fmla="*/ 1 w 120"/>
                <a:gd name="sh" fmla="*/ 1 h 937"/>
                <a:gd name="mins" fmla="min sw sh"/>
                <a:gd name="dsw" fmla="+- 0 sw mins"/>
                <a:gd name="dsh" fmla="+- 0 sh mins"/>
                <a:gd name="p0x0" fmla="*/ 0 w 120"/>
                <a:gd name="p0y0" fmla="*/ 817 h 937"/>
                <a:gd name="p0x1" fmla="*/ 0 w 120"/>
                <a:gd name="p0y1" fmla="*/ 120 h 937"/>
                <a:gd name="p0x2" fmla="*/ 0 w 120"/>
                <a:gd name="p0y2" fmla="*/ 53 h 937"/>
                <a:gd name="p0x3" fmla="*/ 53 w 120"/>
                <a:gd name="p0y3" fmla="*/ 0 h 937"/>
                <a:gd name="p0x4" fmla="*/ 120 w 120"/>
                <a:gd name="p0y4" fmla="*/ 0 h 937"/>
                <a:gd name="p0x5" fmla="*/ 86 w 120"/>
                <a:gd name="p0y5" fmla="*/ 0 h 937"/>
                <a:gd name="p0x6" fmla="*/ 60 w 120"/>
                <a:gd name="p0y6" fmla="*/ 53 h 937"/>
                <a:gd name="p0x7" fmla="*/ 60 w 120"/>
                <a:gd name="p0y7" fmla="*/ 120 h 937"/>
                <a:gd name="p0x8" fmla="*/ 60 w 120"/>
                <a:gd name="p0y8" fmla="*/ 817 h 937"/>
                <a:gd name="p0x9" fmla="*/ 60 w 120"/>
                <a:gd name="p0y9" fmla="*/ 883 h 937"/>
                <a:gd name="p0x10" fmla="*/ 86 w 120"/>
                <a:gd name="p0y10" fmla="*/ 937 h 937"/>
                <a:gd name="p0x11" fmla="*/ 120 w 120"/>
                <a:gd name="p0y11" fmla="*/ 937 h 937"/>
                <a:gd name="p0x12" fmla="*/ 53 w 120"/>
                <a:gd name="p0y12" fmla="*/ 937 h 937"/>
                <a:gd name="p0x13" fmla="*/ 0 w 120"/>
                <a:gd name="p0y13" fmla="*/ 883 h 937"/>
                <a:gd name="p0x14" fmla="*/ 0 w 120"/>
                <a:gd name="p0y14" fmla="*/ 817 h 937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cubicBezTo>
                    <a:pt x="p0x5" y="p0y5"/>
                    <a:pt x="p0x6" y="p0y6"/>
                    <a:pt x="p0x7" y="p0y7"/>
                  </a:cubicBezTo>
                  <a:lnTo>
                    <a:pt x="p0x8" y="p0y8"/>
                  </a:lnTo>
                  <a:cubicBezTo>
                    <a:pt x="p0x9" y="p0y9"/>
                    <a:pt x="p0x10" y="p0y10"/>
                    <a:pt x="p0x11" y="p0y11"/>
                  </a:cubicBezTo>
                  <a:cubicBezTo>
                    <a:pt x="p0x12" y="p0y12"/>
                    <a:pt x="p0x13" y="p0y13"/>
                    <a:pt x="p0x14" y="p0y14"/>
                  </a:cubicBezTo>
                  <a:close/>
                </a:path>
              </a:pathLst>
            </a:custGeom>
            <a:solidFill>
              <a:srgbClr val="EA580C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2400"/>
            </a:p>
          </p:txBody>
        </p:sp>
      </p:grpSp>
      <p:sp>
        <p:nvSpPr>
          <p:cNvPr id="71" name="文本框 70"/>
          <p:cNvSpPr txBox="1"/>
          <p:nvPr>
            <p:custDataLst>
              <p:tags r:id="rId101"/>
            </p:custDataLst>
          </p:nvPr>
        </p:nvSpPr>
        <p:spPr>
          <a:xfrm>
            <a:off x="7210425" y="3048000"/>
            <a:ext cx="4152900" cy="2095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sz="14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</a:t>
            </a:r>
            <a:r>
              <a:rPr lang="zh-CN" sz="14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松弛操作更新最短距离</a:t>
            </a:r>
            <a:endParaRPr lang="zh-CN" sz="14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2" name="文本框 71"/>
          <p:cNvSpPr txBox="1"/>
          <p:nvPr>
            <p:custDataLst>
              <p:tags r:id="rId102"/>
            </p:custDataLst>
          </p:nvPr>
        </p:nvSpPr>
        <p:spPr>
          <a:xfrm>
            <a:off x="7210425" y="3276600"/>
            <a:ext cx="4152900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0F172A">
                    <a:alpha val="70196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比较当前路径与已知最短路径，保留最优</a:t>
            </a:r>
            <a:endParaRPr sz="1200">
              <a:solidFill>
                <a:srgbClr val="0F172A">
                  <a:alpha val="70196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0" name="任意多边形 79"/>
          <p:cNvSpPr/>
          <p:nvPr>
            <p:custDataLst>
              <p:tags r:id="rId103"/>
            </p:custDataLst>
          </p:nvPr>
        </p:nvSpPr>
        <p:spPr>
          <a:xfrm>
            <a:off x="6443345" y="4455160"/>
            <a:ext cx="428625" cy="428625"/>
          </a:xfrm>
          <a:custGeom>
            <a:avLst/>
            <a:gdLst>
              <a:gd name="sw" fmla="*/ 1 w 675"/>
              <a:gd name="sh" fmla="*/ 1 h 675"/>
              <a:gd name="mins" fmla="min sw sh"/>
              <a:gd name="dsw" fmla="+- 0 sw mins"/>
              <a:gd name="dsh" fmla="+- 0 sh mins"/>
              <a:gd name="p0x0" fmla="*/ 337 w 675"/>
              <a:gd name="p0y0" fmla="*/ 0 h 675"/>
              <a:gd name="p0x1" fmla="*/ 523 w 675"/>
              <a:gd name="p0y1" fmla="*/ 0 h 675"/>
              <a:gd name="p0x2" fmla="*/ 675 w 675"/>
              <a:gd name="p0y2" fmla="*/ 151 h 675"/>
              <a:gd name="p0x3" fmla="*/ 675 w 675"/>
              <a:gd name="p0y3" fmla="*/ 337 h 675"/>
              <a:gd name="p0x4" fmla="*/ 675 w 675"/>
              <a:gd name="p0y4" fmla="*/ 523 h 675"/>
              <a:gd name="p0x5" fmla="*/ 523 w 675"/>
              <a:gd name="p0y5" fmla="*/ 675 h 675"/>
              <a:gd name="p0x6" fmla="*/ 337 w 675"/>
              <a:gd name="p0y6" fmla="*/ 675 h 675"/>
              <a:gd name="p0x7" fmla="*/ 151 w 675"/>
              <a:gd name="p0y7" fmla="*/ 675 h 675"/>
              <a:gd name="p0x8" fmla="*/ 0 w 675"/>
              <a:gd name="p0y8" fmla="*/ 523 h 675"/>
              <a:gd name="p0x9" fmla="*/ 0 w 675"/>
              <a:gd name="p0y9" fmla="*/ 337 h 675"/>
              <a:gd name="p0x10" fmla="*/ 0 w 675"/>
              <a:gd name="p0y10" fmla="*/ 151 h 675"/>
              <a:gd name="p0x11" fmla="*/ 151 w 675"/>
              <a:gd name="p0y11" fmla="*/ 0 h 675"/>
              <a:gd name="p0x12" fmla="*/ 337 w 675"/>
              <a:gd name="p0y12" fmla="*/ 0 h 67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FFFFFF"/>
          </a:solidFill>
          <a:ln w="28575" cmpd="sng">
            <a:solidFill>
              <a:srgbClr val="EA580C"/>
            </a:solidFill>
            <a:prstDash val="solid"/>
          </a:ln>
          <a:effectLst>
            <a:outerShdw blurRad="57150" dist="19050" dir="5399999" algn="ctr" rotWithShape="0">
              <a:srgbClr val="000000">
                <a:alpha val="5098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400"/>
          </a:p>
        </p:txBody>
      </p:sp>
      <p:pic>
        <p:nvPicPr>
          <p:cNvPr id="81" name="图片 80"/>
          <p:cNvPicPr>
            <a:picLocks noChangeAspect="1"/>
          </p:cNvPicPr>
          <p:nvPr>
            <p:custDataLst>
              <p:tags r:id="rId104"/>
            </p:custDataLst>
          </p:nvPr>
        </p:nvPicPr>
        <p:blipFill>
          <a:blip r:embed="rId105">
            <a:extLst>
              <a:ext uri="{96DAC541-7B7A-43D3-8B79-37D633B846F1}">
                <asvg:svgBlip xmlns:asvg="http://schemas.microsoft.com/office/drawing/2016/SVG/main" r:embed="rId106"/>
              </a:ext>
            </a:extLst>
          </a:blip>
          <a:srcRect l="-3860" t="-4314" r="-3860" b="-4314"/>
          <a:stretch>
            <a:fillRect/>
          </a:stretch>
        </p:blipFill>
        <p:spPr>
          <a:xfrm>
            <a:off x="6560185" y="4578985"/>
            <a:ext cx="194945" cy="175895"/>
          </a:xfrm>
          <a:prstGeom prst="rect">
            <a:avLst/>
          </a:prstGeom>
        </p:spPr>
      </p:pic>
      <p:grpSp>
        <p:nvGrpSpPr>
          <p:cNvPr id="109" name="组合 108"/>
          <p:cNvGrpSpPr/>
          <p:nvPr/>
        </p:nvGrpSpPr>
        <p:grpSpPr>
          <a:xfrm>
            <a:off x="7038975" y="4371975"/>
            <a:ext cx="4457700" cy="594360"/>
            <a:chOff x="11085" y="6885"/>
            <a:chExt cx="7020" cy="936"/>
          </a:xfrm>
        </p:grpSpPr>
        <p:sp>
          <p:nvSpPr>
            <p:cNvPr id="82" name="任意多边形 81"/>
            <p:cNvSpPr/>
            <p:nvPr>
              <p:custDataLst>
                <p:tags r:id="rId107"/>
              </p:custDataLst>
            </p:nvPr>
          </p:nvSpPr>
          <p:spPr>
            <a:xfrm>
              <a:off x="11085" y="6885"/>
              <a:ext cx="7020" cy="937"/>
            </a:xfrm>
            <a:custGeom>
              <a:avLst/>
              <a:gdLst>
                <a:gd name="sw" fmla="*/ 1 w 7020"/>
                <a:gd name="sh" fmla="*/ 1 h 937"/>
                <a:gd name="mins" fmla="min sw sh"/>
                <a:gd name="dsw" fmla="+- 0 sw mins"/>
                <a:gd name="dsh" fmla="+- 0 sh mins"/>
                <a:gd name="p0x0" fmla="*/ 120 w 7020"/>
                <a:gd name="p0y0" fmla="*/ 0 h 937"/>
                <a:gd name="p0x1" fmla="*/ 6900 w 7020"/>
                <a:gd name="p0y1" fmla="*/ 0 h 937"/>
                <a:gd name="p0x2" fmla="*/ 6966 w 7020"/>
                <a:gd name="p0y2" fmla="*/ 0 h 937"/>
                <a:gd name="p0x3" fmla="*/ 7020 w 7020"/>
                <a:gd name="p0y3" fmla="*/ 53 h 937"/>
                <a:gd name="p0x4" fmla="*/ 7020 w 7020"/>
                <a:gd name="p0y4" fmla="*/ 120 h 937"/>
                <a:gd name="p0x5" fmla="*/ 7020 w 7020"/>
                <a:gd name="p0y5" fmla="*/ 817 h 937"/>
                <a:gd name="p0x6" fmla="*/ 7020 w 7020"/>
                <a:gd name="p0y6" fmla="*/ 883 h 937"/>
                <a:gd name="p0x7" fmla="*/ 6966 w 7020"/>
                <a:gd name="p0y7" fmla="*/ 937 h 937"/>
                <a:gd name="p0x8" fmla="*/ 6900 w 7020"/>
                <a:gd name="p0y8" fmla="*/ 937 h 937"/>
                <a:gd name="p0x9" fmla="*/ 120 w 7020"/>
                <a:gd name="p0y9" fmla="*/ 937 h 937"/>
                <a:gd name="p0x10" fmla="*/ 53 w 7020"/>
                <a:gd name="p0y10" fmla="*/ 937 h 937"/>
                <a:gd name="p0x11" fmla="*/ 0 w 7020"/>
                <a:gd name="p0y11" fmla="*/ 883 h 937"/>
                <a:gd name="p0x12" fmla="*/ 0 w 7020"/>
                <a:gd name="p0y12" fmla="*/ 817 h 937"/>
                <a:gd name="p0x13" fmla="*/ 0 w 7020"/>
                <a:gd name="p0y13" fmla="*/ 120 h 937"/>
                <a:gd name="p0x14" fmla="*/ 0 w 7020"/>
                <a:gd name="p0y14" fmla="*/ 53 h 937"/>
                <a:gd name="p0x15" fmla="*/ 53 w 7020"/>
                <a:gd name="p0y15" fmla="*/ 0 h 937"/>
                <a:gd name="p0x16" fmla="*/ 120 w 7020"/>
                <a:gd name="p0y16" fmla="*/ 0 h 937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FF7ED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2400"/>
            </a:p>
          </p:txBody>
        </p:sp>
        <p:sp>
          <p:nvSpPr>
            <p:cNvPr id="83" name="任意多边形 82"/>
            <p:cNvSpPr/>
            <p:nvPr>
              <p:custDataLst>
                <p:tags r:id="rId108"/>
              </p:custDataLst>
            </p:nvPr>
          </p:nvSpPr>
          <p:spPr>
            <a:xfrm>
              <a:off x="11085" y="6885"/>
              <a:ext cx="120" cy="937"/>
            </a:xfrm>
            <a:custGeom>
              <a:avLst/>
              <a:gdLst>
                <a:gd name="sw" fmla="*/ 1 w 120"/>
                <a:gd name="sh" fmla="*/ 1 h 937"/>
                <a:gd name="mins" fmla="min sw sh"/>
                <a:gd name="dsw" fmla="+- 0 sw mins"/>
                <a:gd name="dsh" fmla="+- 0 sh mins"/>
                <a:gd name="p0x0" fmla="*/ 0 w 120"/>
                <a:gd name="p0y0" fmla="*/ 817 h 937"/>
                <a:gd name="p0x1" fmla="*/ 0 w 120"/>
                <a:gd name="p0y1" fmla="*/ 120 h 937"/>
                <a:gd name="p0x2" fmla="*/ 0 w 120"/>
                <a:gd name="p0y2" fmla="*/ 53 h 937"/>
                <a:gd name="p0x3" fmla="*/ 53 w 120"/>
                <a:gd name="p0y3" fmla="*/ 0 h 937"/>
                <a:gd name="p0x4" fmla="*/ 120 w 120"/>
                <a:gd name="p0y4" fmla="*/ 0 h 937"/>
                <a:gd name="p0x5" fmla="*/ 86 w 120"/>
                <a:gd name="p0y5" fmla="*/ 0 h 937"/>
                <a:gd name="p0x6" fmla="*/ 60 w 120"/>
                <a:gd name="p0y6" fmla="*/ 53 h 937"/>
                <a:gd name="p0x7" fmla="*/ 60 w 120"/>
                <a:gd name="p0y7" fmla="*/ 120 h 937"/>
                <a:gd name="p0x8" fmla="*/ 60 w 120"/>
                <a:gd name="p0y8" fmla="*/ 817 h 937"/>
                <a:gd name="p0x9" fmla="*/ 60 w 120"/>
                <a:gd name="p0y9" fmla="*/ 883 h 937"/>
                <a:gd name="p0x10" fmla="*/ 86 w 120"/>
                <a:gd name="p0y10" fmla="*/ 937 h 937"/>
                <a:gd name="p0x11" fmla="*/ 120 w 120"/>
                <a:gd name="p0y11" fmla="*/ 937 h 937"/>
                <a:gd name="p0x12" fmla="*/ 53 w 120"/>
                <a:gd name="p0y12" fmla="*/ 937 h 937"/>
                <a:gd name="p0x13" fmla="*/ 0 w 120"/>
                <a:gd name="p0y13" fmla="*/ 883 h 937"/>
                <a:gd name="p0x14" fmla="*/ 0 w 120"/>
                <a:gd name="p0y14" fmla="*/ 817 h 937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cubicBezTo>
                    <a:pt x="p0x5" y="p0y5"/>
                    <a:pt x="p0x6" y="p0y6"/>
                    <a:pt x="p0x7" y="p0y7"/>
                  </a:cubicBezTo>
                  <a:lnTo>
                    <a:pt x="p0x8" y="p0y8"/>
                  </a:lnTo>
                  <a:cubicBezTo>
                    <a:pt x="p0x9" y="p0y9"/>
                    <a:pt x="p0x10" y="p0y10"/>
                    <a:pt x="p0x11" y="p0y11"/>
                  </a:cubicBezTo>
                  <a:cubicBezTo>
                    <a:pt x="p0x12" y="p0y12"/>
                    <a:pt x="p0x13" y="p0y13"/>
                    <a:pt x="p0x14" y="p0y14"/>
                  </a:cubicBezTo>
                  <a:close/>
                </a:path>
              </a:pathLst>
            </a:custGeom>
            <a:solidFill>
              <a:srgbClr val="EA580C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2400"/>
            </a:p>
          </p:txBody>
        </p:sp>
      </p:grpSp>
      <p:sp>
        <p:nvSpPr>
          <p:cNvPr id="85" name="文本框 84"/>
          <p:cNvSpPr txBox="1"/>
          <p:nvPr>
            <p:custDataLst>
              <p:tags r:id="rId109"/>
            </p:custDataLst>
          </p:nvPr>
        </p:nvSpPr>
        <p:spPr>
          <a:xfrm>
            <a:off x="7210425" y="4467225"/>
            <a:ext cx="4152900" cy="2095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sz="14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 </a:t>
            </a:r>
            <a:r>
              <a:rPr lang="zh-CN" sz="14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返回最短路径</a:t>
            </a:r>
            <a:endParaRPr lang="zh-CN" sz="14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6" name="文本框 85"/>
          <p:cNvSpPr txBox="1"/>
          <p:nvPr>
            <p:custDataLst>
              <p:tags r:id="rId110"/>
            </p:custDataLst>
          </p:nvPr>
        </p:nvSpPr>
        <p:spPr>
          <a:xfrm>
            <a:off x="7210425" y="4695825"/>
            <a:ext cx="4152900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0F172A">
                    <a:alpha val="70196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遍历完成后输出全局最优路径</a:t>
            </a:r>
            <a:endParaRPr sz="1200">
              <a:solidFill>
                <a:srgbClr val="0F172A">
                  <a:alpha val="70196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457200" y="409575"/>
            <a:ext cx="5248275" cy="5715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3000" b="1">
                <a:solidFill>
                  <a:srgbClr val="1E40AF"/>
                </a:solidFill>
                <a:latin typeface="微软雅黑" panose="020B0503020204020204" charset="-122"/>
                <a:ea typeface="微软雅黑" panose="020B0503020204020204" charset="-122"/>
              </a:rPr>
              <a:t>BFS vs Bidirectional BFS</a:t>
            </a:r>
            <a:endParaRPr sz="3000" b="1">
              <a:solidFill>
                <a:srgbClr val="1E40A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48" name="组合 47"/>
          <p:cNvGrpSpPr/>
          <p:nvPr/>
        </p:nvGrpSpPr>
        <p:grpSpPr>
          <a:xfrm>
            <a:off x="457200" y="1162050"/>
            <a:ext cx="7277100" cy="1619250"/>
            <a:chOff x="720" y="1830"/>
            <a:chExt cx="11460" cy="2550"/>
          </a:xfrm>
          <a:effectLst>
            <a:outerShdw blurRad="428625" dist="95250" dir="5399999" algn="ctr" rotWithShape="0">
              <a:srgbClr val="000000">
                <a:alpha val="5882"/>
              </a:srgbClr>
            </a:outerShdw>
          </a:effectLst>
        </p:grpSpPr>
        <p:sp>
          <p:nvSpPr>
            <p:cNvPr id="4" name="任意多边形 3"/>
            <p:cNvSpPr/>
            <p:nvPr>
              <p:custDataLst>
                <p:tags r:id="rId3"/>
              </p:custDataLst>
            </p:nvPr>
          </p:nvSpPr>
          <p:spPr>
            <a:xfrm>
              <a:off x="720" y="1830"/>
              <a:ext cx="11460" cy="2550"/>
            </a:xfrm>
            <a:custGeom>
              <a:avLst/>
              <a:gdLst>
                <a:gd name="sw" fmla="*/ 1 w 11460"/>
                <a:gd name="sh" fmla="*/ 1 h 2550"/>
                <a:gd name="mins" fmla="min sw sh"/>
                <a:gd name="dsw" fmla="+- 0 sw mins"/>
                <a:gd name="dsh" fmla="+- 0 sh mins"/>
                <a:gd name="p0x0" fmla="*/ 240 w 11460"/>
                <a:gd name="p0y0" fmla="*/ 0 h 2550"/>
                <a:gd name="p0x1" fmla="*/ 11220 w 11460"/>
                <a:gd name="p0y1" fmla="*/ 0 h 2550"/>
                <a:gd name="p0x2" fmla="*/ 11352 w 11460"/>
                <a:gd name="p0y2" fmla="*/ 0 h 2550"/>
                <a:gd name="p0x3" fmla="*/ 11460 w 11460"/>
                <a:gd name="p0y3" fmla="*/ 107 h 2550"/>
                <a:gd name="p0x4" fmla="*/ 11460 w 11460"/>
                <a:gd name="p0y4" fmla="*/ 240 h 2550"/>
                <a:gd name="p0x5" fmla="*/ 11460 w 11460"/>
                <a:gd name="p0y5" fmla="*/ 2310 h 2550"/>
                <a:gd name="p0x6" fmla="*/ 11460 w 11460"/>
                <a:gd name="p0y6" fmla="*/ 2442 h 2550"/>
                <a:gd name="p0x7" fmla="*/ 11352 w 11460"/>
                <a:gd name="p0y7" fmla="*/ 2550 h 2550"/>
                <a:gd name="p0x8" fmla="*/ 11220 w 11460"/>
                <a:gd name="p0y8" fmla="*/ 2550 h 2550"/>
                <a:gd name="p0x9" fmla="*/ 240 w 11460"/>
                <a:gd name="p0y9" fmla="*/ 2550 h 2550"/>
                <a:gd name="p0x10" fmla="*/ 107 w 11460"/>
                <a:gd name="p0y10" fmla="*/ 2550 h 2550"/>
                <a:gd name="p0x11" fmla="*/ 0 w 11460"/>
                <a:gd name="p0y11" fmla="*/ 2442 h 2550"/>
                <a:gd name="p0x12" fmla="*/ 0 w 11460"/>
                <a:gd name="p0y12" fmla="*/ 2310 h 2550"/>
                <a:gd name="p0x13" fmla="*/ 0 w 11460"/>
                <a:gd name="p0y13" fmla="*/ 240 h 2550"/>
                <a:gd name="p0x14" fmla="*/ 0 w 11460"/>
                <a:gd name="p0y14" fmla="*/ 107 h 2550"/>
                <a:gd name="p0x15" fmla="*/ 107 w 11460"/>
                <a:gd name="p0y15" fmla="*/ 0 h 2550"/>
                <a:gd name="p0x16" fmla="*/ 240 w 11460"/>
                <a:gd name="p0y16" fmla="*/ 0 h 255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1F5F9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2800"/>
            </a:p>
          </p:txBody>
        </p:sp>
        <p:sp>
          <p:nvSpPr>
            <p:cNvPr id="5" name="任意多边形 4"/>
            <p:cNvSpPr/>
            <p:nvPr>
              <p:custDataLst>
                <p:tags r:id="rId4"/>
              </p:custDataLst>
            </p:nvPr>
          </p:nvSpPr>
          <p:spPr>
            <a:xfrm>
              <a:off x="720" y="1830"/>
              <a:ext cx="240" cy="2550"/>
            </a:xfrm>
            <a:custGeom>
              <a:avLst/>
              <a:gdLst>
                <a:gd name="sw" fmla="*/ 1 w 240"/>
                <a:gd name="sh" fmla="*/ 1 h 2550"/>
                <a:gd name="mins" fmla="min sw sh"/>
                <a:gd name="dsw" fmla="+- 0 sw mins"/>
                <a:gd name="dsh" fmla="+- 0 sh mins"/>
                <a:gd name="p0x0" fmla="*/ 0 w 240"/>
                <a:gd name="p0y0" fmla="*/ 2310 h 2550"/>
                <a:gd name="p0x1" fmla="*/ 0 w 240"/>
                <a:gd name="p0y1" fmla="*/ 240 h 2550"/>
                <a:gd name="p0x2" fmla="*/ 0 w 240"/>
                <a:gd name="p0y2" fmla="*/ 107 h 2550"/>
                <a:gd name="p0x3" fmla="*/ 107 w 240"/>
                <a:gd name="p0y3" fmla="*/ 0 h 2550"/>
                <a:gd name="p0x4" fmla="*/ 240 w 240"/>
                <a:gd name="p0y4" fmla="*/ 0 h 2550"/>
                <a:gd name="p0x5" fmla="*/ 157 w 240"/>
                <a:gd name="p0y5" fmla="*/ 0 h 2550"/>
                <a:gd name="p0x6" fmla="*/ 90 w 240"/>
                <a:gd name="p0y6" fmla="*/ 107 h 2550"/>
                <a:gd name="p0x7" fmla="*/ 90 w 240"/>
                <a:gd name="p0y7" fmla="*/ 240 h 2550"/>
                <a:gd name="p0x8" fmla="*/ 90 w 240"/>
                <a:gd name="p0y8" fmla="*/ 2310 h 2550"/>
                <a:gd name="p0x9" fmla="*/ 90 w 240"/>
                <a:gd name="p0y9" fmla="*/ 2442 h 2550"/>
                <a:gd name="p0x10" fmla="*/ 157 w 240"/>
                <a:gd name="p0y10" fmla="*/ 2550 h 2550"/>
                <a:gd name="p0x11" fmla="*/ 240 w 240"/>
                <a:gd name="p0y11" fmla="*/ 2550 h 2550"/>
                <a:gd name="p0x12" fmla="*/ 107 w 240"/>
                <a:gd name="p0y12" fmla="*/ 2550 h 2550"/>
                <a:gd name="p0x13" fmla="*/ 0 w 240"/>
                <a:gd name="p0y13" fmla="*/ 2442 h 2550"/>
                <a:gd name="p0x14" fmla="*/ 0 w 240"/>
                <a:gd name="p0y14" fmla="*/ 2310 h 255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cubicBezTo>
                    <a:pt x="p0x5" y="p0y5"/>
                    <a:pt x="p0x6" y="p0y6"/>
                    <a:pt x="p0x7" y="p0y7"/>
                  </a:cubicBezTo>
                  <a:lnTo>
                    <a:pt x="p0x8" y="p0y8"/>
                  </a:lnTo>
                  <a:cubicBezTo>
                    <a:pt x="p0x9" y="p0y9"/>
                    <a:pt x="p0x10" y="p0y10"/>
                    <a:pt x="p0x11" y="p0y11"/>
                  </a:cubicBezTo>
                  <a:cubicBezTo>
                    <a:pt x="p0x12" y="p0y12"/>
                    <a:pt x="p0x13" y="p0y13"/>
                    <a:pt x="p0x14" y="p0y14"/>
                  </a:cubicBezTo>
                  <a:close/>
                </a:path>
              </a:pathLst>
            </a:custGeom>
            <a:solidFill>
              <a:srgbClr val="3B82F6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2800"/>
            </a:p>
          </p:txBody>
        </p:sp>
      </p:grpSp>
      <p:sp>
        <p:nvSpPr>
          <p:cNvPr id="7" name="任意多边形 6"/>
          <p:cNvSpPr/>
          <p:nvPr>
            <p:custDataLst>
              <p:tags r:id="rId5"/>
            </p:custDataLst>
          </p:nvPr>
        </p:nvSpPr>
        <p:spPr>
          <a:xfrm>
            <a:off x="742950" y="1685925"/>
            <a:ext cx="571500" cy="571500"/>
          </a:xfrm>
          <a:custGeom>
            <a:avLst/>
            <a:gdLst>
              <a:gd name="sw" fmla="*/ 1 w 900"/>
              <a:gd name="sh" fmla="*/ 1 h 900"/>
              <a:gd name="mins" fmla="min sw sh"/>
              <a:gd name="dsw" fmla="+- 0 sw mins"/>
              <a:gd name="dsh" fmla="+- 0 sh mins"/>
              <a:gd name="p0x0" fmla="*/ 180 w 900"/>
              <a:gd name="p0y0" fmla="*/ 0 h 900"/>
              <a:gd name="p0x1" fmla="*/ 720 w 900"/>
              <a:gd name="p0y1" fmla="*/ 0 h 900"/>
              <a:gd name="p0x2" fmla="*/ 819 w 900"/>
              <a:gd name="p0y2" fmla="*/ 0 h 900"/>
              <a:gd name="p0x3" fmla="*/ 900 w 900"/>
              <a:gd name="p0y3" fmla="*/ 80 h 900"/>
              <a:gd name="p0x4" fmla="*/ 900 w 900"/>
              <a:gd name="p0y4" fmla="*/ 180 h 900"/>
              <a:gd name="p0x5" fmla="*/ 900 w 900"/>
              <a:gd name="p0y5" fmla="*/ 720 h 900"/>
              <a:gd name="p0x6" fmla="*/ 900 w 900"/>
              <a:gd name="p0y6" fmla="*/ 819 h 900"/>
              <a:gd name="p0x7" fmla="*/ 819 w 900"/>
              <a:gd name="p0y7" fmla="*/ 900 h 900"/>
              <a:gd name="p0x8" fmla="*/ 720 w 900"/>
              <a:gd name="p0y8" fmla="*/ 900 h 900"/>
              <a:gd name="p0x9" fmla="*/ 180 w 900"/>
              <a:gd name="p0y9" fmla="*/ 900 h 900"/>
              <a:gd name="p0x10" fmla="*/ 80 w 900"/>
              <a:gd name="p0y10" fmla="*/ 900 h 900"/>
              <a:gd name="p0x11" fmla="*/ 0 w 900"/>
              <a:gd name="p0y11" fmla="*/ 819 h 900"/>
              <a:gd name="p0x12" fmla="*/ 0 w 900"/>
              <a:gd name="p0y12" fmla="*/ 720 h 900"/>
              <a:gd name="p0x13" fmla="*/ 0 w 900"/>
              <a:gd name="p0y13" fmla="*/ 180 h 900"/>
              <a:gd name="p0x14" fmla="*/ 0 w 900"/>
              <a:gd name="p0y14" fmla="*/ 80 h 900"/>
              <a:gd name="p0x15" fmla="*/ 80 w 900"/>
              <a:gd name="p0y15" fmla="*/ 0 h 900"/>
              <a:gd name="p0x16" fmla="*/ 180 w 900"/>
              <a:gd name="p0y16" fmla="*/ 0 h 90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ED7A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800"/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t="-4348" b="-4348"/>
          <a:stretch>
            <a:fillRect/>
          </a:stretch>
        </p:blipFill>
        <p:spPr>
          <a:xfrm>
            <a:off x="914400" y="1852295"/>
            <a:ext cx="228600" cy="238125"/>
          </a:xfrm>
          <a:prstGeom prst="rect">
            <a:avLst/>
          </a:prstGeom>
        </p:spPr>
      </p:pic>
      <p:sp>
        <p:nvSpPr>
          <p:cNvPr id="9" name="文本框 8"/>
          <p:cNvSpPr txBox="1"/>
          <p:nvPr>
            <p:custDataLst>
              <p:tags r:id="rId9"/>
            </p:custDataLst>
          </p:nvPr>
        </p:nvSpPr>
        <p:spPr>
          <a:xfrm>
            <a:off x="1600200" y="1731169"/>
            <a:ext cx="2066925" cy="16668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400" b="1" spc="75">
                <a:solidFill>
                  <a:srgbClr val="0F172A">
                    <a:alpha val="70196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单向</a:t>
            </a:r>
            <a:r>
              <a:rPr lang="en-US" altLang="zh-CN" sz="1400" b="1" spc="75">
                <a:solidFill>
                  <a:srgbClr val="0F172A">
                    <a:alpha val="70196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BFS</a:t>
            </a:r>
            <a:endParaRPr lang="en-US" altLang="zh-CN" sz="1400" b="1" spc="75">
              <a:solidFill>
                <a:srgbClr val="0F172A">
                  <a:alpha val="70196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10"/>
            </p:custDataLst>
          </p:nvPr>
        </p:nvSpPr>
        <p:spPr>
          <a:xfrm>
            <a:off x="1600200" y="1935956"/>
            <a:ext cx="2066925" cy="2762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20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搜索半径</a:t>
            </a:r>
            <a:r>
              <a:rPr lang="en-US" altLang="zh-CN" sz="20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r</a:t>
            </a:r>
            <a:endParaRPr lang="en-US" altLang="zh-CN" sz="200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 t="-37500" b="-37500"/>
          <a:stretch>
            <a:fillRect/>
          </a:stretch>
        </p:blipFill>
        <p:spPr>
          <a:xfrm>
            <a:off x="4162425" y="1880870"/>
            <a:ext cx="190500" cy="200025"/>
          </a:xfrm>
          <a:prstGeom prst="rect">
            <a:avLst/>
          </a:prstGeom>
        </p:spPr>
      </p:pic>
      <p:sp>
        <p:nvSpPr>
          <p:cNvPr id="12" name="文本框 11"/>
          <p:cNvSpPr txBox="1"/>
          <p:nvPr>
            <p:custDataLst>
              <p:tags r:id="rId14"/>
            </p:custDataLst>
          </p:nvPr>
        </p:nvSpPr>
        <p:spPr>
          <a:xfrm>
            <a:off x="4848225" y="1604515"/>
            <a:ext cx="2657475" cy="16668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400" b="1" spc="75">
                <a:solidFill>
                  <a:srgbClr val="3B82F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双向</a:t>
            </a:r>
            <a:r>
              <a:rPr lang="en-US" altLang="zh-CN" sz="1400" b="1" spc="75">
                <a:solidFill>
                  <a:srgbClr val="3B82F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BFS</a:t>
            </a:r>
            <a:endParaRPr lang="en-US" altLang="zh-CN" sz="1400" b="1" spc="75">
              <a:solidFill>
                <a:srgbClr val="3B82F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5"/>
            </p:custDataLst>
          </p:nvPr>
        </p:nvSpPr>
        <p:spPr>
          <a:xfrm>
            <a:off x="4848225" y="1809302"/>
            <a:ext cx="2657475" cy="3048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2400" b="1">
                <a:solidFill>
                  <a:srgbClr val="1E40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双半径</a:t>
            </a:r>
            <a:r>
              <a:rPr lang="en-US" altLang="zh-CN" sz="2400" b="1">
                <a:solidFill>
                  <a:srgbClr val="1E40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r/2</a:t>
            </a:r>
            <a:endParaRPr lang="en-US" altLang="zh-CN" sz="2400" b="1">
              <a:solidFill>
                <a:srgbClr val="1E40A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16"/>
            </p:custDataLst>
          </p:nvPr>
        </p:nvSpPr>
        <p:spPr>
          <a:xfrm>
            <a:off x="4848225" y="2134105"/>
            <a:ext cx="2657475" cy="21717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17000"/>
              </a:lnSpc>
            </a:pPr>
            <a:r>
              <a:rPr lang="zh-CN" altLang="en-US" sz="1600">
                <a:solidFill>
                  <a:srgbClr val="0F172A">
                    <a:alpha val="70196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搜索空间</a:t>
            </a:r>
            <a:r>
              <a:rPr lang="en-US" altLang="zh-CN" sz="1600">
                <a:solidFill>
                  <a:srgbClr val="0F172A">
                    <a:alpha val="70196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πr²/2</a:t>
            </a:r>
            <a:r>
              <a:rPr lang="zh-CN" altLang="en-US" sz="1600">
                <a:solidFill>
                  <a:srgbClr val="0F172A">
                    <a:alpha val="70196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，减少约</a:t>
            </a:r>
            <a:r>
              <a:rPr lang="en-US" altLang="zh-CN" sz="1600">
                <a:solidFill>
                  <a:srgbClr val="0F172A">
                    <a:alpha val="70196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50%</a:t>
            </a:r>
            <a:endParaRPr lang="en-US" altLang="zh-CN" sz="1600">
              <a:solidFill>
                <a:srgbClr val="0F172A">
                  <a:alpha val="70196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49" name="组合 48"/>
          <p:cNvGrpSpPr/>
          <p:nvPr/>
        </p:nvGrpSpPr>
        <p:grpSpPr>
          <a:xfrm>
            <a:off x="457200" y="2971800"/>
            <a:ext cx="7277100" cy="1619250"/>
            <a:chOff x="720" y="4680"/>
            <a:chExt cx="11460" cy="2550"/>
          </a:xfrm>
          <a:effectLst>
            <a:outerShdw blurRad="428625" dist="95250" dir="5399999" algn="ctr" rotWithShape="0">
              <a:srgbClr val="000000">
                <a:alpha val="5882"/>
              </a:srgbClr>
            </a:outerShdw>
          </a:effectLst>
        </p:grpSpPr>
        <p:sp>
          <p:nvSpPr>
            <p:cNvPr id="16" name="任意多边形 15"/>
            <p:cNvSpPr/>
            <p:nvPr>
              <p:custDataLst>
                <p:tags r:id="rId17"/>
              </p:custDataLst>
            </p:nvPr>
          </p:nvSpPr>
          <p:spPr>
            <a:xfrm>
              <a:off x="720" y="4680"/>
              <a:ext cx="11460" cy="2550"/>
            </a:xfrm>
            <a:custGeom>
              <a:avLst/>
              <a:gdLst>
                <a:gd name="sw" fmla="*/ 1 w 11460"/>
                <a:gd name="sh" fmla="*/ 1 h 2550"/>
                <a:gd name="mins" fmla="min sw sh"/>
                <a:gd name="dsw" fmla="+- 0 sw mins"/>
                <a:gd name="dsh" fmla="+- 0 sh mins"/>
                <a:gd name="p0x0" fmla="*/ 240 w 11460"/>
                <a:gd name="p0y0" fmla="*/ 0 h 2550"/>
                <a:gd name="p0x1" fmla="*/ 11220 w 11460"/>
                <a:gd name="p0y1" fmla="*/ 0 h 2550"/>
                <a:gd name="p0x2" fmla="*/ 11352 w 11460"/>
                <a:gd name="p0y2" fmla="*/ 0 h 2550"/>
                <a:gd name="p0x3" fmla="*/ 11460 w 11460"/>
                <a:gd name="p0y3" fmla="*/ 107 h 2550"/>
                <a:gd name="p0x4" fmla="*/ 11460 w 11460"/>
                <a:gd name="p0y4" fmla="*/ 240 h 2550"/>
                <a:gd name="p0x5" fmla="*/ 11460 w 11460"/>
                <a:gd name="p0y5" fmla="*/ 2310 h 2550"/>
                <a:gd name="p0x6" fmla="*/ 11460 w 11460"/>
                <a:gd name="p0y6" fmla="*/ 2442 h 2550"/>
                <a:gd name="p0x7" fmla="*/ 11352 w 11460"/>
                <a:gd name="p0y7" fmla="*/ 2550 h 2550"/>
                <a:gd name="p0x8" fmla="*/ 11220 w 11460"/>
                <a:gd name="p0y8" fmla="*/ 2550 h 2550"/>
                <a:gd name="p0x9" fmla="*/ 240 w 11460"/>
                <a:gd name="p0y9" fmla="*/ 2550 h 2550"/>
                <a:gd name="p0x10" fmla="*/ 107 w 11460"/>
                <a:gd name="p0y10" fmla="*/ 2550 h 2550"/>
                <a:gd name="p0x11" fmla="*/ 0 w 11460"/>
                <a:gd name="p0y11" fmla="*/ 2442 h 2550"/>
                <a:gd name="p0x12" fmla="*/ 0 w 11460"/>
                <a:gd name="p0y12" fmla="*/ 2310 h 2550"/>
                <a:gd name="p0x13" fmla="*/ 0 w 11460"/>
                <a:gd name="p0y13" fmla="*/ 240 h 2550"/>
                <a:gd name="p0x14" fmla="*/ 0 w 11460"/>
                <a:gd name="p0y14" fmla="*/ 107 h 2550"/>
                <a:gd name="p0x15" fmla="*/ 107 w 11460"/>
                <a:gd name="p0y15" fmla="*/ 0 h 2550"/>
                <a:gd name="p0x16" fmla="*/ 240 w 11460"/>
                <a:gd name="p0y16" fmla="*/ 0 h 255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1F5F9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2800"/>
            </a:p>
          </p:txBody>
        </p:sp>
        <p:sp>
          <p:nvSpPr>
            <p:cNvPr id="17" name="任意多边形 16"/>
            <p:cNvSpPr/>
            <p:nvPr>
              <p:custDataLst>
                <p:tags r:id="rId18"/>
              </p:custDataLst>
            </p:nvPr>
          </p:nvSpPr>
          <p:spPr>
            <a:xfrm>
              <a:off x="720" y="4680"/>
              <a:ext cx="240" cy="2550"/>
            </a:xfrm>
            <a:custGeom>
              <a:avLst/>
              <a:gdLst>
                <a:gd name="sw" fmla="*/ 1 w 240"/>
                <a:gd name="sh" fmla="*/ 1 h 2550"/>
                <a:gd name="mins" fmla="min sw sh"/>
                <a:gd name="dsw" fmla="+- 0 sw mins"/>
                <a:gd name="dsh" fmla="+- 0 sh mins"/>
                <a:gd name="p0x0" fmla="*/ 0 w 240"/>
                <a:gd name="p0y0" fmla="*/ 2310 h 2550"/>
                <a:gd name="p0x1" fmla="*/ 0 w 240"/>
                <a:gd name="p0y1" fmla="*/ 240 h 2550"/>
                <a:gd name="p0x2" fmla="*/ 0 w 240"/>
                <a:gd name="p0y2" fmla="*/ 107 h 2550"/>
                <a:gd name="p0x3" fmla="*/ 107 w 240"/>
                <a:gd name="p0y3" fmla="*/ 0 h 2550"/>
                <a:gd name="p0x4" fmla="*/ 240 w 240"/>
                <a:gd name="p0y4" fmla="*/ 0 h 2550"/>
                <a:gd name="p0x5" fmla="*/ 157 w 240"/>
                <a:gd name="p0y5" fmla="*/ 0 h 2550"/>
                <a:gd name="p0x6" fmla="*/ 90 w 240"/>
                <a:gd name="p0y6" fmla="*/ 107 h 2550"/>
                <a:gd name="p0x7" fmla="*/ 90 w 240"/>
                <a:gd name="p0y7" fmla="*/ 240 h 2550"/>
                <a:gd name="p0x8" fmla="*/ 90 w 240"/>
                <a:gd name="p0y8" fmla="*/ 2310 h 2550"/>
                <a:gd name="p0x9" fmla="*/ 90 w 240"/>
                <a:gd name="p0y9" fmla="*/ 2442 h 2550"/>
                <a:gd name="p0x10" fmla="*/ 157 w 240"/>
                <a:gd name="p0y10" fmla="*/ 2550 h 2550"/>
                <a:gd name="p0x11" fmla="*/ 240 w 240"/>
                <a:gd name="p0y11" fmla="*/ 2550 h 2550"/>
                <a:gd name="p0x12" fmla="*/ 107 w 240"/>
                <a:gd name="p0y12" fmla="*/ 2550 h 2550"/>
                <a:gd name="p0x13" fmla="*/ 0 w 240"/>
                <a:gd name="p0y13" fmla="*/ 2442 h 2550"/>
                <a:gd name="p0x14" fmla="*/ 0 w 240"/>
                <a:gd name="p0y14" fmla="*/ 2310 h 255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cubicBezTo>
                    <a:pt x="p0x5" y="p0y5"/>
                    <a:pt x="p0x6" y="p0y6"/>
                    <a:pt x="p0x7" y="p0y7"/>
                  </a:cubicBezTo>
                  <a:lnTo>
                    <a:pt x="p0x8" y="p0y8"/>
                  </a:lnTo>
                  <a:cubicBezTo>
                    <a:pt x="p0x9" y="p0y9"/>
                    <a:pt x="p0x10" y="p0y10"/>
                    <a:pt x="p0x11" y="p0y11"/>
                  </a:cubicBezTo>
                  <a:cubicBezTo>
                    <a:pt x="p0x12" y="p0y12"/>
                    <a:pt x="p0x13" y="p0y13"/>
                    <a:pt x="p0x14" y="p0y14"/>
                  </a:cubicBezTo>
                  <a:close/>
                </a:path>
              </a:pathLst>
            </a:custGeom>
            <a:solidFill>
              <a:srgbClr val="3B82F6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2800"/>
            </a:p>
          </p:txBody>
        </p:sp>
      </p:grpSp>
      <p:sp>
        <p:nvSpPr>
          <p:cNvPr id="19" name="任意多边形 18"/>
          <p:cNvSpPr/>
          <p:nvPr>
            <p:custDataLst>
              <p:tags r:id="rId19"/>
            </p:custDataLst>
          </p:nvPr>
        </p:nvSpPr>
        <p:spPr>
          <a:xfrm>
            <a:off x="742950" y="3495675"/>
            <a:ext cx="571500" cy="571500"/>
          </a:xfrm>
          <a:custGeom>
            <a:avLst/>
            <a:gdLst>
              <a:gd name="sw" fmla="*/ 1 w 900"/>
              <a:gd name="sh" fmla="*/ 1 h 900"/>
              <a:gd name="mins" fmla="min sw sh"/>
              <a:gd name="dsw" fmla="+- 0 sw mins"/>
              <a:gd name="dsh" fmla="+- 0 sh mins"/>
              <a:gd name="p0x0" fmla="*/ 180 w 900"/>
              <a:gd name="p0y0" fmla="*/ 0 h 900"/>
              <a:gd name="p0x1" fmla="*/ 720 w 900"/>
              <a:gd name="p0y1" fmla="*/ 0 h 900"/>
              <a:gd name="p0x2" fmla="*/ 819 w 900"/>
              <a:gd name="p0y2" fmla="*/ 0 h 900"/>
              <a:gd name="p0x3" fmla="*/ 900 w 900"/>
              <a:gd name="p0y3" fmla="*/ 80 h 900"/>
              <a:gd name="p0x4" fmla="*/ 900 w 900"/>
              <a:gd name="p0y4" fmla="*/ 180 h 900"/>
              <a:gd name="p0x5" fmla="*/ 900 w 900"/>
              <a:gd name="p0y5" fmla="*/ 720 h 900"/>
              <a:gd name="p0x6" fmla="*/ 900 w 900"/>
              <a:gd name="p0y6" fmla="*/ 819 h 900"/>
              <a:gd name="p0x7" fmla="*/ 819 w 900"/>
              <a:gd name="p0y7" fmla="*/ 900 h 900"/>
              <a:gd name="p0x8" fmla="*/ 720 w 900"/>
              <a:gd name="p0y8" fmla="*/ 900 h 900"/>
              <a:gd name="p0x9" fmla="*/ 180 w 900"/>
              <a:gd name="p0y9" fmla="*/ 900 h 900"/>
              <a:gd name="p0x10" fmla="*/ 80 w 900"/>
              <a:gd name="p0y10" fmla="*/ 900 h 900"/>
              <a:gd name="p0x11" fmla="*/ 0 w 900"/>
              <a:gd name="p0y11" fmla="*/ 819 h 900"/>
              <a:gd name="p0x12" fmla="*/ 0 w 900"/>
              <a:gd name="p0y12" fmla="*/ 720 h 900"/>
              <a:gd name="p0x13" fmla="*/ 0 w 900"/>
              <a:gd name="p0y13" fmla="*/ 180 h 900"/>
              <a:gd name="p0x14" fmla="*/ 0 w 900"/>
              <a:gd name="p0y14" fmla="*/ 80 h 900"/>
              <a:gd name="p0x15" fmla="*/ 80 w 900"/>
              <a:gd name="p0y15" fmla="*/ 0 h 900"/>
              <a:gd name="p0x16" fmla="*/ 180 w 900"/>
              <a:gd name="p0y16" fmla="*/ 0 h 90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ED7A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800"/>
          </a:p>
        </p:txBody>
      </p:sp>
      <p:pic>
        <p:nvPicPr>
          <p:cNvPr id="20" name="图片 19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 l="-8333" t="-2083" r="-8333" b="-2083"/>
          <a:stretch>
            <a:fillRect/>
          </a:stretch>
        </p:blipFill>
        <p:spPr>
          <a:xfrm>
            <a:off x="928370" y="3662045"/>
            <a:ext cx="200025" cy="238125"/>
          </a:xfrm>
          <a:prstGeom prst="rect">
            <a:avLst/>
          </a:prstGeom>
        </p:spPr>
      </p:pic>
      <p:sp>
        <p:nvSpPr>
          <p:cNvPr id="21" name="文本框 20"/>
          <p:cNvSpPr txBox="1"/>
          <p:nvPr>
            <p:custDataLst>
              <p:tags r:id="rId23"/>
            </p:custDataLst>
          </p:nvPr>
        </p:nvSpPr>
        <p:spPr>
          <a:xfrm>
            <a:off x="1600200" y="3540919"/>
            <a:ext cx="2066925" cy="16668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400" b="1" spc="75">
                <a:solidFill>
                  <a:srgbClr val="0F172A">
                    <a:alpha val="70196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时间复杂度</a:t>
            </a:r>
            <a:endParaRPr sz="1400" b="1" spc="75">
              <a:solidFill>
                <a:srgbClr val="0F172A">
                  <a:alpha val="70196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>
            <p:custDataLst>
              <p:tags r:id="rId24"/>
            </p:custDataLst>
          </p:nvPr>
        </p:nvSpPr>
        <p:spPr>
          <a:xfrm>
            <a:off x="1600200" y="3745706"/>
            <a:ext cx="2066925" cy="2762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20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O(V + E)</a:t>
            </a:r>
            <a:endParaRPr sz="200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3" name="图片 22"/>
          <p:cNvPicPr>
            <a:picLocks noChangeAspect="1"/>
          </p:cNvPicPr>
          <p:nvPr>
            <p:custDataLst>
              <p:tags r:id="rId25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 t="-37500" b="-37500"/>
          <a:stretch>
            <a:fillRect/>
          </a:stretch>
        </p:blipFill>
        <p:spPr>
          <a:xfrm>
            <a:off x="4162425" y="3690620"/>
            <a:ext cx="190500" cy="200025"/>
          </a:xfrm>
          <a:prstGeom prst="rect">
            <a:avLst/>
          </a:prstGeom>
        </p:spPr>
      </p:pic>
      <p:sp>
        <p:nvSpPr>
          <p:cNvPr id="24" name="文本框 23"/>
          <p:cNvSpPr txBox="1"/>
          <p:nvPr>
            <p:custDataLst>
              <p:tags r:id="rId26"/>
            </p:custDataLst>
          </p:nvPr>
        </p:nvSpPr>
        <p:spPr>
          <a:xfrm>
            <a:off x="4848225" y="3414265"/>
            <a:ext cx="2657475" cy="16668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400" b="1" spc="75">
                <a:solidFill>
                  <a:srgbClr val="3B82F6"/>
                </a:solidFill>
                <a:latin typeface="微软雅黑" panose="020B0503020204020204" charset="-122"/>
                <a:ea typeface="微软雅黑" panose="020B0503020204020204" charset="-122"/>
              </a:rPr>
              <a:t>时间复杂度</a:t>
            </a:r>
            <a:endParaRPr sz="1400" b="1" spc="75">
              <a:solidFill>
                <a:srgbClr val="3B82F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文本框 24"/>
          <p:cNvSpPr txBox="1"/>
          <p:nvPr>
            <p:custDataLst>
              <p:tags r:id="rId27"/>
            </p:custDataLst>
          </p:nvPr>
        </p:nvSpPr>
        <p:spPr>
          <a:xfrm>
            <a:off x="4848225" y="3619052"/>
            <a:ext cx="2657475" cy="3048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2400" b="1">
                <a:solidFill>
                  <a:srgbClr val="1E40AF"/>
                </a:solidFill>
                <a:latin typeface="微软雅黑" panose="020B0503020204020204" charset="-122"/>
                <a:ea typeface="微软雅黑" panose="020B0503020204020204" charset="-122"/>
              </a:rPr>
              <a:t>O(V/2 + E/2)</a:t>
            </a:r>
            <a:endParaRPr sz="2400" b="1">
              <a:solidFill>
                <a:srgbClr val="1E40A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文本框 25"/>
          <p:cNvSpPr txBox="1"/>
          <p:nvPr>
            <p:custDataLst>
              <p:tags r:id="rId28"/>
            </p:custDataLst>
          </p:nvPr>
        </p:nvSpPr>
        <p:spPr>
          <a:xfrm>
            <a:off x="4848225" y="3943855"/>
            <a:ext cx="2657475" cy="21717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17000"/>
              </a:lnSpc>
            </a:pPr>
            <a:r>
              <a:rPr lang="zh-CN" altLang="en-US" sz="1600">
                <a:solidFill>
                  <a:srgbClr val="0F172A">
                    <a:alpha val="70196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理论速度提升</a:t>
            </a:r>
            <a:r>
              <a:rPr lang="en-US" altLang="zh-CN" sz="1600">
                <a:solidFill>
                  <a:srgbClr val="0F172A">
                    <a:alpha val="70196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 </a:t>
            </a:r>
            <a:r>
              <a:rPr lang="zh-CN" altLang="en-US" sz="1600">
                <a:solidFill>
                  <a:srgbClr val="0F172A">
                    <a:alpha val="70196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倍</a:t>
            </a:r>
            <a:endParaRPr lang="zh-CN" altLang="en-US" sz="1600">
              <a:solidFill>
                <a:srgbClr val="0F172A">
                  <a:alpha val="70196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50" name="组合 49"/>
          <p:cNvGrpSpPr/>
          <p:nvPr/>
        </p:nvGrpSpPr>
        <p:grpSpPr>
          <a:xfrm>
            <a:off x="457200" y="4781550"/>
            <a:ext cx="7277100" cy="1619250"/>
            <a:chOff x="720" y="7530"/>
            <a:chExt cx="11460" cy="2550"/>
          </a:xfrm>
          <a:effectLst>
            <a:outerShdw blurRad="428625" dist="95250" dir="5399999" algn="ctr" rotWithShape="0">
              <a:srgbClr val="000000">
                <a:alpha val="5882"/>
              </a:srgbClr>
            </a:outerShdw>
          </a:effectLst>
        </p:grpSpPr>
        <p:sp>
          <p:nvSpPr>
            <p:cNvPr id="28" name="任意多边形 27"/>
            <p:cNvSpPr/>
            <p:nvPr>
              <p:custDataLst>
                <p:tags r:id="rId29"/>
              </p:custDataLst>
            </p:nvPr>
          </p:nvSpPr>
          <p:spPr>
            <a:xfrm>
              <a:off x="720" y="7530"/>
              <a:ext cx="11460" cy="2550"/>
            </a:xfrm>
            <a:custGeom>
              <a:avLst/>
              <a:gdLst>
                <a:gd name="sw" fmla="*/ 1 w 11460"/>
                <a:gd name="sh" fmla="*/ 1 h 2550"/>
                <a:gd name="mins" fmla="min sw sh"/>
                <a:gd name="dsw" fmla="+- 0 sw mins"/>
                <a:gd name="dsh" fmla="+- 0 sh mins"/>
                <a:gd name="p0x0" fmla="*/ 240 w 11460"/>
                <a:gd name="p0y0" fmla="*/ 0 h 2550"/>
                <a:gd name="p0x1" fmla="*/ 11220 w 11460"/>
                <a:gd name="p0y1" fmla="*/ 0 h 2550"/>
                <a:gd name="p0x2" fmla="*/ 11352 w 11460"/>
                <a:gd name="p0y2" fmla="*/ 0 h 2550"/>
                <a:gd name="p0x3" fmla="*/ 11460 w 11460"/>
                <a:gd name="p0y3" fmla="*/ 107 h 2550"/>
                <a:gd name="p0x4" fmla="*/ 11460 w 11460"/>
                <a:gd name="p0y4" fmla="*/ 240 h 2550"/>
                <a:gd name="p0x5" fmla="*/ 11460 w 11460"/>
                <a:gd name="p0y5" fmla="*/ 2310 h 2550"/>
                <a:gd name="p0x6" fmla="*/ 11460 w 11460"/>
                <a:gd name="p0y6" fmla="*/ 2442 h 2550"/>
                <a:gd name="p0x7" fmla="*/ 11352 w 11460"/>
                <a:gd name="p0y7" fmla="*/ 2550 h 2550"/>
                <a:gd name="p0x8" fmla="*/ 11220 w 11460"/>
                <a:gd name="p0y8" fmla="*/ 2550 h 2550"/>
                <a:gd name="p0x9" fmla="*/ 240 w 11460"/>
                <a:gd name="p0y9" fmla="*/ 2550 h 2550"/>
                <a:gd name="p0x10" fmla="*/ 107 w 11460"/>
                <a:gd name="p0y10" fmla="*/ 2550 h 2550"/>
                <a:gd name="p0x11" fmla="*/ 0 w 11460"/>
                <a:gd name="p0y11" fmla="*/ 2442 h 2550"/>
                <a:gd name="p0x12" fmla="*/ 0 w 11460"/>
                <a:gd name="p0y12" fmla="*/ 2310 h 2550"/>
                <a:gd name="p0x13" fmla="*/ 0 w 11460"/>
                <a:gd name="p0y13" fmla="*/ 240 h 2550"/>
                <a:gd name="p0x14" fmla="*/ 0 w 11460"/>
                <a:gd name="p0y14" fmla="*/ 107 h 2550"/>
                <a:gd name="p0x15" fmla="*/ 107 w 11460"/>
                <a:gd name="p0y15" fmla="*/ 0 h 2550"/>
                <a:gd name="p0x16" fmla="*/ 240 w 11460"/>
                <a:gd name="p0y16" fmla="*/ 0 h 255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1F5F9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2800"/>
            </a:p>
          </p:txBody>
        </p:sp>
        <p:sp>
          <p:nvSpPr>
            <p:cNvPr id="29" name="任意多边形 28"/>
            <p:cNvSpPr/>
            <p:nvPr>
              <p:custDataLst>
                <p:tags r:id="rId30"/>
              </p:custDataLst>
            </p:nvPr>
          </p:nvSpPr>
          <p:spPr>
            <a:xfrm>
              <a:off x="720" y="7530"/>
              <a:ext cx="240" cy="2550"/>
            </a:xfrm>
            <a:custGeom>
              <a:avLst/>
              <a:gdLst>
                <a:gd name="sw" fmla="*/ 1 w 240"/>
                <a:gd name="sh" fmla="*/ 1 h 2550"/>
                <a:gd name="mins" fmla="min sw sh"/>
                <a:gd name="dsw" fmla="+- 0 sw mins"/>
                <a:gd name="dsh" fmla="+- 0 sh mins"/>
                <a:gd name="p0x0" fmla="*/ 0 w 240"/>
                <a:gd name="p0y0" fmla="*/ 2310 h 2550"/>
                <a:gd name="p0x1" fmla="*/ 0 w 240"/>
                <a:gd name="p0y1" fmla="*/ 240 h 2550"/>
                <a:gd name="p0x2" fmla="*/ 0 w 240"/>
                <a:gd name="p0y2" fmla="*/ 107 h 2550"/>
                <a:gd name="p0x3" fmla="*/ 107 w 240"/>
                <a:gd name="p0y3" fmla="*/ 0 h 2550"/>
                <a:gd name="p0x4" fmla="*/ 240 w 240"/>
                <a:gd name="p0y4" fmla="*/ 0 h 2550"/>
                <a:gd name="p0x5" fmla="*/ 157 w 240"/>
                <a:gd name="p0y5" fmla="*/ 0 h 2550"/>
                <a:gd name="p0x6" fmla="*/ 90 w 240"/>
                <a:gd name="p0y6" fmla="*/ 107 h 2550"/>
                <a:gd name="p0x7" fmla="*/ 90 w 240"/>
                <a:gd name="p0y7" fmla="*/ 240 h 2550"/>
                <a:gd name="p0x8" fmla="*/ 90 w 240"/>
                <a:gd name="p0y8" fmla="*/ 2310 h 2550"/>
                <a:gd name="p0x9" fmla="*/ 90 w 240"/>
                <a:gd name="p0y9" fmla="*/ 2442 h 2550"/>
                <a:gd name="p0x10" fmla="*/ 157 w 240"/>
                <a:gd name="p0y10" fmla="*/ 2550 h 2550"/>
                <a:gd name="p0x11" fmla="*/ 240 w 240"/>
                <a:gd name="p0y11" fmla="*/ 2550 h 2550"/>
                <a:gd name="p0x12" fmla="*/ 107 w 240"/>
                <a:gd name="p0y12" fmla="*/ 2550 h 2550"/>
                <a:gd name="p0x13" fmla="*/ 0 w 240"/>
                <a:gd name="p0y13" fmla="*/ 2442 h 2550"/>
                <a:gd name="p0x14" fmla="*/ 0 w 240"/>
                <a:gd name="p0y14" fmla="*/ 2310 h 255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cubicBezTo>
                    <a:pt x="p0x5" y="p0y5"/>
                    <a:pt x="p0x6" y="p0y6"/>
                    <a:pt x="p0x7" y="p0y7"/>
                  </a:cubicBezTo>
                  <a:lnTo>
                    <a:pt x="p0x8" y="p0y8"/>
                  </a:lnTo>
                  <a:cubicBezTo>
                    <a:pt x="p0x9" y="p0y9"/>
                    <a:pt x="p0x10" y="p0y10"/>
                    <a:pt x="p0x11" y="p0y11"/>
                  </a:cubicBezTo>
                  <a:cubicBezTo>
                    <a:pt x="p0x12" y="p0y12"/>
                    <a:pt x="p0x13" y="p0y13"/>
                    <a:pt x="p0x14" y="p0y14"/>
                  </a:cubicBezTo>
                  <a:close/>
                </a:path>
              </a:pathLst>
            </a:custGeom>
            <a:solidFill>
              <a:srgbClr val="3B82F6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2800"/>
            </a:p>
          </p:txBody>
        </p:sp>
      </p:grpSp>
      <p:sp>
        <p:nvSpPr>
          <p:cNvPr id="31" name="任意多边形 30"/>
          <p:cNvSpPr/>
          <p:nvPr>
            <p:custDataLst>
              <p:tags r:id="rId31"/>
            </p:custDataLst>
          </p:nvPr>
        </p:nvSpPr>
        <p:spPr>
          <a:xfrm>
            <a:off x="742950" y="5305425"/>
            <a:ext cx="571500" cy="571500"/>
          </a:xfrm>
          <a:custGeom>
            <a:avLst/>
            <a:gdLst>
              <a:gd name="sw" fmla="*/ 1 w 900"/>
              <a:gd name="sh" fmla="*/ 1 h 900"/>
              <a:gd name="mins" fmla="min sw sh"/>
              <a:gd name="dsw" fmla="+- 0 sw mins"/>
              <a:gd name="dsh" fmla="+- 0 sh mins"/>
              <a:gd name="p0x0" fmla="*/ 180 w 900"/>
              <a:gd name="p0y0" fmla="*/ 0 h 900"/>
              <a:gd name="p0x1" fmla="*/ 720 w 900"/>
              <a:gd name="p0y1" fmla="*/ 0 h 900"/>
              <a:gd name="p0x2" fmla="*/ 819 w 900"/>
              <a:gd name="p0y2" fmla="*/ 0 h 900"/>
              <a:gd name="p0x3" fmla="*/ 900 w 900"/>
              <a:gd name="p0y3" fmla="*/ 80 h 900"/>
              <a:gd name="p0x4" fmla="*/ 900 w 900"/>
              <a:gd name="p0y4" fmla="*/ 180 h 900"/>
              <a:gd name="p0x5" fmla="*/ 900 w 900"/>
              <a:gd name="p0y5" fmla="*/ 720 h 900"/>
              <a:gd name="p0x6" fmla="*/ 900 w 900"/>
              <a:gd name="p0y6" fmla="*/ 819 h 900"/>
              <a:gd name="p0x7" fmla="*/ 819 w 900"/>
              <a:gd name="p0y7" fmla="*/ 900 h 900"/>
              <a:gd name="p0x8" fmla="*/ 720 w 900"/>
              <a:gd name="p0y8" fmla="*/ 900 h 900"/>
              <a:gd name="p0x9" fmla="*/ 180 w 900"/>
              <a:gd name="p0y9" fmla="*/ 900 h 900"/>
              <a:gd name="p0x10" fmla="*/ 80 w 900"/>
              <a:gd name="p0y10" fmla="*/ 900 h 900"/>
              <a:gd name="p0x11" fmla="*/ 0 w 900"/>
              <a:gd name="p0y11" fmla="*/ 819 h 900"/>
              <a:gd name="p0x12" fmla="*/ 0 w 900"/>
              <a:gd name="p0y12" fmla="*/ 720 h 900"/>
              <a:gd name="p0x13" fmla="*/ 0 w 900"/>
              <a:gd name="p0y13" fmla="*/ 180 h 900"/>
              <a:gd name="p0x14" fmla="*/ 0 w 900"/>
              <a:gd name="p0y14" fmla="*/ 80 h 900"/>
              <a:gd name="p0x15" fmla="*/ 80 w 900"/>
              <a:gd name="p0y15" fmla="*/ 0 h 900"/>
              <a:gd name="p0x16" fmla="*/ 180 w 900"/>
              <a:gd name="p0y16" fmla="*/ 0 h 90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ED7A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800"/>
          </a:p>
        </p:txBody>
      </p:sp>
      <p:pic>
        <p:nvPicPr>
          <p:cNvPr id="32" name="图片 31"/>
          <p:cNvPicPr>
            <a:picLocks noChangeAspect="1"/>
          </p:cNvPicPr>
          <p:nvPr>
            <p:custDataLst>
              <p:tags r:id="rId32"/>
            </p:custDataLst>
          </p:nvPr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 l="-6250" t="-4348" r="-6250" b="-4348"/>
          <a:stretch>
            <a:fillRect/>
          </a:stretch>
        </p:blipFill>
        <p:spPr>
          <a:xfrm>
            <a:off x="899795" y="5471795"/>
            <a:ext cx="257175" cy="238125"/>
          </a:xfrm>
          <a:prstGeom prst="rect">
            <a:avLst/>
          </a:prstGeom>
        </p:spPr>
      </p:pic>
      <p:sp>
        <p:nvSpPr>
          <p:cNvPr id="33" name="文本框 32"/>
          <p:cNvSpPr txBox="1"/>
          <p:nvPr>
            <p:custDataLst>
              <p:tags r:id="rId35"/>
            </p:custDataLst>
          </p:nvPr>
        </p:nvSpPr>
        <p:spPr>
          <a:xfrm>
            <a:off x="1600200" y="5350669"/>
            <a:ext cx="2066925" cy="16668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400" b="1" spc="75">
                <a:solidFill>
                  <a:srgbClr val="0F172A">
                    <a:alpha val="70196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节点访问</a:t>
            </a:r>
            <a:endParaRPr sz="1400" b="1" spc="75">
              <a:solidFill>
                <a:srgbClr val="0F172A">
                  <a:alpha val="70196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文本框 33"/>
          <p:cNvSpPr txBox="1"/>
          <p:nvPr>
            <p:custDataLst>
              <p:tags r:id="rId36"/>
            </p:custDataLst>
          </p:nvPr>
        </p:nvSpPr>
        <p:spPr>
          <a:xfrm>
            <a:off x="1600200" y="5555456"/>
            <a:ext cx="2066925" cy="2762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20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单向波扩展</a:t>
            </a:r>
            <a:endParaRPr sz="200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5" name="图片 34"/>
          <p:cNvPicPr>
            <a:picLocks noChangeAspect="1"/>
          </p:cNvPicPr>
          <p:nvPr>
            <p:custDataLst>
              <p:tags r:id="rId37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 t="-37500" b="-37500"/>
          <a:stretch>
            <a:fillRect/>
          </a:stretch>
        </p:blipFill>
        <p:spPr>
          <a:xfrm>
            <a:off x="4162425" y="5500370"/>
            <a:ext cx="190500" cy="200025"/>
          </a:xfrm>
          <a:prstGeom prst="rect">
            <a:avLst/>
          </a:prstGeom>
        </p:spPr>
      </p:pic>
      <p:sp>
        <p:nvSpPr>
          <p:cNvPr id="36" name="文本框 35"/>
          <p:cNvSpPr txBox="1"/>
          <p:nvPr>
            <p:custDataLst>
              <p:tags r:id="rId38"/>
            </p:custDataLst>
          </p:nvPr>
        </p:nvSpPr>
        <p:spPr>
          <a:xfrm>
            <a:off x="4848225" y="5224015"/>
            <a:ext cx="2657475" cy="16668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400" b="1" spc="75">
                <a:solidFill>
                  <a:srgbClr val="3B82F6"/>
                </a:solidFill>
                <a:latin typeface="微软雅黑" panose="020B0503020204020204" charset="-122"/>
                <a:ea typeface="微软雅黑" panose="020B0503020204020204" charset="-122"/>
              </a:rPr>
              <a:t>节点访问</a:t>
            </a:r>
            <a:endParaRPr sz="1400" b="1" spc="75">
              <a:solidFill>
                <a:srgbClr val="3B82F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文本框 36"/>
          <p:cNvSpPr txBox="1"/>
          <p:nvPr>
            <p:custDataLst>
              <p:tags r:id="rId39"/>
            </p:custDataLst>
          </p:nvPr>
        </p:nvSpPr>
        <p:spPr>
          <a:xfrm>
            <a:off x="4848225" y="5428802"/>
            <a:ext cx="2657475" cy="3048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2400" b="1">
                <a:solidFill>
                  <a:srgbClr val="1E40AF"/>
                </a:solidFill>
                <a:latin typeface="微软雅黑" panose="020B0503020204020204" charset="-122"/>
                <a:ea typeface="微软雅黑" panose="020B0503020204020204" charset="-122"/>
              </a:rPr>
              <a:t>双向波相遇</a:t>
            </a:r>
            <a:endParaRPr sz="2400" b="1">
              <a:solidFill>
                <a:srgbClr val="1E40A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文本框 37"/>
          <p:cNvSpPr txBox="1"/>
          <p:nvPr>
            <p:custDataLst>
              <p:tags r:id="rId40"/>
            </p:custDataLst>
          </p:nvPr>
        </p:nvSpPr>
        <p:spPr>
          <a:xfrm>
            <a:off x="4848225" y="5753735"/>
            <a:ext cx="3463290" cy="21717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17000"/>
              </a:lnSpc>
            </a:pPr>
            <a:r>
              <a:rPr sz="1600">
                <a:solidFill>
                  <a:srgbClr val="0F172A">
                    <a:alpha val="70196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中间相遇，访问节点数显著</a:t>
            </a:r>
            <a:r>
              <a:rPr lang="zh-CN" sz="1600">
                <a:solidFill>
                  <a:srgbClr val="0F172A">
                    <a:alpha val="70196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减小</a:t>
            </a:r>
            <a:endParaRPr lang="zh-CN" sz="1600">
              <a:solidFill>
                <a:srgbClr val="0F172A">
                  <a:alpha val="70196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457200" y="333375"/>
            <a:ext cx="5324475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2700" b="1">
                <a:solidFill>
                  <a:srgbClr val="1E40AF"/>
                </a:solidFill>
                <a:latin typeface="微软雅黑" panose="020B0503020204020204" charset="-122"/>
                <a:ea typeface="微软雅黑" panose="020B0503020204020204" charset="-122"/>
              </a:rPr>
              <a:t>A* vs Weighted A* vs Greedy</a:t>
            </a:r>
            <a:endParaRPr sz="2700" b="1">
              <a:solidFill>
                <a:srgbClr val="1E40A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67" name="组合 66"/>
          <p:cNvGrpSpPr/>
          <p:nvPr/>
        </p:nvGrpSpPr>
        <p:grpSpPr>
          <a:xfrm>
            <a:off x="457200" y="982345"/>
            <a:ext cx="3204210" cy="4400550"/>
            <a:chOff x="720" y="1547"/>
            <a:chExt cx="5046" cy="6930"/>
          </a:xfrm>
          <a:effectLst>
            <a:outerShdw blurRad="171450" dist="38100" dir="5399999" algn="ctr" rotWithShape="0">
              <a:srgbClr val="000000">
                <a:alpha val="5098"/>
              </a:srgbClr>
            </a:outerShdw>
          </a:effectLst>
        </p:grpSpPr>
        <p:sp>
          <p:nvSpPr>
            <p:cNvPr id="4" name="任意多边形 3"/>
            <p:cNvSpPr/>
            <p:nvPr>
              <p:custDataLst>
                <p:tags r:id="rId3"/>
              </p:custDataLst>
            </p:nvPr>
          </p:nvSpPr>
          <p:spPr>
            <a:xfrm>
              <a:off x="720" y="1547"/>
              <a:ext cx="5047" cy="6930"/>
            </a:xfrm>
            <a:custGeom>
              <a:avLst/>
              <a:gdLst>
                <a:gd name="sw" fmla="*/ 1 w 5047"/>
                <a:gd name="sh" fmla="*/ 1 h 6929"/>
                <a:gd name="mins" fmla="min sw sh"/>
                <a:gd name="dsw" fmla="+- 0 sw mins"/>
                <a:gd name="dsh" fmla="+- 0 sh mins"/>
                <a:gd name="p0x0" fmla="*/ 240 w 5047"/>
                <a:gd name="p0y0" fmla="*/ 0 h 6929"/>
                <a:gd name="p0x1" fmla="*/ 4807 w 5047"/>
                <a:gd name="p0y1" fmla="*/ 0 h 6929"/>
                <a:gd name="p0x2" fmla="*/ 4939 w 5047"/>
                <a:gd name="p0y2" fmla="*/ 0 h 6929"/>
                <a:gd name="p0x3" fmla="*/ 5047 w 5047"/>
                <a:gd name="p0y3" fmla="*/ 107 h 6929"/>
                <a:gd name="p0x4" fmla="*/ 5047 w 5047"/>
                <a:gd name="p0y4" fmla="*/ 240 h 6929"/>
                <a:gd name="p0x5" fmla="*/ 5047 w 5047"/>
                <a:gd name="p0y5" fmla="*/ 6689 h 6929"/>
                <a:gd name="p0x6" fmla="*/ 5047 w 5047"/>
                <a:gd name="p0y6" fmla="*/ 6822 h 6929"/>
                <a:gd name="p0x7" fmla="*/ 4939 w 5047"/>
                <a:gd name="p0y7" fmla="*/ 6929 h 6929"/>
                <a:gd name="p0x8" fmla="*/ 4807 w 5047"/>
                <a:gd name="p0y8" fmla="*/ 6929 h 6929"/>
                <a:gd name="p0x9" fmla="*/ 240 w 5047"/>
                <a:gd name="p0y9" fmla="*/ 6929 h 6929"/>
                <a:gd name="p0x10" fmla="*/ 107 w 5047"/>
                <a:gd name="p0y10" fmla="*/ 6929 h 6929"/>
                <a:gd name="p0x11" fmla="*/ 0 w 5047"/>
                <a:gd name="p0y11" fmla="*/ 6822 h 6929"/>
                <a:gd name="p0x12" fmla="*/ 0 w 5047"/>
                <a:gd name="p0y12" fmla="*/ 6689 h 6929"/>
                <a:gd name="p0x13" fmla="*/ 0 w 5047"/>
                <a:gd name="p0y13" fmla="*/ 240 h 6929"/>
                <a:gd name="p0x14" fmla="*/ 0 w 5047"/>
                <a:gd name="p0y14" fmla="*/ 107 h 6929"/>
                <a:gd name="p0x15" fmla="*/ 107 w 5047"/>
                <a:gd name="p0y15" fmla="*/ 0 h 6929"/>
                <a:gd name="p0x16" fmla="*/ 240 w 5047"/>
                <a:gd name="p0y16" fmla="*/ 0 h 6929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1F5F9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2400"/>
            </a:p>
          </p:txBody>
        </p:sp>
        <p:sp>
          <p:nvSpPr>
            <p:cNvPr id="5" name="任意多边形 4"/>
            <p:cNvSpPr/>
            <p:nvPr>
              <p:custDataLst>
                <p:tags r:id="rId4"/>
              </p:custDataLst>
            </p:nvPr>
          </p:nvSpPr>
          <p:spPr>
            <a:xfrm>
              <a:off x="728" y="1547"/>
              <a:ext cx="5030" cy="198"/>
            </a:xfrm>
            <a:custGeom>
              <a:avLst/>
              <a:gdLst>
                <a:gd name="sw" fmla="*/ 1 w 5030"/>
                <a:gd name="sh" fmla="*/ 1 h 197"/>
                <a:gd name="mins" fmla="min sw sh"/>
                <a:gd name="dsw" fmla="+- 0 sw mins"/>
                <a:gd name="dsh" fmla="+- 0 sh mins"/>
                <a:gd name="p0x0" fmla="*/ 231 w 5030"/>
                <a:gd name="p0y0" fmla="*/ 0 h 197"/>
                <a:gd name="p0x1" fmla="*/ 4798 w 5030"/>
                <a:gd name="p0y1" fmla="*/ 0 h 197"/>
                <a:gd name="p0x2" fmla="*/ 4909 w 5030"/>
                <a:gd name="p0y2" fmla="*/ 0 h 197"/>
                <a:gd name="p0x3" fmla="*/ 5003 w 5030"/>
                <a:gd name="p0y3" fmla="*/ 75 h 197"/>
                <a:gd name="p0x4" fmla="*/ 5030 w 5030"/>
                <a:gd name="p0y4" fmla="*/ 177 h 197"/>
                <a:gd name="p0x5" fmla="*/ 5016 w 5030"/>
                <a:gd name="p0y5" fmla="*/ 197 h 197"/>
                <a:gd name="p0x6" fmla="*/ 5016 w 5030"/>
                <a:gd name="p0y6" fmla="*/ 197 h 197"/>
                <a:gd name="p0x7" fmla="*/ 4990 w 5030"/>
                <a:gd name="p0y7" fmla="*/ 126 h 197"/>
                <a:gd name="p0x8" fmla="*/ 4902 w 5030"/>
                <a:gd name="p0y8" fmla="*/ 75 h 197"/>
                <a:gd name="p0x9" fmla="*/ 4798 w 5030"/>
                <a:gd name="p0y9" fmla="*/ 75 h 197"/>
                <a:gd name="p0x10" fmla="*/ 231 w 5030"/>
                <a:gd name="p0y10" fmla="*/ 75 h 197"/>
                <a:gd name="p0x11" fmla="*/ 127 w 5030"/>
                <a:gd name="p0y11" fmla="*/ 75 h 197"/>
                <a:gd name="p0x12" fmla="*/ 40 w 5030"/>
                <a:gd name="p0y12" fmla="*/ 126 h 197"/>
                <a:gd name="p0x13" fmla="*/ 14 w 5030"/>
                <a:gd name="p0y13" fmla="*/ 197 h 197"/>
                <a:gd name="p0x14" fmla="*/ 0 w 5030"/>
                <a:gd name="p0y14" fmla="*/ 177 h 197"/>
                <a:gd name="p0x15" fmla="*/ 0 w 5030"/>
                <a:gd name="p0y15" fmla="*/ 177 h 197"/>
                <a:gd name="p0x16" fmla="*/ 27 w 5030"/>
                <a:gd name="p0y16" fmla="*/ 75 h 197"/>
                <a:gd name="p0x17" fmla="*/ 120 w 5030"/>
                <a:gd name="p0y17" fmla="*/ 0 h 197"/>
                <a:gd name="p0x18" fmla="*/ 231 w 5030"/>
                <a:gd name="p0y18" fmla="*/ 0 h 197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lnTo>
                    <a:pt x="p0x15" y="p0y15"/>
                  </a:lnTo>
                  <a:cubicBezTo>
                    <a:pt x="p0x16" y="p0y16"/>
                    <a:pt x="p0x17" y="p0y17"/>
                    <a:pt x="p0x18" y="p0y18"/>
                  </a:cubicBezTo>
                  <a:close/>
                </a:path>
              </a:pathLst>
            </a:custGeom>
            <a:solidFill>
              <a:srgbClr val="1E40A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2400"/>
            </a:p>
          </p:txBody>
        </p:sp>
        <p:sp>
          <p:nvSpPr>
            <p:cNvPr id="6" name="任意多边形 5"/>
            <p:cNvSpPr/>
            <p:nvPr>
              <p:custDataLst>
                <p:tags r:id="rId5"/>
              </p:custDataLst>
            </p:nvPr>
          </p:nvSpPr>
          <p:spPr>
            <a:xfrm>
              <a:off x="5686" y="1725"/>
              <a:ext cx="81" cy="6682"/>
            </a:xfrm>
            <a:custGeom>
              <a:avLst/>
              <a:gdLst>
                <a:gd name="sw" fmla="*/ 1 w 80"/>
                <a:gd name="sh" fmla="*/ 1 h 6681"/>
                <a:gd name="mins" fmla="min sw sh"/>
                <a:gd name="dsw" fmla="+- 0 sw mins"/>
                <a:gd name="dsh" fmla="+- 0 sh mins"/>
                <a:gd name="p0x0" fmla="*/ 80 w 80"/>
                <a:gd name="p0y0" fmla="*/ 62 h 6681"/>
                <a:gd name="p0x1" fmla="*/ 80 w 80"/>
                <a:gd name="p0y1" fmla="*/ 6512 h 6681"/>
                <a:gd name="p0x2" fmla="*/ 80 w 80"/>
                <a:gd name="p0y2" fmla="*/ 6578 h 6681"/>
                <a:gd name="p0x3" fmla="*/ 54 w 80"/>
                <a:gd name="p0y3" fmla="*/ 6638 h 6681"/>
                <a:gd name="p0x4" fmla="*/ 10 w 80"/>
                <a:gd name="p0y4" fmla="*/ 6681 h 6681"/>
                <a:gd name="p0x5" fmla="*/ 0 w 80"/>
                <a:gd name="p0y5" fmla="*/ 6671 h 6681"/>
                <a:gd name="p0x6" fmla="*/ 40 w 80"/>
                <a:gd name="p0y6" fmla="*/ 6630 h 6681"/>
                <a:gd name="p0x7" fmla="*/ 65 w 80"/>
                <a:gd name="p0y7" fmla="*/ 6574 h 6681"/>
                <a:gd name="p0x8" fmla="*/ 65 w 80"/>
                <a:gd name="p0y8" fmla="*/ 6512 h 6681"/>
                <a:gd name="p0x9" fmla="*/ 65 w 80"/>
                <a:gd name="p0y9" fmla="*/ 62 h 6681"/>
                <a:gd name="p0x10" fmla="*/ 65 w 80"/>
                <a:gd name="p0y10" fmla="*/ 47 h 6681"/>
                <a:gd name="p0x11" fmla="*/ 63 w 80"/>
                <a:gd name="p0y11" fmla="*/ 33 h 6681"/>
                <a:gd name="p0x12" fmla="*/ 58 w 80"/>
                <a:gd name="p0y12" fmla="*/ 19 h 6681"/>
                <a:gd name="p0x13" fmla="*/ 72 w 80"/>
                <a:gd name="p0y13" fmla="*/ 0 h 6681"/>
                <a:gd name="p0x14" fmla="*/ 72 w 80"/>
                <a:gd name="p0y14" fmla="*/ 0 h 6681"/>
                <a:gd name="p0x15" fmla="*/ 78 w 80"/>
                <a:gd name="p0y15" fmla="*/ 19 h 6681"/>
                <a:gd name="p0x16" fmla="*/ 80 w 80"/>
                <a:gd name="p0y16" fmla="*/ 40 h 6681"/>
                <a:gd name="p0x17" fmla="*/ 80 w 80"/>
                <a:gd name="p0y17" fmla="*/ 62 h 6681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rgbClr val="E2E8F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2400"/>
            </a:p>
          </p:txBody>
        </p:sp>
        <p:sp>
          <p:nvSpPr>
            <p:cNvPr id="7" name="任意多边形 6"/>
            <p:cNvSpPr/>
            <p:nvPr>
              <p:custDataLst>
                <p:tags r:id="rId6"/>
              </p:custDataLst>
            </p:nvPr>
          </p:nvSpPr>
          <p:spPr>
            <a:xfrm>
              <a:off x="790" y="8397"/>
              <a:ext cx="4906" cy="80"/>
            </a:xfrm>
            <a:custGeom>
              <a:avLst/>
              <a:gdLst>
                <a:gd name="sw" fmla="*/ 1 w 4906"/>
                <a:gd name="sh" fmla="*/ 1 h 80"/>
                <a:gd name="mins" fmla="min sw sh"/>
                <a:gd name="dsw" fmla="+- 0 sw mins"/>
                <a:gd name="dsh" fmla="+- 0 sh mins"/>
                <a:gd name="p0x0" fmla="*/ 4736 w 4906"/>
                <a:gd name="p0y0" fmla="*/ 80 h 80"/>
                <a:gd name="p0x1" fmla="*/ 169 w 4906"/>
                <a:gd name="p0y1" fmla="*/ 80 h 80"/>
                <a:gd name="p0x2" fmla="*/ 103 w 4906"/>
                <a:gd name="p0y2" fmla="*/ 80 h 80"/>
                <a:gd name="p0x3" fmla="*/ 43 w 4906"/>
                <a:gd name="p0y3" fmla="*/ 54 h 80"/>
                <a:gd name="p0x4" fmla="*/ 0 w 4906"/>
                <a:gd name="p0y4" fmla="*/ 10 h 80"/>
                <a:gd name="p0x5" fmla="*/ 10 w 4906"/>
                <a:gd name="p0y5" fmla="*/ 0 h 80"/>
                <a:gd name="p0x6" fmla="*/ 10 w 4906"/>
                <a:gd name="p0y6" fmla="*/ 0 h 80"/>
                <a:gd name="p0x7" fmla="*/ 51 w 4906"/>
                <a:gd name="p0y7" fmla="*/ 40 h 80"/>
                <a:gd name="p0x8" fmla="*/ 107 w 4906"/>
                <a:gd name="p0y8" fmla="*/ 65 h 80"/>
                <a:gd name="p0x9" fmla="*/ 169 w 4906"/>
                <a:gd name="p0y9" fmla="*/ 65 h 80"/>
                <a:gd name="p0x10" fmla="*/ 4736 w 4906"/>
                <a:gd name="p0y10" fmla="*/ 65 h 80"/>
                <a:gd name="p0x11" fmla="*/ 4798 w 4906"/>
                <a:gd name="p0y11" fmla="*/ 65 h 80"/>
                <a:gd name="p0x12" fmla="*/ 4855 w 4906"/>
                <a:gd name="p0y12" fmla="*/ 40 h 80"/>
                <a:gd name="p0x13" fmla="*/ 4895 w 4906"/>
                <a:gd name="p0y13" fmla="*/ 0 h 80"/>
                <a:gd name="p0x14" fmla="*/ 4906 w 4906"/>
                <a:gd name="p0y14" fmla="*/ 10 h 80"/>
                <a:gd name="p0x15" fmla="*/ 4863 w 4906"/>
                <a:gd name="p0y15" fmla="*/ 54 h 80"/>
                <a:gd name="p0x16" fmla="*/ 4803 w 4906"/>
                <a:gd name="p0y16" fmla="*/ 80 h 80"/>
                <a:gd name="p0x17" fmla="*/ 4736 w 4906"/>
                <a:gd name="p0y17" fmla="*/ 80 h 8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rgbClr val="E2E8F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2400"/>
            </a:p>
          </p:txBody>
        </p:sp>
        <p:sp>
          <p:nvSpPr>
            <p:cNvPr id="8" name="任意多边形 7"/>
            <p:cNvSpPr/>
            <p:nvPr>
              <p:custDataLst>
                <p:tags r:id="rId7"/>
              </p:custDataLst>
            </p:nvPr>
          </p:nvSpPr>
          <p:spPr>
            <a:xfrm>
              <a:off x="720" y="1725"/>
              <a:ext cx="80" cy="6682"/>
            </a:xfrm>
            <a:custGeom>
              <a:avLst/>
              <a:gdLst>
                <a:gd name="sw" fmla="*/ 1 w 80"/>
                <a:gd name="sh" fmla="*/ 1 h 6681"/>
                <a:gd name="mins" fmla="min sw sh"/>
                <a:gd name="dsw" fmla="+- 0 sw mins"/>
                <a:gd name="dsh" fmla="+- 0 sh mins"/>
                <a:gd name="p0x0" fmla="*/ 0 w 80"/>
                <a:gd name="p0y0" fmla="*/ 6512 h 6681"/>
                <a:gd name="p0x1" fmla="*/ 0 w 80"/>
                <a:gd name="p0y1" fmla="*/ 62 h 6681"/>
                <a:gd name="p0x2" fmla="*/ 0 w 80"/>
                <a:gd name="p0y2" fmla="*/ 40 h 6681"/>
                <a:gd name="p0x3" fmla="*/ 2 w 80"/>
                <a:gd name="p0y3" fmla="*/ 19 h 6681"/>
                <a:gd name="p0x4" fmla="*/ 8 w 80"/>
                <a:gd name="p0y4" fmla="*/ 0 h 6681"/>
                <a:gd name="p0x5" fmla="*/ 22 w 80"/>
                <a:gd name="p0y5" fmla="*/ 19 h 6681"/>
                <a:gd name="p0x6" fmla="*/ 22 w 80"/>
                <a:gd name="p0y6" fmla="*/ 19 h 6681"/>
                <a:gd name="p0x7" fmla="*/ 17 w 80"/>
                <a:gd name="p0y7" fmla="*/ 33 h 6681"/>
                <a:gd name="p0x8" fmla="*/ 15 w 80"/>
                <a:gd name="p0y8" fmla="*/ 47 h 6681"/>
                <a:gd name="p0x9" fmla="*/ 15 w 80"/>
                <a:gd name="p0y9" fmla="*/ 62 h 6681"/>
                <a:gd name="p0x10" fmla="*/ 15 w 80"/>
                <a:gd name="p0y10" fmla="*/ 6512 h 6681"/>
                <a:gd name="p0x11" fmla="*/ 15 w 80"/>
                <a:gd name="p0y11" fmla="*/ 6574 h 6681"/>
                <a:gd name="p0x12" fmla="*/ 40 w 80"/>
                <a:gd name="p0y12" fmla="*/ 6630 h 6681"/>
                <a:gd name="p0x13" fmla="*/ 80 w 80"/>
                <a:gd name="p0y13" fmla="*/ 6671 h 6681"/>
                <a:gd name="p0x14" fmla="*/ 70 w 80"/>
                <a:gd name="p0y14" fmla="*/ 6681 h 6681"/>
                <a:gd name="p0x15" fmla="*/ 70 w 80"/>
                <a:gd name="p0y15" fmla="*/ 6681 h 6681"/>
                <a:gd name="p0x16" fmla="*/ 26 w 80"/>
                <a:gd name="p0y16" fmla="*/ 6638 h 6681"/>
                <a:gd name="p0x17" fmla="*/ 0 w 80"/>
                <a:gd name="p0y17" fmla="*/ 6578 h 6681"/>
                <a:gd name="p0x18" fmla="*/ 0 w 80"/>
                <a:gd name="p0y18" fmla="*/ 6512 h 6681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lnTo>
                    <a:pt x="p0x15" y="p0y15"/>
                  </a:lnTo>
                  <a:cubicBezTo>
                    <a:pt x="p0x16" y="p0y16"/>
                    <a:pt x="p0x17" y="p0y17"/>
                    <a:pt x="p0x18" y="p0y18"/>
                  </a:cubicBezTo>
                  <a:close/>
                </a:path>
              </a:pathLst>
            </a:custGeom>
            <a:solidFill>
              <a:srgbClr val="E2E8F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2400"/>
            </a:p>
          </p:txBody>
        </p:sp>
      </p:grpSp>
      <p:grpSp>
        <p:nvGrpSpPr>
          <p:cNvPr id="68" name="组合 67"/>
          <p:cNvGrpSpPr/>
          <p:nvPr/>
        </p:nvGrpSpPr>
        <p:grpSpPr>
          <a:xfrm>
            <a:off x="657225" y="1811020"/>
            <a:ext cx="2804160" cy="381000"/>
            <a:chOff x="1035" y="2852"/>
            <a:chExt cx="4416" cy="600"/>
          </a:xfrm>
        </p:grpSpPr>
        <p:sp>
          <p:nvSpPr>
            <p:cNvPr id="14" name="任意多边形 13"/>
            <p:cNvSpPr/>
            <p:nvPr>
              <p:custDataLst>
                <p:tags r:id="rId8"/>
              </p:custDataLst>
            </p:nvPr>
          </p:nvSpPr>
          <p:spPr>
            <a:xfrm>
              <a:off x="1035" y="2852"/>
              <a:ext cx="4417" cy="600"/>
            </a:xfrm>
            <a:custGeom>
              <a:avLst/>
              <a:gdLst>
                <a:gd name="sw" fmla="*/ 1 w 4417"/>
                <a:gd name="sh" fmla="*/ 1 h 600"/>
                <a:gd name="mins" fmla="min sw sh"/>
                <a:gd name="dsw" fmla="+- 0 sw mins"/>
                <a:gd name="dsh" fmla="+- 0 sh mins"/>
                <a:gd name="p0x0" fmla="*/ 120 w 4417"/>
                <a:gd name="p0y0" fmla="*/ 0 h 600"/>
                <a:gd name="p0x1" fmla="*/ 4297 w 4417"/>
                <a:gd name="p0y1" fmla="*/ 0 h 600"/>
                <a:gd name="p0x2" fmla="*/ 4363 w 4417"/>
                <a:gd name="p0y2" fmla="*/ 0 h 600"/>
                <a:gd name="p0x3" fmla="*/ 4417 w 4417"/>
                <a:gd name="p0y3" fmla="*/ 53 h 600"/>
                <a:gd name="p0x4" fmla="*/ 4417 w 4417"/>
                <a:gd name="p0y4" fmla="*/ 120 h 600"/>
                <a:gd name="p0x5" fmla="*/ 4417 w 4417"/>
                <a:gd name="p0y5" fmla="*/ 480 h 600"/>
                <a:gd name="p0x6" fmla="*/ 4417 w 4417"/>
                <a:gd name="p0y6" fmla="*/ 546 h 600"/>
                <a:gd name="p0x7" fmla="*/ 4363 w 4417"/>
                <a:gd name="p0y7" fmla="*/ 600 h 600"/>
                <a:gd name="p0x8" fmla="*/ 4297 w 4417"/>
                <a:gd name="p0y8" fmla="*/ 600 h 600"/>
                <a:gd name="p0x9" fmla="*/ 120 w 4417"/>
                <a:gd name="p0y9" fmla="*/ 600 h 600"/>
                <a:gd name="p0x10" fmla="*/ 53 w 4417"/>
                <a:gd name="p0y10" fmla="*/ 600 h 600"/>
                <a:gd name="p0x11" fmla="*/ 0 w 4417"/>
                <a:gd name="p0y11" fmla="*/ 546 h 600"/>
                <a:gd name="p0x12" fmla="*/ 0 w 4417"/>
                <a:gd name="p0y12" fmla="*/ 480 h 600"/>
                <a:gd name="p0x13" fmla="*/ 0 w 4417"/>
                <a:gd name="p0y13" fmla="*/ 120 h 600"/>
                <a:gd name="p0x14" fmla="*/ 0 w 4417"/>
                <a:gd name="p0y14" fmla="*/ 53 h 600"/>
                <a:gd name="p0x15" fmla="*/ 53 w 4417"/>
                <a:gd name="p0y15" fmla="*/ 0 h 600"/>
                <a:gd name="p0x16" fmla="*/ 120 w 4417"/>
                <a:gd name="p0y16" fmla="*/ 0 h 60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EFF6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2400"/>
            </a:p>
          </p:txBody>
        </p:sp>
        <p:sp>
          <p:nvSpPr>
            <p:cNvPr id="15" name="任意多边形 14"/>
            <p:cNvSpPr/>
            <p:nvPr>
              <p:custDataLst>
                <p:tags r:id="rId9"/>
              </p:custDataLst>
            </p:nvPr>
          </p:nvSpPr>
          <p:spPr>
            <a:xfrm>
              <a:off x="1035" y="2852"/>
              <a:ext cx="120" cy="600"/>
            </a:xfrm>
            <a:custGeom>
              <a:avLst/>
              <a:gdLst>
                <a:gd name="sw" fmla="*/ 1 w 120"/>
                <a:gd name="sh" fmla="*/ 1 h 600"/>
                <a:gd name="mins" fmla="min sw sh"/>
                <a:gd name="dsw" fmla="+- 0 sw mins"/>
                <a:gd name="dsh" fmla="+- 0 sh mins"/>
                <a:gd name="p0x0" fmla="*/ 0 w 120"/>
                <a:gd name="p0y0" fmla="*/ 480 h 600"/>
                <a:gd name="p0x1" fmla="*/ 0 w 120"/>
                <a:gd name="p0y1" fmla="*/ 120 h 600"/>
                <a:gd name="p0x2" fmla="*/ 0 w 120"/>
                <a:gd name="p0y2" fmla="*/ 53 h 600"/>
                <a:gd name="p0x3" fmla="*/ 53 w 120"/>
                <a:gd name="p0y3" fmla="*/ 0 h 600"/>
                <a:gd name="p0x4" fmla="*/ 120 w 120"/>
                <a:gd name="p0y4" fmla="*/ 0 h 600"/>
                <a:gd name="p0x5" fmla="*/ 86 w 120"/>
                <a:gd name="p0y5" fmla="*/ 0 h 600"/>
                <a:gd name="p0x6" fmla="*/ 60 w 120"/>
                <a:gd name="p0y6" fmla="*/ 53 h 600"/>
                <a:gd name="p0x7" fmla="*/ 60 w 120"/>
                <a:gd name="p0y7" fmla="*/ 120 h 600"/>
                <a:gd name="p0x8" fmla="*/ 60 w 120"/>
                <a:gd name="p0y8" fmla="*/ 480 h 600"/>
                <a:gd name="p0x9" fmla="*/ 60 w 120"/>
                <a:gd name="p0y9" fmla="*/ 546 h 600"/>
                <a:gd name="p0x10" fmla="*/ 86 w 120"/>
                <a:gd name="p0y10" fmla="*/ 600 h 600"/>
                <a:gd name="p0x11" fmla="*/ 120 w 120"/>
                <a:gd name="p0y11" fmla="*/ 600 h 600"/>
                <a:gd name="p0x12" fmla="*/ 53 w 120"/>
                <a:gd name="p0y12" fmla="*/ 600 h 600"/>
                <a:gd name="p0x13" fmla="*/ 0 w 120"/>
                <a:gd name="p0y13" fmla="*/ 546 h 600"/>
                <a:gd name="p0x14" fmla="*/ 0 w 120"/>
                <a:gd name="p0y14" fmla="*/ 480 h 60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cubicBezTo>
                    <a:pt x="p0x5" y="p0y5"/>
                    <a:pt x="p0x6" y="p0y6"/>
                    <a:pt x="p0x7" y="p0y7"/>
                  </a:cubicBezTo>
                  <a:lnTo>
                    <a:pt x="p0x8" y="p0y8"/>
                  </a:lnTo>
                  <a:cubicBezTo>
                    <a:pt x="p0x9" y="p0y9"/>
                    <a:pt x="p0x10" y="p0y10"/>
                    <a:pt x="p0x11" y="p0y11"/>
                  </a:cubicBezTo>
                  <a:cubicBezTo>
                    <a:pt x="p0x12" y="p0y12"/>
                    <a:pt x="p0x13" y="p0y13"/>
                    <a:pt x="p0x14" y="p0y14"/>
                  </a:cubicBezTo>
                  <a:close/>
                </a:path>
              </a:pathLst>
            </a:custGeom>
            <a:solidFill>
              <a:srgbClr val="1E40A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2400"/>
            </a:p>
          </p:txBody>
        </p:sp>
      </p:grpSp>
      <p:sp>
        <p:nvSpPr>
          <p:cNvPr id="17" name="文本框 16"/>
          <p:cNvSpPr txBox="1"/>
          <p:nvPr>
            <p:custDataLst>
              <p:tags r:id="rId10"/>
            </p:custDataLst>
          </p:nvPr>
        </p:nvSpPr>
        <p:spPr>
          <a:xfrm>
            <a:off x="809625" y="1906857"/>
            <a:ext cx="2538117" cy="1905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4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f(n) = g(n) + h(n)</a:t>
            </a:r>
            <a:endParaRPr sz="14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69" name="组合 68"/>
          <p:cNvGrpSpPr/>
          <p:nvPr/>
        </p:nvGrpSpPr>
        <p:grpSpPr>
          <a:xfrm>
            <a:off x="8529320" y="982345"/>
            <a:ext cx="3204210" cy="4400550"/>
            <a:chOff x="13432" y="1547"/>
            <a:chExt cx="5046" cy="6930"/>
          </a:xfrm>
          <a:effectLst>
            <a:outerShdw blurRad="171450" dist="38100" dir="5399999" algn="ctr" rotWithShape="0">
              <a:srgbClr val="000000">
                <a:alpha val="5098"/>
              </a:srgbClr>
            </a:outerShdw>
          </a:effectLst>
        </p:grpSpPr>
        <p:sp>
          <p:nvSpPr>
            <p:cNvPr id="31" name="任意多边形 30"/>
            <p:cNvSpPr/>
            <p:nvPr>
              <p:custDataLst>
                <p:tags r:id="rId11"/>
              </p:custDataLst>
            </p:nvPr>
          </p:nvSpPr>
          <p:spPr>
            <a:xfrm>
              <a:off x="13432" y="1547"/>
              <a:ext cx="5047" cy="6930"/>
            </a:xfrm>
            <a:custGeom>
              <a:avLst/>
              <a:gdLst>
                <a:gd name="sw" fmla="*/ 1 w 5047"/>
                <a:gd name="sh" fmla="*/ 1 h 6929"/>
                <a:gd name="mins" fmla="min sw sh"/>
                <a:gd name="dsw" fmla="+- 0 sw mins"/>
                <a:gd name="dsh" fmla="+- 0 sh mins"/>
                <a:gd name="p0x0" fmla="*/ 240 w 5047"/>
                <a:gd name="p0y0" fmla="*/ 0 h 6929"/>
                <a:gd name="p0x1" fmla="*/ 4807 w 5047"/>
                <a:gd name="p0y1" fmla="*/ 0 h 6929"/>
                <a:gd name="p0x2" fmla="*/ 4939 w 5047"/>
                <a:gd name="p0y2" fmla="*/ 0 h 6929"/>
                <a:gd name="p0x3" fmla="*/ 5047 w 5047"/>
                <a:gd name="p0y3" fmla="*/ 107 h 6929"/>
                <a:gd name="p0x4" fmla="*/ 5047 w 5047"/>
                <a:gd name="p0y4" fmla="*/ 240 h 6929"/>
                <a:gd name="p0x5" fmla="*/ 5047 w 5047"/>
                <a:gd name="p0y5" fmla="*/ 6689 h 6929"/>
                <a:gd name="p0x6" fmla="*/ 5047 w 5047"/>
                <a:gd name="p0y6" fmla="*/ 6822 h 6929"/>
                <a:gd name="p0x7" fmla="*/ 4939 w 5047"/>
                <a:gd name="p0y7" fmla="*/ 6929 h 6929"/>
                <a:gd name="p0x8" fmla="*/ 4807 w 5047"/>
                <a:gd name="p0y8" fmla="*/ 6929 h 6929"/>
                <a:gd name="p0x9" fmla="*/ 240 w 5047"/>
                <a:gd name="p0y9" fmla="*/ 6929 h 6929"/>
                <a:gd name="p0x10" fmla="*/ 107 w 5047"/>
                <a:gd name="p0y10" fmla="*/ 6929 h 6929"/>
                <a:gd name="p0x11" fmla="*/ 0 w 5047"/>
                <a:gd name="p0y11" fmla="*/ 6822 h 6929"/>
                <a:gd name="p0x12" fmla="*/ 0 w 5047"/>
                <a:gd name="p0y12" fmla="*/ 6689 h 6929"/>
                <a:gd name="p0x13" fmla="*/ 0 w 5047"/>
                <a:gd name="p0y13" fmla="*/ 240 h 6929"/>
                <a:gd name="p0x14" fmla="*/ 0 w 5047"/>
                <a:gd name="p0y14" fmla="*/ 107 h 6929"/>
                <a:gd name="p0x15" fmla="*/ 107 w 5047"/>
                <a:gd name="p0y15" fmla="*/ 0 h 6929"/>
                <a:gd name="p0x16" fmla="*/ 240 w 5047"/>
                <a:gd name="p0y16" fmla="*/ 0 h 6929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1F5F9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2400"/>
            </a:p>
          </p:txBody>
        </p:sp>
        <p:sp>
          <p:nvSpPr>
            <p:cNvPr id="32" name="任意多边形 31"/>
            <p:cNvSpPr/>
            <p:nvPr>
              <p:custDataLst>
                <p:tags r:id="rId12"/>
              </p:custDataLst>
            </p:nvPr>
          </p:nvSpPr>
          <p:spPr>
            <a:xfrm>
              <a:off x="13440" y="1547"/>
              <a:ext cx="5031" cy="198"/>
            </a:xfrm>
            <a:custGeom>
              <a:avLst/>
              <a:gdLst>
                <a:gd name="sw" fmla="*/ 1 w 5030"/>
                <a:gd name="sh" fmla="*/ 1 h 197"/>
                <a:gd name="mins" fmla="min sw sh"/>
                <a:gd name="dsw" fmla="+- 0 sw mins"/>
                <a:gd name="dsh" fmla="+- 0 sh mins"/>
                <a:gd name="p0x0" fmla="*/ 231 w 5030"/>
                <a:gd name="p0y0" fmla="*/ 0 h 197"/>
                <a:gd name="p0x1" fmla="*/ 4798 w 5030"/>
                <a:gd name="p0y1" fmla="*/ 0 h 197"/>
                <a:gd name="p0x2" fmla="*/ 4909 w 5030"/>
                <a:gd name="p0y2" fmla="*/ 0 h 197"/>
                <a:gd name="p0x3" fmla="*/ 5003 w 5030"/>
                <a:gd name="p0y3" fmla="*/ 75 h 197"/>
                <a:gd name="p0x4" fmla="*/ 5030 w 5030"/>
                <a:gd name="p0y4" fmla="*/ 177 h 197"/>
                <a:gd name="p0x5" fmla="*/ 5016 w 5030"/>
                <a:gd name="p0y5" fmla="*/ 197 h 197"/>
                <a:gd name="p0x6" fmla="*/ 5016 w 5030"/>
                <a:gd name="p0y6" fmla="*/ 197 h 197"/>
                <a:gd name="p0x7" fmla="*/ 4990 w 5030"/>
                <a:gd name="p0y7" fmla="*/ 126 h 197"/>
                <a:gd name="p0x8" fmla="*/ 4902 w 5030"/>
                <a:gd name="p0y8" fmla="*/ 75 h 197"/>
                <a:gd name="p0x9" fmla="*/ 4798 w 5030"/>
                <a:gd name="p0y9" fmla="*/ 75 h 197"/>
                <a:gd name="p0x10" fmla="*/ 231 w 5030"/>
                <a:gd name="p0y10" fmla="*/ 75 h 197"/>
                <a:gd name="p0x11" fmla="*/ 127 w 5030"/>
                <a:gd name="p0y11" fmla="*/ 75 h 197"/>
                <a:gd name="p0x12" fmla="*/ 40 w 5030"/>
                <a:gd name="p0y12" fmla="*/ 126 h 197"/>
                <a:gd name="p0x13" fmla="*/ 14 w 5030"/>
                <a:gd name="p0y13" fmla="*/ 197 h 197"/>
                <a:gd name="p0x14" fmla="*/ 0 w 5030"/>
                <a:gd name="p0y14" fmla="*/ 177 h 197"/>
                <a:gd name="p0x15" fmla="*/ 0 w 5030"/>
                <a:gd name="p0y15" fmla="*/ 177 h 197"/>
                <a:gd name="p0x16" fmla="*/ 27 w 5030"/>
                <a:gd name="p0y16" fmla="*/ 75 h 197"/>
                <a:gd name="p0x17" fmla="*/ 120 w 5030"/>
                <a:gd name="p0y17" fmla="*/ 0 h 197"/>
                <a:gd name="p0x18" fmla="*/ 231 w 5030"/>
                <a:gd name="p0y18" fmla="*/ 0 h 197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lnTo>
                    <a:pt x="p0x15" y="p0y15"/>
                  </a:lnTo>
                  <a:cubicBezTo>
                    <a:pt x="p0x16" y="p0y16"/>
                    <a:pt x="p0x17" y="p0y17"/>
                    <a:pt x="p0x18" y="p0y18"/>
                  </a:cubicBezTo>
                  <a:close/>
                </a:path>
              </a:pathLst>
            </a:custGeom>
            <a:solidFill>
              <a:srgbClr val="EA580C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2400"/>
            </a:p>
          </p:txBody>
        </p:sp>
        <p:sp>
          <p:nvSpPr>
            <p:cNvPr id="33" name="任意多边形 32"/>
            <p:cNvSpPr/>
            <p:nvPr>
              <p:custDataLst>
                <p:tags r:id="rId13"/>
              </p:custDataLst>
            </p:nvPr>
          </p:nvSpPr>
          <p:spPr>
            <a:xfrm>
              <a:off x="18398" y="1725"/>
              <a:ext cx="81" cy="6682"/>
            </a:xfrm>
            <a:custGeom>
              <a:avLst/>
              <a:gdLst>
                <a:gd name="sw" fmla="*/ 1 w 80"/>
                <a:gd name="sh" fmla="*/ 1 h 6681"/>
                <a:gd name="mins" fmla="min sw sh"/>
                <a:gd name="dsw" fmla="+- 0 sw mins"/>
                <a:gd name="dsh" fmla="+- 0 sh mins"/>
                <a:gd name="p0x0" fmla="*/ 80 w 80"/>
                <a:gd name="p0y0" fmla="*/ 62 h 6681"/>
                <a:gd name="p0x1" fmla="*/ 80 w 80"/>
                <a:gd name="p0y1" fmla="*/ 6512 h 6681"/>
                <a:gd name="p0x2" fmla="*/ 80 w 80"/>
                <a:gd name="p0y2" fmla="*/ 6578 h 6681"/>
                <a:gd name="p0x3" fmla="*/ 54 w 80"/>
                <a:gd name="p0y3" fmla="*/ 6638 h 6681"/>
                <a:gd name="p0x4" fmla="*/ 10 w 80"/>
                <a:gd name="p0y4" fmla="*/ 6681 h 6681"/>
                <a:gd name="p0x5" fmla="*/ 0 w 80"/>
                <a:gd name="p0y5" fmla="*/ 6671 h 6681"/>
                <a:gd name="p0x6" fmla="*/ 40 w 80"/>
                <a:gd name="p0y6" fmla="*/ 6630 h 6681"/>
                <a:gd name="p0x7" fmla="*/ 65 w 80"/>
                <a:gd name="p0y7" fmla="*/ 6574 h 6681"/>
                <a:gd name="p0x8" fmla="*/ 65 w 80"/>
                <a:gd name="p0y8" fmla="*/ 6512 h 6681"/>
                <a:gd name="p0x9" fmla="*/ 65 w 80"/>
                <a:gd name="p0y9" fmla="*/ 62 h 6681"/>
                <a:gd name="p0x10" fmla="*/ 65 w 80"/>
                <a:gd name="p0y10" fmla="*/ 47 h 6681"/>
                <a:gd name="p0x11" fmla="*/ 63 w 80"/>
                <a:gd name="p0y11" fmla="*/ 33 h 6681"/>
                <a:gd name="p0x12" fmla="*/ 58 w 80"/>
                <a:gd name="p0y12" fmla="*/ 19 h 6681"/>
                <a:gd name="p0x13" fmla="*/ 72 w 80"/>
                <a:gd name="p0y13" fmla="*/ 0 h 6681"/>
                <a:gd name="p0x14" fmla="*/ 72 w 80"/>
                <a:gd name="p0y14" fmla="*/ 0 h 6681"/>
                <a:gd name="p0x15" fmla="*/ 78 w 80"/>
                <a:gd name="p0y15" fmla="*/ 19 h 6681"/>
                <a:gd name="p0x16" fmla="*/ 80 w 80"/>
                <a:gd name="p0y16" fmla="*/ 40 h 6681"/>
                <a:gd name="p0x17" fmla="*/ 80 w 80"/>
                <a:gd name="p0y17" fmla="*/ 62 h 6681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rgbClr val="E2E8F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2400"/>
            </a:p>
          </p:txBody>
        </p:sp>
        <p:sp>
          <p:nvSpPr>
            <p:cNvPr id="34" name="任意多边形 33"/>
            <p:cNvSpPr/>
            <p:nvPr>
              <p:custDataLst>
                <p:tags r:id="rId14"/>
              </p:custDataLst>
            </p:nvPr>
          </p:nvSpPr>
          <p:spPr>
            <a:xfrm>
              <a:off x="13503" y="8397"/>
              <a:ext cx="4906" cy="80"/>
            </a:xfrm>
            <a:custGeom>
              <a:avLst/>
              <a:gdLst>
                <a:gd name="sw" fmla="*/ 1 w 4906"/>
                <a:gd name="sh" fmla="*/ 1 h 80"/>
                <a:gd name="mins" fmla="min sw sh"/>
                <a:gd name="dsw" fmla="+- 0 sw mins"/>
                <a:gd name="dsh" fmla="+- 0 sh mins"/>
                <a:gd name="p0x0" fmla="*/ 4736 w 4906"/>
                <a:gd name="p0y0" fmla="*/ 80 h 80"/>
                <a:gd name="p0x1" fmla="*/ 169 w 4906"/>
                <a:gd name="p0y1" fmla="*/ 80 h 80"/>
                <a:gd name="p0x2" fmla="*/ 103 w 4906"/>
                <a:gd name="p0y2" fmla="*/ 80 h 80"/>
                <a:gd name="p0x3" fmla="*/ 43 w 4906"/>
                <a:gd name="p0y3" fmla="*/ 54 h 80"/>
                <a:gd name="p0x4" fmla="*/ 0 w 4906"/>
                <a:gd name="p0y4" fmla="*/ 10 h 80"/>
                <a:gd name="p0x5" fmla="*/ 10 w 4906"/>
                <a:gd name="p0y5" fmla="*/ 0 h 80"/>
                <a:gd name="p0x6" fmla="*/ 51 w 4906"/>
                <a:gd name="p0y6" fmla="*/ 40 h 80"/>
                <a:gd name="p0x7" fmla="*/ 107 w 4906"/>
                <a:gd name="p0y7" fmla="*/ 65 h 80"/>
                <a:gd name="p0x8" fmla="*/ 169 w 4906"/>
                <a:gd name="p0y8" fmla="*/ 65 h 80"/>
                <a:gd name="p0x9" fmla="*/ 4736 w 4906"/>
                <a:gd name="p0y9" fmla="*/ 65 h 80"/>
                <a:gd name="p0x10" fmla="*/ 4798 w 4906"/>
                <a:gd name="p0y10" fmla="*/ 65 h 80"/>
                <a:gd name="p0x11" fmla="*/ 4855 w 4906"/>
                <a:gd name="p0y11" fmla="*/ 40 h 80"/>
                <a:gd name="p0x12" fmla="*/ 4895 w 4906"/>
                <a:gd name="p0y12" fmla="*/ 0 h 80"/>
                <a:gd name="p0x13" fmla="*/ 4906 w 4906"/>
                <a:gd name="p0y13" fmla="*/ 10 h 80"/>
                <a:gd name="p0x14" fmla="*/ 4863 w 4906"/>
                <a:gd name="p0y14" fmla="*/ 54 h 80"/>
                <a:gd name="p0x15" fmla="*/ 4803 w 4906"/>
                <a:gd name="p0y15" fmla="*/ 80 h 80"/>
                <a:gd name="p0x16" fmla="*/ 4736 w 4906"/>
                <a:gd name="p0y16" fmla="*/ 80 h 8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E2E8F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2400"/>
            </a:p>
          </p:txBody>
        </p:sp>
        <p:sp>
          <p:nvSpPr>
            <p:cNvPr id="35" name="任意多边形 34"/>
            <p:cNvSpPr/>
            <p:nvPr>
              <p:custDataLst>
                <p:tags r:id="rId15"/>
              </p:custDataLst>
            </p:nvPr>
          </p:nvSpPr>
          <p:spPr>
            <a:xfrm>
              <a:off x="13432" y="1725"/>
              <a:ext cx="81" cy="6682"/>
            </a:xfrm>
            <a:custGeom>
              <a:avLst/>
              <a:gdLst>
                <a:gd name="sw" fmla="*/ 1 w 80"/>
                <a:gd name="sh" fmla="*/ 1 h 6681"/>
                <a:gd name="mins" fmla="min sw sh"/>
                <a:gd name="dsw" fmla="+- 0 sw mins"/>
                <a:gd name="dsh" fmla="+- 0 sh mins"/>
                <a:gd name="p0x0" fmla="*/ 0 w 80"/>
                <a:gd name="p0y0" fmla="*/ 6512 h 6681"/>
                <a:gd name="p0x1" fmla="*/ 0 w 80"/>
                <a:gd name="p0y1" fmla="*/ 62 h 6681"/>
                <a:gd name="p0x2" fmla="*/ 0 w 80"/>
                <a:gd name="p0y2" fmla="*/ 40 h 6681"/>
                <a:gd name="p0x3" fmla="*/ 2 w 80"/>
                <a:gd name="p0y3" fmla="*/ 19 h 6681"/>
                <a:gd name="p0x4" fmla="*/ 8 w 80"/>
                <a:gd name="p0y4" fmla="*/ 0 h 6681"/>
                <a:gd name="p0x5" fmla="*/ 22 w 80"/>
                <a:gd name="p0y5" fmla="*/ 19 h 6681"/>
                <a:gd name="p0x6" fmla="*/ 22 w 80"/>
                <a:gd name="p0y6" fmla="*/ 19 h 6681"/>
                <a:gd name="p0x7" fmla="*/ 17 w 80"/>
                <a:gd name="p0y7" fmla="*/ 33 h 6681"/>
                <a:gd name="p0x8" fmla="*/ 15 w 80"/>
                <a:gd name="p0y8" fmla="*/ 47 h 6681"/>
                <a:gd name="p0x9" fmla="*/ 15 w 80"/>
                <a:gd name="p0y9" fmla="*/ 62 h 6681"/>
                <a:gd name="p0x10" fmla="*/ 15 w 80"/>
                <a:gd name="p0y10" fmla="*/ 6512 h 6681"/>
                <a:gd name="p0x11" fmla="*/ 15 w 80"/>
                <a:gd name="p0y11" fmla="*/ 6574 h 6681"/>
                <a:gd name="p0x12" fmla="*/ 40 w 80"/>
                <a:gd name="p0y12" fmla="*/ 6630 h 6681"/>
                <a:gd name="p0x13" fmla="*/ 80 w 80"/>
                <a:gd name="p0y13" fmla="*/ 6671 h 6681"/>
                <a:gd name="p0x14" fmla="*/ 70 w 80"/>
                <a:gd name="p0y14" fmla="*/ 6681 h 6681"/>
                <a:gd name="p0x15" fmla="*/ 26 w 80"/>
                <a:gd name="p0y15" fmla="*/ 6638 h 6681"/>
                <a:gd name="p0x16" fmla="*/ 0 w 80"/>
                <a:gd name="p0y16" fmla="*/ 6578 h 6681"/>
                <a:gd name="p0x17" fmla="*/ 0 w 80"/>
                <a:gd name="p0y17" fmla="*/ 6512 h 6681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rgbClr val="E2E8F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2400"/>
            </a:p>
          </p:txBody>
        </p:sp>
      </p:grpSp>
      <p:grpSp>
        <p:nvGrpSpPr>
          <p:cNvPr id="70" name="组合 69"/>
          <p:cNvGrpSpPr/>
          <p:nvPr/>
        </p:nvGrpSpPr>
        <p:grpSpPr>
          <a:xfrm>
            <a:off x="8729345" y="1811020"/>
            <a:ext cx="2804160" cy="381000"/>
            <a:chOff x="13747" y="2852"/>
            <a:chExt cx="4416" cy="600"/>
          </a:xfrm>
        </p:grpSpPr>
        <p:sp>
          <p:nvSpPr>
            <p:cNvPr id="41" name="任意多边形 40"/>
            <p:cNvSpPr/>
            <p:nvPr>
              <p:custDataLst>
                <p:tags r:id="rId16"/>
              </p:custDataLst>
            </p:nvPr>
          </p:nvSpPr>
          <p:spPr>
            <a:xfrm>
              <a:off x="13747" y="2852"/>
              <a:ext cx="4417" cy="600"/>
            </a:xfrm>
            <a:custGeom>
              <a:avLst/>
              <a:gdLst>
                <a:gd name="sw" fmla="*/ 1 w 4417"/>
                <a:gd name="sh" fmla="*/ 1 h 600"/>
                <a:gd name="mins" fmla="min sw sh"/>
                <a:gd name="dsw" fmla="+- 0 sw mins"/>
                <a:gd name="dsh" fmla="+- 0 sh mins"/>
                <a:gd name="p0x0" fmla="*/ 120 w 4417"/>
                <a:gd name="p0y0" fmla="*/ 0 h 600"/>
                <a:gd name="p0x1" fmla="*/ 4297 w 4417"/>
                <a:gd name="p0y1" fmla="*/ 0 h 600"/>
                <a:gd name="p0x2" fmla="*/ 4363 w 4417"/>
                <a:gd name="p0y2" fmla="*/ 0 h 600"/>
                <a:gd name="p0x3" fmla="*/ 4417 w 4417"/>
                <a:gd name="p0y3" fmla="*/ 53 h 600"/>
                <a:gd name="p0x4" fmla="*/ 4417 w 4417"/>
                <a:gd name="p0y4" fmla="*/ 120 h 600"/>
                <a:gd name="p0x5" fmla="*/ 4417 w 4417"/>
                <a:gd name="p0y5" fmla="*/ 480 h 600"/>
                <a:gd name="p0x6" fmla="*/ 4417 w 4417"/>
                <a:gd name="p0y6" fmla="*/ 546 h 600"/>
                <a:gd name="p0x7" fmla="*/ 4363 w 4417"/>
                <a:gd name="p0y7" fmla="*/ 600 h 600"/>
                <a:gd name="p0x8" fmla="*/ 4297 w 4417"/>
                <a:gd name="p0y8" fmla="*/ 600 h 600"/>
                <a:gd name="p0x9" fmla="*/ 120 w 4417"/>
                <a:gd name="p0y9" fmla="*/ 600 h 600"/>
                <a:gd name="p0x10" fmla="*/ 53 w 4417"/>
                <a:gd name="p0y10" fmla="*/ 600 h 600"/>
                <a:gd name="p0x11" fmla="*/ 0 w 4417"/>
                <a:gd name="p0y11" fmla="*/ 546 h 600"/>
                <a:gd name="p0x12" fmla="*/ 0 w 4417"/>
                <a:gd name="p0y12" fmla="*/ 480 h 600"/>
                <a:gd name="p0x13" fmla="*/ 0 w 4417"/>
                <a:gd name="p0y13" fmla="*/ 120 h 600"/>
                <a:gd name="p0x14" fmla="*/ 0 w 4417"/>
                <a:gd name="p0y14" fmla="*/ 53 h 600"/>
                <a:gd name="p0x15" fmla="*/ 53 w 4417"/>
                <a:gd name="p0y15" fmla="*/ 0 h 600"/>
                <a:gd name="p0x16" fmla="*/ 120 w 4417"/>
                <a:gd name="p0y16" fmla="*/ 0 h 60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FF7ED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2400"/>
            </a:p>
          </p:txBody>
        </p:sp>
        <p:sp>
          <p:nvSpPr>
            <p:cNvPr id="42" name="任意多边形 41"/>
            <p:cNvSpPr/>
            <p:nvPr>
              <p:custDataLst>
                <p:tags r:id="rId17"/>
              </p:custDataLst>
            </p:nvPr>
          </p:nvSpPr>
          <p:spPr>
            <a:xfrm>
              <a:off x="13747" y="2852"/>
              <a:ext cx="120" cy="600"/>
            </a:xfrm>
            <a:custGeom>
              <a:avLst/>
              <a:gdLst>
                <a:gd name="sw" fmla="*/ 1 w 120"/>
                <a:gd name="sh" fmla="*/ 1 h 600"/>
                <a:gd name="mins" fmla="min sw sh"/>
                <a:gd name="dsw" fmla="+- 0 sw mins"/>
                <a:gd name="dsh" fmla="+- 0 sh mins"/>
                <a:gd name="p0x0" fmla="*/ 0 w 120"/>
                <a:gd name="p0y0" fmla="*/ 480 h 600"/>
                <a:gd name="p0x1" fmla="*/ 0 w 120"/>
                <a:gd name="p0y1" fmla="*/ 120 h 600"/>
                <a:gd name="p0x2" fmla="*/ 0 w 120"/>
                <a:gd name="p0y2" fmla="*/ 53 h 600"/>
                <a:gd name="p0x3" fmla="*/ 53 w 120"/>
                <a:gd name="p0y3" fmla="*/ 0 h 600"/>
                <a:gd name="p0x4" fmla="*/ 120 w 120"/>
                <a:gd name="p0y4" fmla="*/ 0 h 600"/>
                <a:gd name="p0x5" fmla="*/ 86 w 120"/>
                <a:gd name="p0y5" fmla="*/ 0 h 600"/>
                <a:gd name="p0x6" fmla="*/ 60 w 120"/>
                <a:gd name="p0y6" fmla="*/ 53 h 600"/>
                <a:gd name="p0x7" fmla="*/ 60 w 120"/>
                <a:gd name="p0y7" fmla="*/ 120 h 600"/>
                <a:gd name="p0x8" fmla="*/ 60 w 120"/>
                <a:gd name="p0y8" fmla="*/ 480 h 600"/>
                <a:gd name="p0x9" fmla="*/ 60 w 120"/>
                <a:gd name="p0y9" fmla="*/ 546 h 600"/>
                <a:gd name="p0x10" fmla="*/ 86 w 120"/>
                <a:gd name="p0y10" fmla="*/ 600 h 600"/>
                <a:gd name="p0x11" fmla="*/ 120 w 120"/>
                <a:gd name="p0y11" fmla="*/ 600 h 600"/>
                <a:gd name="p0x12" fmla="*/ 53 w 120"/>
                <a:gd name="p0y12" fmla="*/ 600 h 600"/>
                <a:gd name="p0x13" fmla="*/ 0 w 120"/>
                <a:gd name="p0y13" fmla="*/ 546 h 600"/>
                <a:gd name="p0x14" fmla="*/ 0 w 120"/>
                <a:gd name="p0y14" fmla="*/ 480 h 60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cubicBezTo>
                    <a:pt x="p0x5" y="p0y5"/>
                    <a:pt x="p0x6" y="p0y6"/>
                    <a:pt x="p0x7" y="p0y7"/>
                  </a:cubicBezTo>
                  <a:lnTo>
                    <a:pt x="p0x8" y="p0y8"/>
                  </a:lnTo>
                  <a:cubicBezTo>
                    <a:pt x="p0x9" y="p0y9"/>
                    <a:pt x="p0x10" y="p0y10"/>
                    <a:pt x="p0x11" y="p0y11"/>
                  </a:cubicBezTo>
                  <a:cubicBezTo>
                    <a:pt x="p0x12" y="p0y12"/>
                    <a:pt x="p0x13" y="p0y13"/>
                    <a:pt x="p0x14" y="p0y14"/>
                  </a:cubicBezTo>
                  <a:close/>
                </a:path>
              </a:pathLst>
            </a:custGeom>
            <a:solidFill>
              <a:srgbClr val="EA580C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2400"/>
            </a:p>
          </p:txBody>
        </p:sp>
      </p:grpSp>
      <p:sp>
        <p:nvSpPr>
          <p:cNvPr id="44" name="文本框 43"/>
          <p:cNvSpPr txBox="1"/>
          <p:nvPr>
            <p:custDataLst>
              <p:tags r:id="rId18"/>
            </p:custDataLst>
          </p:nvPr>
        </p:nvSpPr>
        <p:spPr>
          <a:xfrm>
            <a:off x="8882282" y="1906857"/>
            <a:ext cx="2538117" cy="1905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4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f(n) = h(n)</a:t>
            </a:r>
            <a:endParaRPr sz="14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任意多边形 9"/>
          <p:cNvSpPr/>
          <p:nvPr>
            <p:custDataLst>
              <p:tags r:id="rId19"/>
            </p:custDataLst>
          </p:nvPr>
        </p:nvSpPr>
        <p:spPr>
          <a:xfrm>
            <a:off x="657225" y="1220470"/>
            <a:ext cx="457200" cy="457200"/>
          </a:xfrm>
          <a:custGeom>
            <a:avLst/>
            <a:gdLst>
              <a:gd name="sw" fmla="*/ 1 w 720"/>
              <a:gd name="sh" fmla="*/ 1 h 720"/>
              <a:gd name="mins" fmla="min sw sh"/>
              <a:gd name="dsw" fmla="+- 0 sw mins"/>
              <a:gd name="dsh" fmla="+- 0 sh mins"/>
              <a:gd name="p0x0" fmla="*/ 180 w 720"/>
              <a:gd name="p0y0" fmla="*/ 0 h 720"/>
              <a:gd name="p0x1" fmla="*/ 540 w 720"/>
              <a:gd name="p0y1" fmla="*/ 0 h 720"/>
              <a:gd name="p0x2" fmla="*/ 639 w 720"/>
              <a:gd name="p0y2" fmla="*/ 0 h 720"/>
              <a:gd name="p0x3" fmla="*/ 720 w 720"/>
              <a:gd name="p0y3" fmla="*/ 80 h 720"/>
              <a:gd name="p0x4" fmla="*/ 720 w 720"/>
              <a:gd name="p0y4" fmla="*/ 180 h 720"/>
              <a:gd name="p0x5" fmla="*/ 720 w 720"/>
              <a:gd name="p0y5" fmla="*/ 540 h 720"/>
              <a:gd name="p0x6" fmla="*/ 720 w 720"/>
              <a:gd name="p0y6" fmla="*/ 639 h 720"/>
              <a:gd name="p0x7" fmla="*/ 639 w 720"/>
              <a:gd name="p0y7" fmla="*/ 720 h 720"/>
              <a:gd name="p0x8" fmla="*/ 540 w 720"/>
              <a:gd name="p0y8" fmla="*/ 720 h 720"/>
              <a:gd name="p0x9" fmla="*/ 180 w 720"/>
              <a:gd name="p0y9" fmla="*/ 720 h 720"/>
              <a:gd name="p0x10" fmla="*/ 80 w 720"/>
              <a:gd name="p0y10" fmla="*/ 720 h 720"/>
              <a:gd name="p0x11" fmla="*/ 0 w 720"/>
              <a:gd name="p0y11" fmla="*/ 639 h 720"/>
              <a:gd name="p0x12" fmla="*/ 0 w 720"/>
              <a:gd name="p0y12" fmla="*/ 540 h 720"/>
              <a:gd name="p0x13" fmla="*/ 0 w 720"/>
              <a:gd name="p0y13" fmla="*/ 180 h 720"/>
              <a:gd name="p0x14" fmla="*/ 0 w 720"/>
              <a:gd name="p0y14" fmla="*/ 80 h 720"/>
              <a:gd name="p0x15" fmla="*/ 80 w 720"/>
              <a:gd name="p0y15" fmla="*/ 0 h 720"/>
              <a:gd name="p0x16" fmla="*/ 180 w 720"/>
              <a:gd name="p0y16" fmla="*/ 0 h 7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1E40A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400"/>
          </a:p>
        </p:txBody>
      </p:sp>
      <p:pic>
        <p:nvPicPr>
          <p:cNvPr id="11" name="图片 10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 l="-2949" t="-3492" r="-2949" b="-3492"/>
          <a:stretch>
            <a:fillRect/>
          </a:stretch>
        </p:blipFill>
        <p:spPr>
          <a:xfrm>
            <a:off x="754380" y="1339850"/>
            <a:ext cx="262255" cy="213995"/>
          </a:xfrm>
          <a:prstGeom prst="rect">
            <a:avLst/>
          </a:prstGeom>
        </p:spPr>
      </p:pic>
      <p:sp>
        <p:nvSpPr>
          <p:cNvPr id="12" name="文本框 11"/>
          <p:cNvSpPr txBox="1"/>
          <p:nvPr>
            <p:custDataLst>
              <p:tags r:id="rId23"/>
            </p:custDataLst>
          </p:nvPr>
        </p:nvSpPr>
        <p:spPr>
          <a:xfrm>
            <a:off x="1228725" y="1204595"/>
            <a:ext cx="2233295" cy="29527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8000"/>
              </a:lnSpc>
            </a:pPr>
            <a:r>
              <a:rPr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A* Search</a:t>
            </a:r>
            <a:endParaRPr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24"/>
            </p:custDataLst>
          </p:nvPr>
        </p:nvSpPr>
        <p:spPr>
          <a:xfrm>
            <a:off x="1228725" y="1494790"/>
            <a:ext cx="1338580" cy="17653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0F172A">
                    <a:alpha val="70196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最优路径保证</a:t>
            </a:r>
            <a:endParaRPr sz="1200">
              <a:solidFill>
                <a:srgbClr val="0F172A">
                  <a:alpha val="70196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8" name="图片 17"/>
          <p:cNvPicPr>
            <a:picLocks noChangeAspect="1"/>
          </p:cNvPicPr>
          <p:nvPr>
            <p:custDataLst>
              <p:tags r:id="rId25"/>
            </p:custDataLst>
          </p:nvPr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 l="-2333" t="-42857" r="-2333" b="-42857"/>
          <a:stretch>
            <a:fillRect/>
          </a:stretch>
        </p:blipFill>
        <p:spPr>
          <a:xfrm>
            <a:off x="657225" y="2330450"/>
            <a:ext cx="99695" cy="123825"/>
          </a:xfrm>
          <a:prstGeom prst="rect">
            <a:avLst/>
          </a:prstGeom>
        </p:spPr>
      </p:pic>
      <p:sp>
        <p:nvSpPr>
          <p:cNvPr id="19" name="文本框 18"/>
          <p:cNvSpPr txBox="1"/>
          <p:nvPr>
            <p:custDataLst>
              <p:tags r:id="rId28"/>
            </p:custDataLst>
          </p:nvPr>
        </p:nvSpPr>
        <p:spPr>
          <a:xfrm>
            <a:off x="833438" y="2291667"/>
            <a:ext cx="2266950" cy="23050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400" b="1">
                <a:solidFill>
                  <a:srgbClr val="0F172A">
                    <a:alpha val="85098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评估策略：</a:t>
            </a:r>
            <a:r>
              <a:rPr sz="1400">
                <a:solidFill>
                  <a:srgbClr val="0F172A">
                    <a:alpha val="85098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实际代价与启发估计平衡</a:t>
            </a:r>
            <a:endParaRPr sz="1400">
              <a:solidFill>
                <a:srgbClr val="0F172A">
                  <a:alpha val="85098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0" name="图片 19"/>
          <p:cNvPicPr>
            <a:picLocks noChangeAspect="1"/>
          </p:cNvPicPr>
          <p:nvPr>
            <p:custDataLst>
              <p:tags r:id="rId29"/>
            </p:custDataLst>
          </p:nvPr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 l="-2333" t="-42857" r="-2333" b="-42857"/>
          <a:stretch>
            <a:fillRect/>
          </a:stretch>
        </p:blipFill>
        <p:spPr>
          <a:xfrm>
            <a:off x="680720" y="3187065"/>
            <a:ext cx="99695" cy="123825"/>
          </a:xfrm>
          <a:prstGeom prst="rect">
            <a:avLst/>
          </a:prstGeom>
        </p:spPr>
      </p:pic>
      <p:sp>
        <p:nvSpPr>
          <p:cNvPr id="21" name="文本框 20"/>
          <p:cNvSpPr txBox="1"/>
          <p:nvPr>
            <p:custDataLst>
              <p:tags r:id="rId30"/>
            </p:custDataLst>
          </p:nvPr>
        </p:nvSpPr>
        <p:spPr>
          <a:xfrm>
            <a:off x="856933" y="2851737"/>
            <a:ext cx="2628605" cy="43053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400" b="1">
                <a:solidFill>
                  <a:srgbClr val="0F172A">
                    <a:alpha val="85098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最优性：</a:t>
            </a:r>
            <a:endParaRPr sz="1400" b="1">
              <a:solidFill>
                <a:srgbClr val="0F172A">
                  <a:alpha val="85098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5000"/>
              </a:lnSpc>
            </a:pPr>
            <a:r>
              <a:rPr sz="1400">
                <a:solidFill>
                  <a:srgbClr val="0F172A">
                    <a:alpha val="85098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保证找到最短路径（可采纳启发式）</a:t>
            </a:r>
            <a:endParaRPr sz="1400">
              <a:solidFill>
                <a:srgbClr val="0F172A">
                  <a:alpha val="85098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2" name="图片 21"/>
          <p:cNvPicPr>
            <a:picLocks noChangeAspect="1"/>
          </p:cNvPicPr>
          <p:nvPr>
            <p:custDataLst>
              <p:tags r:id="rId31"/>
            </p:custDataLst>
          </p:nvPr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 l="-2333" t="-42857" r="-2333" b="-42857"/>
          <a:stretch>
            <a:fillRect/>
          </a:stretch>
        </p:blipFill>
        <p:spPr>
          <a:xfrm>
            <a:off x="680720" y="3682365"/>
            <a:ext cx="99695" cy="123825"/>
          </a:xfrm>
          <a:prstGeom prst="rect">
            <a:avLst/>
          </a:prstGeom>
        </p:spPr>
      </p:pic>
      <p:sp>
        <p:nvSpPr>
          <p:cNvPr id="23" name="文本框 22"/>
          <p:cNvSpPr txBox="1"/>
          <p:nvPr>
            <p:custDataLst>
              <p:tags r:id="rId32"/>
            </p:custDataLst>
          </p:nvPr>
        </p:nvSpPr>
        <p:spPr>
          <a:xfrm>
            <a:off x="856933" y="3643582"/>
            <a:ext cx="2266950" cy="23050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400" b="1">
                <a:solidFill>
                  <a:srgbClr val="0F172A">
                    <a:alpha val="85098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搜索范围：</a:t>
            </a:r>
            <a:r>
              <a:rPr sz="1400">
                <a:solidFill>
                  <a:srgbClr val="0F172A">
                    <a:alpha val="85098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遍历节点较多，探索全面</a:t>
            </a:r>
            <a:endParaRPr sz="1400">
              <a:solidFill>
                <a:srgbClr val="0F172A">
                  <a:alpha val="85098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4" name="图片 23"/>
          <p:cNvPicPr>
            <a:picLocks noChangeAspect="1"/>
          </p:cNvPicPr>
          <p:nvPr>
            <p:custDataLst>
              <p:tags r:id="rId33"/>
            </p:custDataLst>
          </p:nvPr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 l="-2333" t="-42857" r="-2333" b="-42857"/>
          <a:stretch>
            <a:fillRect/>
          </a:stretch>
        </p:blipFill>
        <p:spPr>
          <a:xfrm>
            <a:off x="680720" y="4208145"/>
            <a:ext cx="99695" cy="123825"/>
          </a:xfrm>
          <a:prstGeom prst="rect">
            <a:avLst/>
          </a:prstGeom>
        </p:spPr>
      </p:pic>
      <p:sp>
        <p:nvSpPr>
          <p:cNvPr id="25" name="文本框 24"/>
          <p:cNvSpPr txBox="1"/>
          <p:nvPr>
            <p:custDataLst>
              <p:tags r:id="rId34"/>
            </p:custDataLst>
          </p:nvPr>
        </p:nvSpPr>
        <p:spPr>
          <a:xfrm>
            <a:off x="856933" y="4169362"/>
            <a:ext cx="2266950" cy="23050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400" b="1">
                <a:solidFill>
                  <a:srgbClr val="0F172A">
                    <a:alpha val="85098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适用场景：</a:t>
            </a:r>
            <a:r>
              <a:rPr sz="1400">
                <a:solidFill>
                  <a:srgbClr val="0F172A">
                    <a:alpha val="85098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路径质量要求严格的应用</a:t>
            </a:r>
            <a:endParaRPr sz="1400">
              <a:solidFill>
                <a:srgbClr val="0F172A">
                  <a:alpha val="85098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任意多边形 36"/>
          <p:cNvSpPr/>
          <p:nvPr>
            <p:custDataLst>
              <p:tags r:id="rId35"/>
            </p:custDataLst>
          </p:nvPr>
        </p:nvSpPr>
        <p:spPr>
          <a:xfrm>
            <a:off x="8729345" y="1220470"/>
            <a:ext cx="457200" cy="457200"/>
          </a:xfrm>
          <a:custGeom>
            <a:avLst/>
            <a:gdLst>
              <a:gd name="sw" fmla="*/ 1 w 720"/>
              <a:gd name="sh" fmla="*/ 1 h 720"/>
              <a:gd name="mins" fmla="min sw sh"/>
              <a:gd name="dsw" fmla="+- 0 sw mins"/>
              <a:gd name="dsh" fmla="+- 0 sh mins"/>
              <a:gd name="p0x0" fmla="*/ 180 w 720"/>
              <a:gd name="p0y0" fmla="*/ 0 h 720"/>
              <a:gd name="p0x1" fmla="*/ 540 w 720"/>
              <a:gd name="p0y1" fmla="*/ 0 h 720"/>
              <a:gd name="p0x2" fmla="*/ 639 w 720"/>
              <a:gd name="p0y2" fmla="*/ 0 h 720"/>
              <a:gd name="p0x3" fmla="*/ 720 w 720"/>
              <a:gd name="p0y3" fmla="*/ 80 h 720"/>
              <a:gd name="p0x4" fmla="*/ 720 w 720"/>
              <a:gd name="p0y4" fmla="*/ 180 h 720"/>
              <a:gd name="p0x5" fmla="*/ 720 w 720"/>
              <a:gd name="p0y5" fmla="*/ 540 h 720"/>
              <a:gd name="p0x6" fmla="*/ 720 w 720"/>
              <a:gd name="p0y6" fmla="*/ 639 h 720"/>
              <a:gd name="p0x7" fmla="*/ 639 w 720"/>
              <a:gd name="p0y7" fmla="*/ 720 h 720"/>
              <a:gd name="p0x8" fmla="*/ 540 w 720"/>
              <a:gd name="p0y8" fmla="*/ 720 h 720"/>
              <a:gd name="p0x9" fmla="*/ 180 w 720"/>
              <a:gd name="p0y9" fmla="*/ 720 h 720"/>
              <a:gd name="p0x10" fmla="*/ 80 w 720"/>
              <a:gd name="p0y10" fmla="*/ 720 h 720"/>
              <a:gd name="p0x11" fmla="*/ 0 w 720"/>
              <a:gd name="p0y11" fmla="*/ 639 h 720"/>
              <a:gd name="p0x12" fmla="*/ 0 w 720"/>
              <a:gd name="p0y12" fmla="*/ 540 h 720"/>
              <a:gd name="p0x13" fmla="*/ 0 w 720"/>
              <a:gd name="p0y13" fmla="*/ 180 h 720"/>
              <a:gd name="p0x14" fmla="*/ 0 w 720"/>
              <a:gd name="p0y14" fmla="*/ 80 h 720"/>
              <a:gd name="p0x15" fmla="*/ 80 w 720"/>
              <a:gd name="p0y15" fmla="*/ 0 h 720"/>
              <a:gd name="p0x16" fmla="*/ 180 w 720"/>
              <a:gd name="p0y16" fmla="*/ 0 h 7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A580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400"/>
          </a:p>
        </p:txBody>
      </p:sp>
      <p:pic>
        <p:nvPicPr>
          <p:cNvPr id="38" name="图片 37"/>
          <p:cNvPicPr>
            <a:picLocks noChangeAspect="1"/>
          </p:cNvPicPr>
          <p:nvPr>
            <p:custDataLst>
              <p:tags r:id="rId36"/>
            </p:custDataLst>
          </p:nvPr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rcRect l="-15111" t="-3492" r="-15111" b="-3492"/>
          <a:stretch>
            <a:fillRect/>
          </a:stretch>
        </p:blipFill>
        <p:spPr>
          <a:xfrm>
            <a:off x="8865235" y="1339850"/>
            <a:ext cx="186055" cy="213995"/>
          </a:xfrm>
          <a:prstGeom prst="rect">
            <a:avLst/>
          </a:prstGeom>
        </p:spPr>
      </p:pic>
      <p:sp>
        <p:nvSpPr>
          <p:cNvPr id="39" name="文本框 38"/>
          <p:cNvSpPr txBox="1"/>
          <p:nvPr>
            <p:custDataLst>
              <p:tags r:id="rId39"/>
            </p:custDataLst>
          </p:nvPr>
        </p:nvSpPr>
        <p:spPr>
          <a:xfrm>
            <a:off x="9301480" y="1204595"/>
            <a:ext cx="2282190" cy="29527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8000"/>
              </a:lnSpc>
            </a:pPr>
            <a:r>
              <a:rPr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Greedy Search</a:t>
            </a:r>
            <a:endParaRPr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文本框 39"/>
          <p:cNvSpPr txBox="1"/>
          <p:nvPr>
            <p:custDataLst>
              <p:tags r:id="rId40"/>
            </p:custDataLst>
          </p:nvPr>
        </p:nvSpPr>
        <p:spPr>
          <a:xfrm>
            <a:off x="9301382" y="1494901"/>
            <a:ext cx="1347788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0F172A">
                    <a:alpha val="70196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纯启发式优先</a:t>
            </a:r>
            <a:endParaRPr sz="1200">
              <a:solidFill>
                <a:srgbClr val="0F172A">
                  <a:alpha val="70196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5" name="图片 44"/>
          <p:cNvPicPr>
            <a:picLocks noChangeAspect="1"/>
          </p:cNvPicPr>
          <p:nvPr>
            <p:custDataLst>
              <p:tags r:id="rId41"/>
            </p:custDataLst>
          </p:nvPr>
        </p:nvPicPr>
        <p:blipFill>
          <a:blip r:embed="rId42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rcRect l="-2667" t="-42857" r="-2667" b="-42857"/>
          <a:stretch>
            <a:fillRect/>
          </a:stretch>
        </p:blipFill>
        <p:spPr>
          <a:xfrm>
            <a:off x="8729345" y="2330450"/>
            <a:ext cx="100330" cy="123825"/>
          </a:xfrm>
          <a:prstGeom prst="rect">
            <a:avLst/>
          </a:prstGeom>
        </p:spPr>
      </p:pic>
      <p:sp>
        <p:nvSpPr>
          <p:cNvPr id="46" name="文本框 45"/>
          <p:cNvSpPr txBox="1"/>
          <p:nvPr>
            <p:custDataLst>
              <p:tags r:id="rId44"/>
            </p:custDataLst>
          </p:nvPr>
        </p:nvSpPr>
        <p:spPr>
          <a:xfrm>
            <a:off x="8906094" y="2291667"/>
            <a:ext cx="2000250" cy="23050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400" b="1">
                <a:solidFill>
                  <a:srgbClr val="0F172A">
                    <a:alpha val="85098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评估策略：</a:t>
            </a:r>
            <a:r>
              <a:rPr sz="1400">
                <a:solidFill>
                  <a:srgbClr val="0F172A">
                    <a:alpha val="85098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仅依赖启发函数估计</a:t>
            </a:r>
            <a:endParaRPr sz="1400">
              <a:solidFill>
                <a:srgbClr val="0F172A">
                  <a:alpha val="85098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7" name="图片 46"/>
          <p:cNvPicPr>
            <a:picLocks noChangeAspect="1"/>
          </p:cNvPicPr>
          <p:nvPr>
            <p:custDataLst>
              <p:tags r:id="rId45"/>
            </p:custDataLst>
          </p:nvPr>
        </p:nvPicPr>
        <p:blipFill>
          <a:blip r:embed="rId42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rcRect l="-2667" t="-42857" r="-2667" b="-42857"/>
          <a:stretch>
            <a:fillRect/>
          </a:stretch>
        </p:blipFill>
        <p:spPr>
          <a:xfrm>
            <a:off x="8752840" y="3187065"/>
            <a:ext cx="100330" cy="123825"/>
          </a:xfrm>
          <a:prstGeom prst="rect">
            <a:avLst/>
          </a:prstGeom>
        </p:spPr>
      </p:pic>
      <p:sp>
        <p:nvSpPr>
          <p:cNvPr id="48" name="文本框 47"/>
          <p:cNvSpPr txBox="1"/>
          <p:nvPr>
            <p:custDataLst>
              <p:tags r:id="rId46"/>
            </p:custDataLst>
          </p:nvPr>
        </p:nvSpPr>
        <p:spPr>
          <a:xfrm>
            <a:off x="8929589" y="2851737"/>
            <a:ext cx="2266950" cy="23050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400" b="1">
                <a:solidFill>
                  <a:srgbClr val="0F172A">
                    <a:alpha val="85098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最优性：</a:t>
            </a:r>
            <a:r>
              <a:rPr sz="1400">
                <a:solidFill>
                  <a:srgbClr val="0F172A">
                    <a:alpha val="85098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不保证最优，可能局部最优</a:t>
            </a:r>
            <a:endParaRPr sz="1400">
              <a:solidFill>
                <a:srgbClr val="0F172A">
                  <a:alpha val="85098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9" name="图片 48"/>
          <p:cNvPicPr>
            <a:picLocks noChangeAspect="1"/>
          </p:cNvPicPr>
          <p:nvPr>
            <p:custDataLst>
              <p:tags r:id="rId47"/>
            </p:custDataLst>
          </p:nvPr>
        </p:nvPicPr>
        <p:blipFill>
          <a:blip r:embed="rId42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rcRect l="-2667" t="-42857" r="-2667" b="-42857"/>
          <a:stretch>
            <a:fillRect/>
          </a:stretch>
        </p:blipFill>
        <p:spPr>
          <a:xfrm>
            <a:off x="8752840" y="3482340"/>
            <a:ext cx="100330" cy="123825"/>
          </a:xfrm>
          <a:prstGeom prst="rect">
            <a:avLst/>
          </a:prstGeom>
        </p:spPr>
      </p:pic>
      <p:sp>
        <p:nvSpPr>
          <p:cNvPr id="50" name="文本框 49"/>
          <p:cNvSpPr txBox="1"/>
          <p:nvPr>
            <p:custDataLst>
              <p:tags r:id="rId48"/>
            </p:custDataLst>
          </p:nvPr>
        </p:nvSpPr>
        <p:spPr>
          <a:xfrm>
            <a:off x="8929589" y="3443557"/>
            <a:ext cx="2266950" cy="23050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400" b="1">
                <a:solidFill>
                  <a:srgbClr val="0F172A">
                    <a:alpha val="85098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搜索范围：</a:t>
            </a:r>
            <a:r>
              <a:rPr sz="1400">
                <a:solidFill>
                  <a:srgbClr val="0F172A">
                    <a:alpha val="85098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访问节点最少，搜索激进</a:t>
            </a:r>
            <a:endParaRPr sz="1400">
              <a:solidFill>
                <a:srgbClr val="0F172A">
                  <a:alpha val="85098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1" name="图片 50"/>
          <p:cNvPicPr>
            <a:picLocks noChangeAspect="1"/>
          </p:cNvPicPr>
          <p:nvPr>
            <p:custDataLst>
              <p:tags r:id="rId49"/>
            </p:custDataLst>
          </p:nvPr>
        </p:nvPicPr>
        <p:blipFill>
          <a:blip r:embed="rId42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rcRect l="-2667" t="-42857" r="-2667" b="-42857"/>
          <a:stretch>
            <a:fillRect/>
          </a:stretch>
        </p:blipFill>
        <p:spPr>
          <a:xfrm>
            <a:off x="8752840" y="4055110"/>
            <a:ext cx="100330" cy="123825"/>
          </a:xfrm>
          <a:prstGeom prst="rect">
            <a:avLst/>
          </a:prstGeom>
        </p:spPr>
      </p:pic>
      <p:sp>
        <p:nvSpPr>
          <p:cNvPr id="52" name="文本框 51"/>
          <p:cNvSpPr txBox="1"/>
          <p:nvPr>
            <p:custDataLst>
              <p:tags r:id="rId50"/>
            </p:custDataLst>
          </p:nvPr>
        </p:nvSpPr>
        <p:spPr>
          <a:xfrm>
            <a:off x="8929589" y="4016327"/>
            <a:ext cx="2266950" cy="23050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400" b="1">
                <a:solidFill>
                  <a:srgbClr val="0F172A">
                    <a:alpha val="85098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适用场景：</a:t>
            </a:r>
            <a:r>
              <a:rPr sz="1400">
                <a:solidFill>
                  <a:srgbClr val="0F172A">
                    <a:alpha val="85098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实时性要求高的快速寻路</a:t>
            </a:r>
            <a:endParaRPr sz="1400">
              <a:solidFill>
                <a:srgbClr val="0F172A">
                  <a:alpha val="85098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71" name="组合 70"/>
          <p:cNvGrpSpPr/>
          <p:nvPr/>
        </p:nvGrpSpPr>
        <p:grpSpPr>
          <a:xfrm>
            <a:off x="457200" y="5534025"/>
            <a:ext cx="11277600" cy="942975"/>
            <a:chOff x="720" y="8715"/>
            <a:chExt cx="17760" cy="1485"/>
          </a:xfrm>
          <a:effectLst>
            <a:outerShdw blurRad="171450" dist="38100" dir="5399999" algn="ctr" rotWithShape="0">
              <a:srgbClr val="000000">
                <a:alpha val="5098"/>
              </a:srgbClr>
            </a:outerShdw>
          </a:effectLst>
        </p:grpSpPr>
        <p:sp>
          <p:nvSpPr>
            <p:cNvPr id="54" name="任意多边形 53"/>
            <p:cNvSpPr/>
            <p:nvPr>
              <p:custDataLst>
                <p:tags r:id="rId51"/>
              </p:custDataLst>
            </p:nvPr>
          </p:nvSpPr>
          <p:spPr>
            <a:xfrm>
              <a:off x="720" y="8715"/>
              <a:ext cx="17760" cy="1485"/>
            </a:xfrm>
            <a:custGeom>
              <a:avLst/>
              <a:gdLst>
                <a:gd name="sw" fmla="*/ 1 w 17760"/>
                <a:gd name="sh" fmla="*/ 1 h 1485"/>
                <a:gd name="mins" fmla="min sw sh"/>
                <a:gd name="dsw" fmla="+- 0 sw mins"/>
                <a:gd name="dsh" fmla="+- 0 sh mins"/>
                <a:gd name="p0x0" fmla="*/ 180 w 17760"/>
                <a:gd name="p0y0" fmla="*/ 0 h 1485"/>
                <a:gd name="p0x1" fmla="*/ 17580 w 17760"/>
                <a:gd name="p0y1" fmla="*/ 0 h 1485"/>
                <a:gd name="p0x2" fmla="*/ 17679 w 17760"/>
                <a:gd name="p0y2" fmla="*/ 0 h 1485"/>
                <a:gd name="p0x3" fmla="*/ 17760 w 17760"/>
                <a:gd name="p0y3" fmla="*/ 80 h 1485"/>
                <a:gd name="p0x4" fmla="*/ 17760 w 17760"/>
                <a:gd name="p0y4" fmla="*/ 180 h 1485"/>
                <a:gd name="p0x5" fmla="*/ 17760 w 17760"/>
                <a:gd name="p0y5" fmla="*/ 1305 h 1485"/>
                <a:gd name="p0x6" fmla="*/ 17760 w 17760"/>
                <a:gd name="p0y6" fmla="*/ 1404 h 1485"/>
                <a:gd name="p0x7" fmla="*/ 17679 w 17760"/>
                <a:gd name="p0y7" fmla="*/ 1485 h 1485"/>
                <a:gd name="p0x8" fmla="*/ 17580 w 17760"/>
                <a:gd name="p0y8" fmla="*/ 1485 h 1485"/>
                <a:gd name="p0x9" fmla="*/ 180 w 17760"/>
                <a:gd name="p0y9" fmla="*/ 1485 h 1485"/>
                <a:gd name="p0x10" fmla="*/ 80 w 17760"/>
                <a:gd name="p0y10" fmla="*/ 1485 h 1485"/>
                <a:gd name="p0x11" fmla="*/ 0 w 17760"/>
                <a:gd name="p0y11" fmla="*/ 1404 h 1485"/>
                <a:gd name="p0x12" fmla="*/ 0 w 17760"/>
                <a:gd name="p0y12" fmla="*/ 1305 h 1485"/>
                <a:gd name="p0x13" fmla="*/ 0 w 17760"/>
                <a:gd name="p0y13" fmla="*/ 180 h 1485"/>
                <a:gd name="p0x14" fmla="*/ 0 w 17760"/>
                <a:gd name="p0y14" fmla="*/ 80 h 1485"/>
                <a:gd name="p0x15" fmla="*/ 80 w 17760"/>
                <a:gd name="p0y15" fmla="*/ 0 h 1485"/>
                <a:gd name="p0x16" fmla="*/ 180 w 17760"/>
                <a:gd name="p0y16" fmla="*/ 0 h 148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1F5F9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2400"/>
            </a:p>
          </p:txBody>
        </p:sp>
        <p:sp>
          <p:nvSpPr>
            <p:cNvPr id="55" name="任意多边形 54"/>
            <p:cNvSpPr/>
            <p:nvPr>
              <p:custDataLst>
                <p:tags r:id="rId52"/>
              </p:custDataLst>
            </p:nvPr>
          </p:nvSpPr>
          <p:spPr>
            <a:xfrm>
              <a:off x="853" y="8715"/>
              <a:ext cx="17574" cy="63"/>
            </a:xfrm>
            <a:custGeom>
              <a:avLst/>
              <a:gdLst>
                <a:gd name="sw" fmla="*/ 1 w 17573"/>
                <a:gd name="sh" fmla="*/ 1 h 63"/>
                <a:gd name="mins" fmla="min sw sh"/>
                <a:gd name="dsw" fmla="+- 0 sw mins"/>
                <a:gd name="dsh" fmla="+- 0 sh mins"/>
                <a:gd name="p0x0" fmla="*/ 46 w 17573"/>
                <a:gd name="p0y0" fmla="*/ 0 h 63"/>
                <a:gd name="p0x1" fmla="*/ 17446 w 17573"/>
                <a:gd name="p0y1" fmla="*/ 0 h 63"/>
                <a:gd name="p0x2" fmla="*/ 17496 w 17573"/>
                <a:gd name="p0y2" fmla="*/ 0 h 63"/>
                <a:gd name="p0x3" fmla="*/ 17541 w 17573"/>
                <a:gd name="p0y3" fmla="*/ 20 h 63"/>
                <a:gd name="p0x4" fmla="*/ 17573 w 17573"/>
                <a:gd name="p0y4" fmla="*/ 52 h 63"/>
                <a:gd name="p0x5" fmla="*/ 17563 w 17573"/>
                <a:gd name="p0y5" fmla="*/ 63 h 63"/>
                <a:gd name="p0x6" fmla="*/ 17533 w 17573"/>
                <a:gd name="p0y6" fmla="*/ 33 h 63"/>
                <a:gd name="p0x7" fmla="*/ 17492 w 17573"/>
                <a:gd name="p0y7" fmla="*/ 15 h 63"/>
                <a:gd name="p0x8" fmla="*/ 17446 w 17573"/>
                <a:gd name="p0y8" fmla="*/ 15 h 63"/>
                <a:gd name="p0x9" fmla="*/ 46 w 17573"/>
                <a:gd name="p0y9" fmla="*/ 15 h 63"/>
                <a:gd name="p0x10" fmla="*/ 37 w 17573"/>
                <a:gd name="p0y10" fmla="*/ 15 h 63"/>
                <a:gd name="p0x11" fmla="*/ 28 w 17573"/>
                <a:gd name="p0y11" fmla="*/ 16 h 63"/>
                <a:gd name="p0x12" fmla="*/ 19 w 17573"/>
                <a:gd name="p0y12" fmla="*/ 20 h 63"/>
                <a:gd name="p0x13" fmla="*/ 0 w 17573"/>
                <a:gd name="p0y13" fmla="*/ 6 h 63"/>
                <a:gd name="p0x14" fmla="*/ 0 w 17573"/>
                <a:gd name="p0y14" fmla="*/ 6 h 63"/>
                <a:gd name="p0x15" fmla="*/ 14 w 17573"/>
                <a:gd name="p0y15" fmla="*/ 2 h 63"/>
                <a:gd name="p0x16" fmla="*/ 30 w 17573"/>
                <a:gd name="p0y16" fmla="*/ 0 h 63"/>
                <a:gd name="p0x17" fmla="*/ 46 w 17573"/>
                <a:gd name="p0y17" fmla="*/ 0 h 63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rgbClr val="E2E8F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2400"/>
            </a:p>
          </p:txBody>
        </p:sp>
        <p:sp>
          <p:nvSpPr>
            <p:cNvPr id="56" name="任意多边形 55"/>
            <p:cNvSpPr/>
            <p:nvPr>
              <p:custDataLst>
                <p:tags r:id="rId53"/>
              </p:custDataLst>
            </p:nvPr>
          </p:nvSpPr>
          <p:spPr>
            <a:xfrm>
              <a:off x="18416" y="8767"/>
              <a:ext cx="64" cy="1380"/>
            </a:xfrm>
            <a:custGeom>
              <a:avLst/>
              <a:gdLst>
                <a:gd name="sw" fmla="*/ 1 w 63"/>
                <a:gd name="sh" fmla="*/ 1 h 1379"/>
                <a:gd name="mins" fmla="min sw sh"/>
                <a:gd name="dsw" fmla="+- 0 sw mins"/>
                <a:gd name="dsh" fmla="+- 0 sh mins"/>
                <a:gd name="p0x0" fmla="*/ 63 w 63"/>
                <a:gd name="p0y0" fmla="*/ 127 h 1379"/>
                <a:gd name="p0x1" fmla="*/ 63 w 63"/>
                <a:gd name="p0y1" fmla="*/ 1252 h 1379"/>
                <a:gd name="p0x2" fmla="*/ 63 w 63"/>
                <a:gd name="p0y2" fmla="*/ 1301 h 1379"/>
                <a:gd name="p0x3" fmla="*/ 43 w 63"/>
                <a:gd name="p0y3" fmla="*/ 1346 h 1379"/>
                <a:gd name="p0x4" fmla="*/ 10 w 63"/>
                <a:gd name="p0y4" fmla="*/ 1379 h 1379"/>
                <a:gd name="p0x5" fmla="*/ 0 w 63"/>
                <a:gd name="p0y5" fmla="*/ 1368 h 1379"/>
                <a:gd name="p0x6" fmla="*/ 29 w 63"/>
                <a:gd name="p0y6" fmla="*/ 1339 h 1379"/>
                <a:gd name="p0x7" fmla="*/ 48 w 63"/>
                <a:gd name="p0y7" fmla="*/ 1297 h 1379"/>
                <a:gd name="p0x8" fmla="*/ 48 w 63"/>
                <a:gd name="p0y8" fmla="*/ 1252 h 1379"/>
                <a:gd name="p0x9" fmla="*/ 48 w 63"/>
                <a:gd name="p0y9" fmla="*/ 127 h 1379"/>
                <a:gd name="p0x10" fmla="*/ 48 w 63"/>
                <a:gd name="p0y10" fmla="*/ 81 h 1379"/>
                <a:gd name="p0x11" fmla="*/ 29 w 63"/>
                <a:gd name="p0y11" fmla="*/ 40 h 1379"/>
                <a:gd name="p0x12" fmla="*/ 0 w 63"/>
                <a:gd name="p0y12" fmla="*/ 10 h 1379"/>
                <a:gd name="p0x13" fmla="*/ 10 w 63"/>
                <a:gd name="p0y13" fmla="*/ 0 h 1379"/>
                <a:gd name="p0x14" fmla="*/ 43 w 63"/>
                <a:gd name="p0y14" fmla="*/ 32 h 1379"/>
                <a:gd name="p0x15" fmla="*/ 63 w 63"/>
                <a:gd name="p0y15" fmla="*/ 77 h 1379"/>
                <a:gd name="p0x16" fmla="*/ 63 w 63"/>
                <a:gd name="p0y16" fmla="*/ 127 h 1379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E2E8F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2400"/>
            </a:p>
          </p:txBody>
        </p:sp>
        <p:sp>
          <p:nvSpPr>
            <p:cNvPr id="57" name="任意多边形 56"/>
            <p:cNvSpPr/>
            <p:nvPr>
              <p:custDataLst>
                <p:tags r:id="rId54"/>
              </p:custDataLst>
            </p:nvPr>
          </p:nvSpPr>
          <p:spPr>
            <a:xfrm>
              <a:off x="853" y="10136"/>
              <a:ext cx="17574" cy="64"/>
            </a:xfrm>
            <a:custGeom>
              <a:avLst/>
              <a:gdLst>
                <a:gd name="sw" fmla="*/ 1 w 17573"/>
                <a:gd name="sh" fmla="*/ 1 h 63"/>
                <a:gd name="mins" fmla="min sw sh"/>
                <a:gd name="dsw" fmla="+- 0 sw mins"/>
                <a:gd name="dsh" fmla="+- 0 sh mins"/>
                <a:gd name="p0x0" fmla="*/ 17446 w 17573"/>
                <a:gd name="p0y0" fmla="*/ 63 h 63"/>
                <a:gd name="p0x1" fmla="*/ 46 w 17573"/>
                <a:gd name="p0y1" fmla="*/ 63 h 63"/>
                <a:gd name="p0x2" fmla="*/ 30 w 17573"/>
                <a:gd name="p0y2" fmla="*/ 63 h 63"/>
                <a:gd name="p0x3" fmla="*/ 14 w 17573"/>
                <a:gd name="p0y3" fmla="*/ 61 h 63"/>
                <a:gd name="p0x4" fmla="*/ 0 w 17573"/>
                <a:gd name="p0y4" fmla="*/ 57 h 63"/>
                <a:gd name="p0x5" fmla="*/ 19 w 17573"/>
                <a:gd name="p0y5" fmla="*/ 42 h 63"/>
                <a:gd name="p0x6" fmla="*/ 19 w 17573"/>
                <a:gd name="p0y6" fmla="*/ 42 h 63"/>
                <a:gd name="p0x7" fmla="*/ 28 w 17573"/>
                <a:gd name="p0y7" fmla="*/ 46 h 63"/>
                <a:gd name="p0x8" fmla="*/ 37 w 17573"/>
                <a:gd name="p0y8" fmla="*/ 48 h 63"/>
                <a:gd name="p0x9" fmla="*/ 46 w 17573"/>
                <a:gd name="p0y9" fmla="*/ 48 h 63"/>
                <a:gd name="p0x10" fmla="*/ 17446 w 17573"/>
                <a:gd name="p0y10" fmla="*/ 48 h 63"/>
                <a:gd name="p0x11" fmla="*/ 17492 w 17573"/>
                <a:gd name="p0y11" fmla="*/ 48 h 63"/>
                <a:gd name="p0x12" fmla="*/ 17533 w 17573"/>
                <a:gd name="p0y12" fmla="*/ 29 h 63"/>
                <a:gd name="p0x13" fmla="*/ 17563 w 17573"/>
                <a:gd name="p0y13" fmla="*/ 0 h 63"/>
                <a:gd name="p0x14" fmla="*/ 17573 w 17573"/>
                <a:gd name="p0y14" fmla="*/ 10 h 63"/>
                <a:gd name="p0x15" fmla="*/ 17541 w 17573"/>
                <a:gd name="p0y15" fmla="*/ 43 h 63"/>
                <a:gd name="p0x16" fmla="*/ 17496 w 17573"/>
                <a:gd name="p0y16" fmla="*/ 63 h 63"/>
                <a:gd name="p0x17" fmla="*/ 17446 w 17573"/>
                <a:gd name="p0y17" fmla="*/ 63 h 63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rgbClr val="E2E8F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2400"/>
            </a:p>
          </p:txBody>
        </p:sp>
        <p:sp>
          <p:nvSpPr>
            <p:cNvPr id="58" name="任意多边形 57"/>
            <p:cNvSpPr/>
            <p:nvPr>
              <p:custDataLst>
                <p:tags r:id="rId55"/>
              </p:custDataLst>
            </p:nvPr>
          </p:nvSpPr>
          <p:spPr>
            <a:xfrm>
              <a:off x="720" y="8721"/>
              <a:ext cx="152" cy="1472"/>
            </a:xfrm>
            <a:custGeom>
              <a:avLst/>
              <a:gdLst>
                <a:gd name="sw" fmla="*/ 1 w 152"/>
                <a:gd name="sh" fmla="*/ 1 h 1472"/>
                <a:gd name="mins" fmla="min sw sh"/>
                <a:gd name="dsw" fmla="+- 0 sw mins"/>
                <a:gd name="dsh" fmla="+- 0 sh mins"/>
                <a:gd name="p0x0" fmla="*/ 0 w 152"/>
                <a:gd name="p0y0" fmla="*/ 1298 h 1472"/>
                <a:gd name="p0x1" fmla="*/ 0 w 152"/>
                <a:gd name="p0y1" fmla="*/ 173 h 1472"/>
                <a:gd name="p0x2" fmla="*/ 0 w 152"/>
                <a:gd name="p0y2" fmla="*/ 90 h 1472"/>
                <a:gd name="p0x3" fmla="*/ 56 w 152"/>
                <a:gd name="p0y3" fmla="*/ 20 h 1472"/>
                <a:gd name="p0x4" fmla="*/ 133 w 152"/>
                <a:gd name="p0y4" fmla="*/ 0 h 1472"/>
                <a:gd name="p0x5" fmla="*/ 152 w 152"/>
                <a:gd name="p0y5" fmla="*/ 14 h 1472"/>
                <a:gd name="p0x6" fmla="*/ 152 w 152"/>
                <a:gd name="p0y6" fmla="*/ 14 h 1472"/>
                <a:gd name="p0x7" fmla="*/ 107 w 152"/>
                <a:gd name="p0y7" fmla="*/ 33 h 1472"/>
                <a:gd name="p0x8" fmla="*/ 75 w 152"/>
                <a:gd name="p0y8" fmla="*/ 97 h 1472"/>
                <a:gd name="p0x9" fmla="*/ 75 w 152"/>
                <a:gd name="p0y9" fmla="*/ 173 h 1472"/>
                <a:gd name="p0x10" fmla="*/ 75 w 152"/>
                <a:gd name="p0y10" fmla="*/ 1298 h 1472"/>
                <a:gd name="p0x11" fmla="*/ 75 w 152"/>
                <a:gd name="p0y11" fmla="*/ 1375 h 1472"/>
                <a:gd name="p0x12" fmla="*/ 107 w 152"/>
                <a:gd name="p0y12" fmla="*/ 1439 h 1472"/>
                <a:gd name="p0x13" fmla="*/ 152 w 152"/>
                <a:gd name="p0y13" fmla="*/ 1458 h 1472"/>
                <a:gd name="p0x14" fmla="*/ 133 w 152"/>
                <a:gd name="p0y14" fmla="*/ 1472 h 1472"/>
                <a:gd name="p0x15" fmla="*/ 133 w 152"/>
                <a:gd name="p0y15" fmla="*/ 1472 h 1472"/>
                <a:gd name="p0x16" fmla="*/ 56 w 152"/>
                <a:gd name="p0y16" fmla="*/ 1452 h 1472"/>
                <a:gd name="p0x17" fmla="*/ 0 w 152"/>
                <a:gd name="p0y17" fmla="*/ 1382 h 1472"/>
                <a:gd name="p0x18" fmla="*/ 0 w 152"/>
                <a:gd name="p0y18" fmla="*/ 1298 h 1472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lnTo>
                    <a:pt x="p0x15" y="p0y15"/>
                  </a:lnTo>
                  <a:cubicBezTo>
                    <a:pt x="p0x16" y="p0y16"/>
                    <a:pt x="p0x17" y="p0y17"/>
                    <a:pt x="p0x18" y="p0y18"/>
                  </a:cubicBezTo>
                  <a:close/>
                </a:path>
              </a:pathLst>
            </a:custGeom>
            <a:solidFill>
              <a:srgbClr val="E2E8F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2400"/>
            </a:p>
          </p:txBody>
        </p:sp>
      </p:grpSp>
      <p:pic>
        <p:nvPicPr>
          <p:cNvPr id="60" name="图片 59"/>
          <p:cNvPicPr>
            <a:picLocks noChangeAspect="1"/>
          </p:cNvPicPr>
          <p:nvPr>
            <p:custDataLst>
              <p:tags r:id="rId56"/>
            </p:custDataLst>
          </p:nvPr>
        </p:nvPicPr>
        <p:blipFill>
          <a:blip r:embed="rId57">
            <a:extLst>
              <a:ext uri="{96DAC541-7B7A-43D3-8B79-37D633B846F1}">
                <asvg:svgBlip xmlns:asvg="http://schemas.microsoft.com/office/drawing/2016/SVG/main" r:embed="rId58"/>
              </a:ext>
            </a:extLst>
          </a:blip>
          <a:srcRect l="-10714" t="-5238" r="-10714" b="-5238"/>
          <a:stretch>
            <a:fillRect/>
          </a:stretch>
        </p:blipFill>
        <p:spPr>
          <a:xfrm>
            <a:off x="695325" y="5715000"/>
            <a:ext cx="161925" cy="147320"/>
          </a:xfrm>
          <a:prstGeom prst="rect">
            <a:avLst/>
          </a:prstGeom>
        </p:spPr>
      </p:pic>
      <p:sp>
        <p:nvSpPr>
          <p:cNvPr id="61" name="文本框 60"/>
          <p:cNvSpPr txBox="1"/>
          <p:nvPr>
            <p:custDataLst>
              <p:tags r:id="rId59"/>
            </p:custDataLst>
          </p:nvPr>
        </p:nvSpPr>
        <p:spPr>
          <a:xfrm>
            <a:off x="914400" y="5676900"/>
            <a:ext cx="4658620" cy="2095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sz="1400" b="1">
                <a:solidFill>
                  <a:srgbClr val="1E40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Weighted A* </a:t>
            </a:r>
            <a:r>
              <a:rPr lang="zh-CN" sz="1400" b="1">
                <a:solidFill>
                  <a:srgbClr val="1E40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折中方案</a:t>
            </a:r>
            <a:endParaRPr lang="zh-CN" sz="1400" b="1">
              <a:solidFill>
                <a:srgbClr val="1E40A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2" name="文本框 61"/>
          <p:cNvSpPr txBox="1"/>
          <p:nvPr>
            <p:custDataLst>
              <p:tags r:id="rId60"/>
            </p:custDataLst>
          </p:nvPr>
        </p:nvSpPr>
        <p:spPr>
          <a:xfrm>
            <a:off x="695325" y="5929630"/>
            <a:ext cx="10724515" cy="41783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400">
                <a:solidFill>
                  <a:srgbClr val="0F172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评估函数</a:t>
            </a:r>
            <a:r>
              <a:rPr sz="750">
                <a:highlight>
                  <a:srgbClr val="DBEAFE"/>
                </a:highlight>
              </a:rPr>
              <a:t> </a:t>
            </a:r>
            <a:r>
              <a:rPr sz="1400" b="1">
                <a:solidFill>
                  <a:srgbClr val="1E40AF"/>
                </a:solidFill>
                <a:highlight>
                  <a:srgbClr val="DBEAFE"/>
                </a:highlight>
                <a:latin typeface="微软雅黑" panose="020B0503020204020204" charset="-122"/>
                <a:ea typeface="微软雅黑" panose="020B0503020204020204" charset="-122"/>
              </a:rPr>
              <a:t>f(n) = g(n) + w·h(n)</a:t>
            </a:r>
            <a:r>
              <a:rPr sz="750">
                <a:highlight>
                  <a:srgbClr val="DBEAFE"/>
                </a:highlight>
              </a:rPr>
              <a:t> </a:t>
            </a:r>
            <a:r>
              <a:rPr lang="en-US" sz="1400">
                <a:solidFill>
                  <a:srgbClr val="0F172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(w &gt; 1)</a:t>
            </a:r>
            <a:r>
              <a:rPr lang="zh-CN" altLang="en-US" sz="1400">
                <a:solidFill>
                  <a:srgbClr val="0F172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，通过权重系数偏向启发式，显著加速搜索同时保持路径质量在可接受范围内。</a:t>
            </a:r>
            <a:endParaRPr lang="zh-CN" altLang="en-US" sz="1400">
              <a:solidFill>
                <a:srgbClr val="0F172A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3" name="矩形 62"/>
          <p:cNvSpPr/>
          <p:nvPr>
            <p:custDataLst>
              <p:tags r:id="rId61"/>
            </p:custDataLst>
          </p:nvPr>
        </p:nvSpPr>
        <p:spPr>
          <a:xfrm>
            <a:off x="5815330" y="6303010"/>
            <a:ext cx="9525" cy="3429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400"/>
          </a:p>
        </p:txBody>
      </p:sp>
      <p:grpSp>
        <p:nvGrpSpPr>
          <p:cNvPr id="53" name="组合 52"/>
          <p:cNvGrpSpPr/>
          <p:nvPr/>
        </p:nvGrpSpPr>
        <p:grpSpPr>
          <a:xfrm>
            <a:off x="4519295" y="982345"/>
            <a:ext cx="3204210" cy="4400550"/>
            <a:chOff x="13432" y="1547"/>
            <a:chExt cx="5046" cy="6930"/>
          </a:xfrm>
          <a:effectLst>
            <a:outerShdw blurRad="171450" dist="38100" dir="5399999" algn="ctr" rotWithShape="0">
              <a:srgbClr val="000000">
                <a:alpha val="5098"/>
              </a:srgbClr>
            </a:outerShdw>
          </a:effectLst>
        </p:grpSpPr>
        <p:sp>
          <p:nvSpPr>
            <p:cNvPr id="59" name="任意多边形 58"/>
            <p:cNvSpPr/>
            <p:nvPr>
              <p:custDataLst>
                <p:tags r:id="rId62"/>
              </p:custDataLst>
            </p:nvPr>
          </p:nvSpPr>
          <p:spPr>
            <a:xfrm>
              <a:off x="13432" y="1547"/>
              <a:ext cx="5047" cy="6930"/>
            </a:xfrm>
            <a:custGeom>
              <a:avLst/>
              <a:gdLst>
                <a:gd name="sw" fmla="*/ 1 w 5047"/>
                <a:gd name="sh" fmla="*/ 1 h 6929"/>
                <a:gd name="mins" fmla="min sw sh"/>
                <a:gd name="dsw" fmla="+- 0 sw mins"/>
                <a:gd name="dsh" fmla="+- 0 sh mins"/>
                <a:gd name="p0x0" fmla="*/ 240 w 5047"/>
                <a:gd name="p0y0" fmla="*/ 0 h 6929"/>
                <a:gd name="p0x1" fmla="*/ 4807 w 5047"/>
                <a:gd name="p0y1" fmla="*/ 0 h 6929"/>
                <a:gd name="p0x2" fmla="*/ 4939 w 5047"/>
                <a:gd name="p0y2" fmla="*/ 0 h 6929"/>
                <a:gd name="p0x3" fmla="*/ 5047 w 5047"/>
                <a:gd name="p0y3" fmla="*/ 107 h 6929"/>
                <a:gd name="p0x4" fmla="*/ 5047 w 5047"/>
                <a:gd name="p0y4" fmla="*/ 240 h 6929"/>
                <a:gd name="p0x5" fmla="*/ 5047 w 5047"/>
                <a:gd name="p0y5" fmla="*/ 6689 h 6929"/>
                <a:gd name="p0x6" fmla="*/ 5047 w 5047"/>
                <a:gd name="p0y6" fmla="*/ 6822 h 6929"/>
                <a:gd name="p0x7" fmla="*/ 4939 w 5047"/>
                <a:gd name="p0y7" fmla="*/ 6929 h 6929"/>
                <a:gd name="p0x8" fmla="*/ 4807 w 5047"/>
                <a:gd name="p0y8" fmla="*/ 6929 h 6929"/>
                <a:gd name="p0x9" fmla="*/ 240 w 5047"/>
                <a:gd name="p0y9" fmla="*/ 6929 h 6929"/>
                <a:gd name="p0x10" fmla="*/ 107 w 5047"/>
                <a:gd name="p0y10" fmla="*/ 6929 h 6929"/>
                <a:gd name="p0x11" fmla="*/ 0 w 5047"/>
                <a:gd name="p0y11" fmla="*/ 6822 h 6929"/>
                <a:gd name="p0x12" fmla="*/ 0 w 5047"/>
                <a:gd name="p0y12" fmla="*/ 6689 h 6929"/>
                <a:gd name="p0x13" fmla="*/ 0 w 5047"/>
                <a:gd name="p0y13" fmla="*/ 240 h 6929"/>
                <a:gd name="p0x14" fmla="*/ 0 w 5047"/>
                <a:gd name="p0y14" fmla="*/ 107 h 6929"/>
                <a:gd name="p0x15" fmla="*/ 107 w 5047"/>
                <a:gd name="p0y15" fmla="*/ 0 h 6929"/>
                <a:gd name="p0x16" fmla="*/ 240 w 5047"/>
                <a:gd name="p0y16" fmla="*/ 0 h 6929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1F5F9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2400"/>
            </a:p>
          </p:txBody>
        </p:sp>
        <p:sp>
          <p:nvSpPr>
            <p:cNvPr id="72" name="任意多边形 71"/>
            <p:cNvSpPr/>
            <p:nvPr>
              <p:custDataLst>
                <p:tags r:id="rId63"/>
              </p:custDataLst>
            </p:nvPr>
          </p:nvSpPr>
          <p:spPr>
            <a:xfrm>
              <a:off x="13440" y="1547"/>
              <a:ext cx="5031" cy="198"/>
            </a:xfrm>
            <a:custGeom>
              <a:avLst/>
              <a:gdLst>
                <a:gd name="sw" fmla="*/ 1 w 5030"/>
                <a:gd name="sh" fmla="*/ 1 h 197"/>
                <a:gd name="mins" fmla="min sw sh"/>
                <a:gd name="dsw" fmla="+- 0 sw mins"/>
                <a:gd name="dsh" fmla="+- 0 sh mins"/>
                <a:gd name="p0x0" fmla="*/ 231 w 5030"/>
                <a:gd name="p0y0" fmla="*/ 0 h 197"/>
                <a:gd name="p0x1" fmla="*/ 4798 w 5030"/>
                <a:gd name="p0y1" fmla="*/ 0 h 197"/>
                <a:gd name="p0x2" fmla="*/ 4909 w 5030"/>
                <a:gd name="p0y2" fmla="*/ 0 h 197"/>
                <a:gd name="p0x3" fmla="*/ 5003 w 5030"/>
                <a:gd name="p0y3" fmla="*/ 75 h 197"/>
                <a:gd name="p0x4" fmla="*/ 5030 w 5030"/>
                <a:gd name="p0y4" fmla="*/ 177 h 197"/>
                <a:gd name="p0x5" fmla="*/ 5016 w 5030"/>
                <a:gd name="p0y5" fmla="*/ 197 h 197"/>
                <a:gd name="p0x6" fmla="*/ 5016 w 5030"/>
                <a:gd name="p0y6" fmla="*/ 197 h 197"/>
                <a:gd name="p0x7" fmla="*/ 4990 w 5030"/>
                <a:gd name="p0y7" fmla="*/ 126 h 197"/>
                <a:gd name="p0x8" fmla="*/ 4902 w 5030"/>
                <a:gd name="p0y8" fmla="*/ 75 h 197"/>
                <a:gd name="p0x9" fmla="*/ 4798 w 5030"/>
                <a:gd name="p0y9" fmla="*/ 75 h 197"/>
                <a:gd name="p0x10" fmla="*/ 231 w 5030"/>
                <a:gd name="p0y10" fmla="*/ 75 h 197"/>
                <a:gd name="p0x11" fmla="*/ 127 w 5030"/>
                <a:gd name="p0y11" fmla="*/ 75 h 197"/>
                <a:gd name="p0x12" fmla="*/ 40 w 5030"/>
                <a:gd name="p0y12" fmla="*/ 126 h 197"/>
                <a:gd name="p0x13" fmla="*/ 14 w 5030"/>
                <a:gd name="p0y13" fmla="*/ 197 h 197"/>
                <a:gd name="p0x14" fmla="*/ 0 w 5030"/>
                <a:gd name="p0y14" fmla="*/ 177 h 197"/>
                <a:gd name="p0x15" fmla="*/ 0 w 5030"/>
                <a:gd name="p0y15" fmla="*/ 177 h 197"/>
                <a:gd name="p0x16" fmla="*/ 27 w 5030"/>
                <a:gd name="p0y16" fmla="*/ 75 h 197"/>
                <a:gd name="p0x17" fmla="*/ 120 w 5030"/>
                <a:gd name="p0y17" fmla="*/ 0 h 197"/>
                <a:gd name="p0x18" fmla="*/ 231 w 5030"/>
                <a:gd name="p0y18" fmla="*/ 0 h 197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lnTo>
                    <a:pt x="p0x15" y="p0y15"/>
                  </a:lnTo>
                  <a:cubicBezTo>
                    <a:pt x="p0x16" y="p0y16"/>
                    <a:pt x="p0x17" y="p0y17"/>
                    <a:pt x="p0x18" y="p0y18"/>
                  </a:cubicBezTo>
                  <a:close/>
                </a:path>
              </a:pathLst>
            </a:custGeom>
            <a:solidFill>
              <a:srgbClr val="EA580C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2400"/>
            </a:p>
          </p:txBody>
        </p:sp>
        <p:sp>
          <p:nvSpPr>
            <p:cNvPr id="73" name="任意多边形 72"/>
            <p:cNvSpPr/>
            <p:nvPr>
              <p:custDataLst>
                <p:tags r:id="rId64"/>
              </p:custDataLst>
            </p:nvPr>
          </p:nvSpPr>
          <p:spPr>
            <a:xfrm>
              <a:off x="18398" y="1725"/>
              <a:ext cx="81" cy="6682"/>
            </a:xfrm>
            <a:custGeom>
              <a:avLst/>
              <a:gdLst>
                <a:gd name="sw" fmla="*/ 1 w 80"/>
                <a:gd name="sh" fmla="*/ 1 h 6681"/>
                <a:gd name="mins" fmla="min sw sh"/>
                <a:gd name="dsw" fmla="+- 0 sw mins"/>
                <a:gd name="dsh" fmla="+- 0 sh mins"/>
                <a:gd name="p0x0" fmla="*/ 80 w 80"/>
                <a:gd name="p0y0" fmla="*/ 62 h 6681"/>
                <a:gd name="p0x1" fmla="*/ 80 w 80"/>
                <a:gd name="p0y1" fmla="*/ 6512 h 6681"/>
                <a:gd name="p0x2" fmla="*/ 80 w 80"/>
                <a:gd name="p0y2" fmla="*/ 6578 h 6681"/>
                <a:gd name="p0x3" fmla="*/ 54 w 80"/>
                <a:gd name="p0y3" fmla="*/ 6638 h 6681"/>
                <a:gd name="p0x4" fmla="*/ 10 w 80"/>
                <a:gd name="p0y4" fmla="*/ 6681 h 6681"/>
                <a:gd name="p0x5" fmla="*/ 0 w 80"/>
                <a:gd name="p0y5" fmla="*/ 6671 h 6681"/>
                <a:gd name="p0x6" fmla="*/ 40 w 80"/>
                <a:gd name="p0y6" fmla="*/ 6630 h 6681"/>
                <a:gd name="p0x7" fmla="*/ 65 w 80"/>
                <a:gd name="p0y7" fmla="*/ 6574 h 6681"/>
                <a:gd name="p0x8" fmla="*/ 65 w 80"/>
                <a:gd name="p0y8" fmla="*/ 6512 h 6681"/>
                <a:gd name="p0x9" fmla="*/ 65 w 80"/>
                <a:gd name="p0y9" fmla="*/ 62 h 6681"/>
                <a:gd name="p0x10" fmla="*/ 65 w 80"/>
                <a:gd name="p0y10" fmla="*/ 47 h 6681"/>
                <a:gd name="p0x11" fmla="*/ 63 w 80"/>
                <a:gd name="p0y11" fmla="*/ 33 h 6681"/>
                <a:gd name="p0x12" fmla="*/ 58 w 80"/>
                <a:gd name="p0y12" fmla="*/ 19 h 6681"/>
                <a:gd name="p0x13" fmla="*/ 72 w 80"/>
                <a:gd name="p0y13" fmla="*/ 0 h 6681"/>
                <a:gd name="p0x14" fmla="*/ 72 w 80"/>
                <a:gd name="p0y14" fmla="*/ 0 h 6681"/>
                <a:gd name="p0x15" fmla="*/ 78 w 80"/>
                <a:gd name="p0y15" fmla="*/ 19 h 6681"/>
                <a:gd name="p0x16" fmla="*/ 80 w 80"/>
                <a:gd name="p0y16" fmla="*/ 40 h 6681"/>
                <a:gd name="p0x17" fmla="*/ 80 w 80"/>
                <a:gd name="p0y17" fmla="*/ 62 h 6681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rgbClr val="E2E8F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2400"/>
            </a:p>
          </p:txBody>
        </p:sp>
        <p:sp>
          <p:nvSpPr>
            <p:cNvPr id="74" name="任意多边形 73"/>
            <p:cNvSpPr/>
            <p:nvPr>
              <p:custDataLst>
                <p:tags r:id="rId65"/>
              </p:custDataLst>
            </p:nvPr>
          </p:nvSpPr>
          <p:spPr>
            <a:xfrm>
              <a:off x="13503" y="8397"/>
              <a:ext cx="4906" cy="80"/>
            </a:xfrm>
            <a:custGeom>
              <a:avLst/>
              <a:gdLst>
                <a:gd name="sw" fmla="*/ 1 w 4906"/>
                <a:gd name="sh" fmla="*/ 1 h 80"/>
                <a:gd name="mins" fmla="min sw sh"/>
                <a:gd name="dsw" fmla="+- 0 sw mins"/>
                <a:gd name="dsh" fmla="+- 0 sh mins"/>
                <a:gd name="p0x0" fmla="*/ 4736 w 4906"/>
                <a:gd name="p0y0" fmla="*/ 80 h 80"/>
                <a:gd name="p0x1" fmla="*/ 169 w 4906"/>
                <a:gd name="p0y1" fmla="*/ 80 h 80"/>
                <a:gd name="p0x2" fmla="*/ 103 w 4906"/>
                <a:gd name="p0y2" fmla="*/ 80 h 80"/>
                <a:gd name="p0x3" fmla="*/ 43 w 4906"/>
                <a:gd name="p0y3" fmla="*/ 54 h 80"/>
                <a:gd name="p0x4" fmla="*/ 0 w 4906"/>
                <a:gd name="p0y4" fmla="*/ 10 h 80"/>
                <a:gd name="p0x5" fmla="*/ 10 w 4906"/>
                <a:gd name="p0y5" fmla="*/ 0 h 80"/>
                <a:gd name="p0x6" fmla="*/ 51 w 4906"/>
                <a:gd name="p0y6" fmla="*/ 40 h 80"/>
                <a:gd name="p0x7" fmla="*/ 107 w 4906"/>
                <a:gd name="p0y7" fmla="*/ 65 h 80"/>
                <a:gd name="p0x8" fmla="*/ 169 w 4906"/>
                <a:gd name="p0y8" fmla="*/ 65 h 80"/>
                <a:gd name="p0x9" fmla="*/ 4736 w 4906"/>
                <a:gd name="p0y9" fmla="*/ 65 h 80"/>
                <a:gd name="p0x10" fmla="*/ 4798 w 4906"/>
                <a:gd name="p0y10" fmla="*/ 65 h 80"/>
                <a:gd name="p0x11" fmla="*/ 4855 w 4906"/>
                <a:gd name="p0y11" fmla="*/ 40 h 80"/>
                <a:gd name="p0x12" fmla="*/ 4895 w 4906"/>
                <a:gd name="p0y12" fmla="*/ 0 h 80"/>
                <a:gd name="p0x13" fmla="*/ 4906 w 4906"/>
                <a:gd name="p0y13" fmla="*/ 10 h 80"/>
                <a:gd name="p0x14" fmla="*/ 4863 w 4906"/>
                <a:gd name="p0y14" fmla="*/ 54 h 80"/>
                <a:gd name="p0x15" fmla="*/ 4803 w 4906"/>
                <a:gd name="p0y15" fmla="*/ 80 h 80"/>
                <a:gd name="p0x16" fmla="*/ 4736 w 4906"/>
                <a:gd name="p0y16" fmla="*/ 80 h 8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E2E8F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2400"/>
            </a:p>
          </p:txBody>
        </p:sp>
        <p:sp>
          <p:nvSpPr>
            <p:cNvPr id="75" name="任意多边形 74"/>
            <p:cNvSpPr/>
            <p:nvPr>
              <p:custDataLst>
                <p:tags r:id="rId66"/>
              </p:custDataLst>
            </p:nvPr>
          </p:nvSpPr>
          <p:spPr>
            <a:xfrm>
              <a:off x="13432" y="1725"/>
              <a:ext cx="81" cy="6682"/>
            </a:xfrm>
            <a:custGeom>
              <a:avLst/>
              <a:gdLst>
                <a:gd name="sw" fmla="*/ 1 w 80"/>
                <a:gd name="sh" fmla="*/ 1 h 6681"/>
                <a:gd name="mins" fmla="min sw sh"/>
                <a:gd name="dsw" fmla="+- 0 sw mins"/>
                <a:gd name="dsh" fmla="+- 0 sh mins"/>
                <a:gd name="p0x0" fmla="*/ 0 w 80"/>
                <a:gd name="p0y0" fmla="*/ 6512 h 6681"/>
                <a:gd name="p0x1" fmla="*/ 0 w 80"/>
                <a:gd name="p0y1" fmla="*/ 62 h 6681"/>
                <a:gd name="p0x2" fmla="*/ 0 w 80"/>
                <a:gd name="p0y2" fmla="*/ 40 h 6681"/>
                <a:gd name="p0x3" fmla="*/ 2 w 80"/>
                <a:gd name="p0y3" fmla="*/ 19 h 6681"/>
                <a:gd name="p0x4" fmla="*/ 8 w 80"/>
                <a:gd name="p0y4" fmla="*/ 0 h 6681"/>
                <a:gd name="p0x5" fmla="*/ 22 w 80"/>
                <a:gd name="p0y5" fmla="*/ 19 h 6681"/>
                <a:gd name="p0x6" fmla="*/ 22 w 80"/>
                <a:gd name="p0y6" fmla="*/ 19 h 6681"/>
                <a:gd name="p0x7" fmla="*/ 17 w 80"/>
                <a:gd name="p0y7" fmla="*/ 33 h 6681"/>
                <a:gd name="p0x8" fmla="*/ 15 w 80"/>
                <a:gd name="p0y8" fmla="*/ 47 h 6681"/>
                <a:gd name="p0x9" fmla="*/ 15 w 80"/>
                <a:gd name="p0y9" fmla="*/ 62 h 6681"/>
                <a:gd name="p0x10" fmla="*/ 15 w 80"/>
                <a:gd name="p0y10" fmla="*/ 6512 h 6681"/>
                <a:gd name="p0x11" fmla="*/ 15 w 80"/>
                <a:gd name="p0y11" fmla="*/ 6574 h 6681"/>
                <a:gd name="p0x12" fmla="*/ 40 w 80"/>
                <a:gd name="p0y12" fmla="*/ 6630 h 6681"/>
                <a:gd name="p0x13" fmla="*/ 80 w 80"/>
                <a:gd name="p0y13" fmla="*/ 6671 h 6681"/>
                <a:gd name="p0x14" fmla="*/ 70 w 80"/>
                <a:gd name="p0y14" fmla="*/ 6681 h 6681"/>
                <a:gd name="p0x15" fmla="*/ 26 w 80"/>
                <a:gd name="p0y15" fmla="*/ 6638 h 6681"/>
                <a:gd name="p0x16" fmla="*/ 0 w 80"/>
                <a:gd name="p0y16" fmla="*/ 6578 h 6681"/>
                <a:gd name="p0x17" fmla="*/ 0 w 80"/>
                <a:gd name="p0y17" fmla="*/ 6512 h 6681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rgbClr val="E2E8F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2400"/>
            </a:p>
          </p:txBody>
        </p:sp>
      </p:grpSp>
      <p:grpSp>
        <p:nvGrpSpPr>
          <p:cNvPr id="76" name="组合 75"/>
          <p:cNvGrpSpPr/>
          <p:nvPr/>
        </p:nvGrpSpPr>
        <p:grpSpPr>
          <a:xfrm>
            <a:off x="4719320" y="1811020"/>
            <a:ext cx="2804160" cy="381000"/>
            <a:chOff x="13747" y="2852"/>
            <a:chExt cx="4416" cy="600"/>
          </a:xfrm>
        </p:grpSpPr>
        <p:sp>
          <p:nvSpPr>
            <p:cNvPr id="77" name="任意多边形 76"/>
            <p:cNvSpPr/>
            <p:nvPr>
              <p:custDataLst>
                <p:tags r:id="rId67"/>
              </p:custDataLst>
            </p:nvPr>
          </p:nvSpPr>
          <p:spPr>
            <a:xfrm>
              <a:off x="13747" y="2852"/>
              <a:ext cx="4417" cy="600"/>
            </a:xfrm>
            <a:custGeom>
              <a:avLst/>
              <a:gdLst>
                <a:gd name="sw" fmla="*/ 1 w 4417"/>
                <a:gd name="sh" fmla="*/ 1 h 600"/>
                <a:gd name="mins" fmla="min sw sh"/>
                <a:gd name="dsw" fmla="+- 0 sw mins"/>
                <a:gd name="dsh" fmla="+- 0 sh mins"/>
                <a:gd name="p0x0" fmla="*/ 120 w 4417"/>
                <a:gd name="p0y0" fmla="*/ 0 h 600"/>
                <a:gd name="p0x1" fmla="*/ 4297 w 4417"/>
                <a:gd name="p0y1" fmla="*/ 0 h 600"/>
                <a:gd name="p0x2" fmla="*/ 4363 w 4417"/>
                <a:gd name="p0y2" fmla="*/ 0 h 600"/>
                <a:gd name="p0x3" fmla="*/ 4417 w 4417"/>
                <a:gd name="p0y3" fmla="*/ 53 h 600"/>
                <a:gd name="p0x4" fmla="*/ 4417 w 4417"/>
                <a:gd name="p0y4" fmla="*/ 120 h 600"/>
                <a:gd name="p0x5" fmla="*/ 4417 w 4417"/>
                <a:gd name="p0y5" fmla="*/ 480 h 600"/>
                <a:gd name="p0x6" fmla="*/ 4417 w 4417"/>
                <a:gd name="p0y6" fmla="*/ 546 h 600"/>
                <a:gd name="p0x7" fmla="*/ 4363 w 4417"/>
                <a:gd name="p0y7" fmla="*/ 600 h 600"/>
                <a:gd name="p0x8" fmla="*/ 4297 w 4417"/>
                <a:gd name="p0y8" fmla="*/ 600 h 600"/>
                <a:gd name="p0x9" fmla="*/ 120 w 4417"/>
                <a:gd name="p0y9" fmla="*/ 600 h 600"/>
                <a:gd name="p0x10" fmla="*/ 53 w 4417"/>
                <a:gd name="p0y10" fmla="*/ 600 h 600"/>
                <a:gd name="p0x11" fmla="*/ 0 w 4417"/>
                <a:gd name="p0y11" fmla="*/ 546 h 600"/>
                <a:gd name="p0x12" fmla="*/ 0 w 4417"/>
                <a:gd name="p0y12" fmla="*/ 480 h 600"/>
                <a:gd name="p0x13" fmla="*/ 0 w 4417"/>
                <a:gd name="p0y13" fmla="*/ 120 h 600"/>
                <a:gd name="p0x14" fmla="*/ 0 w 4417"/>
                <a:gd name="p0y14" fmla="*/ 53 h 600"/>
                <a:gd name="p0x15" fmla="*/ 53 w 4417"/>
                <a:gd name="p0y15" fmla="*/ 0 h 600"/>
                <a:gd name="p0x16" fmla="*/ 120 w 4417"/>
                <a:gd name="p0y16" fmla="*/ 0 h 60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FF7ED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2400"/>
            </a:p>
          </p:txBody>
        </p:sp>
        <p:sp>
          <p:nvSpPr>
            <p:cNvPr id="78" name="任意多边形 77"/>
            <p:cNvSpPr/>
            <p:nvPr>
              <p:custDataLst>
                <p:tags r:id="rId68"/>
              </p:custDataLst>
            </p:nvPr>
          </p:nvSpPr>
          <p:spPr>
            <a:xfrm>
              <a:off x="13747" y="2852"/>
              <a:ext cx="120" cy="600"/>
            </a:xfrm>
            <a:custGeom>
              <a:avLst/>
              <a:gdLst>
                <a:gd name="sw" fmla="*/ 1 w 120"/>
                <a:gd name="sh" fmla="*/ 1 h 600"/>
                <a:gd name="mins" fmla="min sw sh"/>
                <a:gd name="dsw" fmla="+- 0 sw mins"/>
                <a:gd name="dsh" fmla="+- 0 sh mins"/>
                <a:gd name="p0x0" fmla="*/ 0 w 120"/>
                <a:gd name="p0y0" fmla="*/ 480 h 600"/>
                <a:gd name="p0x1" fmla="*/ 0 w 120"/>
                <a:gd name="p0y1" fmla="*/ 120 h 600"/>
                <a:gd name="p0x2" fmla="*/ 0 w 120"/>
                <a:gd name="p0y2" fmla="*/ 53 h 600"/>
                <a:gd name="p0x3" fmla="*/ 53 w 120"/>
                <a:gd name="p0y3" fmla="*/ 0 h 600"/>
                <a:gd name="p0x4" fmla="*/ 120 w 120"/>
                <a:gd name="p0y4" fmla="*/ 0 h 600"/>
                <a:gd name="p0x5" fmla="*/ 86 w 120"/>
                <a:gd name="p0y5" fmla="*/ 0 h 600"/>
                <a:gd name="p0x6" fmla="*/ 60 w 120"/>
                <a:gd name="p0y6" fmla="*/ 53 h 600"/>
                <a:gd name="p0x7" fmla="*/ 60 w 120"/>
                <a:gd name="p0y7" fmla="*/ 120 h 600"/>
                <a:gd name="p0x8" fmla="*/ 60 w 120"/>
                <a:gd name="p0y8" fmla="*/ 480 h 600"/>
                <a:gd name="p0x9" fmla="*/ 60 w 120"/>
                <a:gd name="p0y9" fmla="*/ 546 h 600"/>
                <a:gd name="p0x10" fmla="*/ 86 w 120"/>
                <a:gd name="p0y10" fmla="*/ 600 h 600"/>
                <a:gd name="p0x11" fmla="*/ 120 w 120"/>
                <a:gd name="p0y11" fmla="*/ 600 h 600"/>
                <a:gd name="p0x12" fmla="*/ 53 w 120"/>
                <a:gd name="p0y12" fmla="*/ 600 h 600"/>
                <a:gd name="p0x13" fmla="*/ 0 w 120"/>
                <a:gd name="p0y13" fmla="*/ 546 h 600"/>
                <a:gd name="p0x14" fmla="*/ 0 w 120"/>
                <a:gd name="p0y14" fmla="*/ 480 h 60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cubicBezTo>
                    <a:pt x="p0x5" y="p0y5"/>
                    <a:pt x="p0x6" y="p0y6"/>
                    <a:pt x="p0x7" y="p0y7"/>
                  </a:cubicBezTo>
                  <a:lnTo>
                    <a:pt x="p0x8" y="p0y8"/>
                  </a:lnTo>
                  <a:cubicBezTo>
                    <a:pt x="p0x9" y="p0y9"/>
                    <a:pt x="p0x10" y="p0y10"/>
                    <a:pt x="p0x11" y="p0y11"/>
                  </a:cubicBezTo>
                  <a:cubicBezTo>
                    <a:pt x="p0x12" y="p0y12"/>
                    <a:pt x="p0x13" y="p0y13"/>
                    <a:pt x="p0x14" y="p0y14"/>
                  </a:cubicBezTo>
                  <a:close/>
                </a:path>
              </a:pathLst>
            </a:custGeom>
            <a:solidFill>
              <a:srgbClr val="EA580C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2400"/>
            </a:p>
          </p:txBody>
        </p:sp>
      </p:grpSp>
      <p:sp>
        <p:nvSpPr>
          <p:cNvPr id="79" name="文本框 78"/>
          <p:cNvSpPr txBox="1"/>
          <p:nvPr>
            <p:custDataLst>
              <p:tags r:id="rId69"/>
            </p:custDataLst>
          </p:nvPr>
        </p:nvSpPr>
        <p:spPr>
          <a:xfrm>
            <a:off x="4872257" y="1906857"/>
            <a:ext cx="2538117" cy="1905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4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f(n) = g(n) + </a:t>
            </a:r>
            <a:r>
              <a:rPr lang="en-US" sz="14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w·</a:t>
            </a:r>
            <a:r>
              <a:rPr sz="14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h(n)</a:t>
            </a:r>
            <a:endParaRPr sz="14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80" name="任意多边形 79"/>
          <p:cNvSpPr/>
          <p:nvPr>
            <p:custDataLst>
              <p:tags r:id="rId70"/>
            </p:custDataLst>
          </p:nvPr>
        </p:nvSpPr>
        <p:spPr>
          <a:xfrm>
            <a:off x="4719320" y="1220470"/>
            <a:ext cx="457200" cy="457200"/>
          </a:xfrm>
          <a:custGeom>
            <a:avLst/>
            <a:gdLst>
              <a:gd name="sw" fmla="*/ 1 w 720"/>
              <a:gd name="sh" fmla="*/ 1 h 720"/>
              <a:gd name="mins" fmla="min sw sh"/>
              <a:gd name="dsw" fmla="+- 0 sw mins"/>
              <a:gd name="dsh" fmla="+- 0 sh mins"/>
              <a:gd name="p0x0" fmla="*/ 180 w 720"/>
              <a:gd name="p0y0" fmla="*/ 0 h 720"/>
              <a:gd name="p0x1" fmla="*/ 540 w 720"/>
              <a:gd name="p0y1" fmla="*/ 0 h 720"/>
              <a:gd name="p0x2" fmla="*/ 639 w 720"/>
              <a:gd name="p0y2" fmla="*/ 0 h 720"/>
              <a:gd name="p0x3" fmla="*/ 720 w 720"/>
              <a:gd name="p0y3" fmla="*/ 80 h 720"/>
              <a:gd name="p0x4" fmla="*/ 720 w 720"/>
              <a:gd name="p0y4" fmla="*/ 180 h 720"/>
              <a:gd name="p0x5" fmla="*/ 720 w 720"/>
              <a:gd name="p0y5" fmla="*/ 540 h 720"/>
              <a:gd name="p0x6" fmla="*/ 720 w 720"/>
              <a:gd name="p0y6" fmla="*/ 639 h 720"/>
              <a:gd name="p0x7" fmla="*/ 639 w 720"/>
              <a:gd name="p0y7" fmla="*/ 720 h 720"/>
              <a:gd name="p0x8" fmla="*/ 540 w 720"/>
              <a:gd name="p0y8" fmla="*/ 720 h 720"/>
              <a:gd name="p0x9" fmla="*/ 180 w 720"/>
              <a:gd name="p0y9" fmla="*/ 720 h 720"/>
              <a:gd name="p0x10" fmla="*/ 80 w 720"/>
              <a:gd name="p0y10" fmla="*/ 720 h 720"/>
              <a:gd name="p0x11" fmla="*/ 0 w 720"/>
              <a:gd name="p0y11" fmla="*/ 639 h 720"/>
              <a:gd name="p0x12" fmla="*/ 0 w 720"/>
              <a:gd name="p0y12" fmla="*/ 540 h 720"/>
              <a:gd name="p0x13" fmla="*/ 0 w 720"/>
              <a:gd name="p0y13" fmla="*/ 180 h 720"/>
              <a:gd name="p0x14" fmla="*/ 0 w 720"/>
              <a:gd name="p0y14" fmla="*/ 80 h 720"/>
              <a:gd name="p0x15" fmla="*/ 80 w 720"/>
              <a:gd name="p0y15" fmla="*/ 0 h 720"/>
              <a:gd name="p0x16" fmla="*/ 180 w 720"/>
              <a:gd name="p0y16" fmla="*/ 0 h 7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A580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400"/>
          </a:p>
        </p:txBody>
      </p:sp>
      <p:pic>
        <p:nvPicPr>
          <p:cNvPr id="81" name="图片 80"/>
          <p:cNvPicPr>
            <a:picLocks noChangeAspect="1"/>
          </p:cNvPicPr>
          <p:nvPr>
            <p:custDataLst>
              <p:tags r:id="rId71"/>
            </p:custDataLst>
          </p:nvPr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rcRect l="-15111" t="-3492" r="-15111" b="-3492"/>
          <a:stretch>
            <a:fillRect/>
          </a:stretch>
        </p:blipFill>
        <p:spPr>
          <a:xfrm>
            <a:off x="4855210" y="1339850"/>
            <a:ext cx="186055" cy="213995"/>
          </a:xfrm>
          <a:prstGeom prst="rect">
            <a:avLst/>
          </a:prstGeom>
        </p:spPr>
      </p:pic>
      <p:sp>
        <p:nvSpPr>
          <p:cNvPr id="82" name="文本框 81"/>
          <p:cNvSpPr txBox="1"/>
          <p:nvPr>
            <p:custDataLst>
              <p:tags r:id="rId72"/>
            </p:custDataLst>
          </p:nvPr>
        </p:nvSpPr>
        <p:spPr>
          <a:xfrm>
            <a:off x="5291455" y="1204595"/>
            <a:ext cx="2118995" cy="29527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8000"/>
              </a:lnSpc>
            </a:pPr>
            <a:r>
              <a:rPr lang="zh-CN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带权重的</a:t>
            </a:r>
            <a:r>
              <a:rPr lang="en-US" altLang="zh-CN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A*</a:t>
            </a:r>
            <a:r>
              <a:rPr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Search</a:t>
            </a:r>
            <a:endParaRPr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3" name="文本框 82"/>
          <p:cNvSpPr txBox="1"/>
          <p:nvPr>
            <p:custDataLst>
              <p:tags r:id="rId73"/>
            </p:custDataLst>
          </p:nvPr>
        </p:nvSpPr>
        <p:spPr>
          <a:xfrm>
            <a:off x="5291357" y="1494901"/>
            <a:ext cx="1347788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sz="1200">
                <a:solidFill>
                  <a:srgbClr val="0F172A">
                    <a:alpha val="70196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不保证最优路径</a:t>
            </a:r>
            <a:endParaRPr lang="zh-CN" sz="1200">
              <a:solidFill>
                <a:srgbClr val="0F172A">
                  <a:alpha val="70196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84" name="图片 83"/>
          <p:cNvPicPr>
            <a:picLocks noChangeAspect="1"/>
          </p:cNvPicPr>
          <p:nvPr>
            <p:custDataLst>
              <p:tags r:id="rId74"/>
            </p:custDataLst>
          </p:nvPr>
        </p:nvPicPr>
        <p:blipFill>
          <a:blip r:embed="rId42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rcRect l="-2667" t="-42857" r="-2667" b="-42857"/>
          <a:stretch>
            <a:fillRect/>
          </a:stretch>
        </p:blipFill>
        <p:spPr>
          <a:xfrm>
            <a:off x="4719320" y="2330450"/>
            <a:ext cx="100330" cy="123825"/>
          </a:xfrm>
          <a:prstGeom prst="rect">
            <a:avLst/>
          </a:prstGeom>
        </p:spPr>
      </p:pic>
      <p:sp>
        <p:nvSpPr>
          <p:cNvPr id="85" name="文本框 84"/>
          <p:cNvSpPr txBox="1"/>
          <p:nvPr>
            <p:custDataLst>
              <p:tags r:id="rId75"/>
            </p:custDataLst>
          </p:nvPr>
        </p:nvSpPr>
        <p:spPr>
          <a:xfrm>
            <a:off x="4896069" y="2291667"/>
            <a:ext cx="2000250" cy="23050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400" b="1">
                <a:solidFill>
                  <a:srgbClr val="0F172A">
                    <a:alpha val="85098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评估策略：</a:t>
            </a:r>
            <a:r>
              <a:rPr sz="1400">
                <a:solidFill>
                  <a:srgbClr val="0F172A">
                    <a:alpha val="85098"/>
                  </a:srgb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实际代价与启发估计平衡</a:t>
            </a:r>
            <a:r>
              <a:rPr lang="zh-CN" sz="1400">
                <a:solidFill>
                  <a:srgbClr val="0F172A">
                    <a:alpha val="85098"/>
                  </a:srgb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</a:t>
            </a:r>
            <a:r>
              <a:rPr lang="zh-CN" altLang="en-US" sz="1400">
                <a:solidFill>
                  <a:srgbClr val="0F172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通过权重系数偏向启发式</a:t>
            </a:r>
            <a:endParaRPr lang="zh-CN" altLang="en-US" sz="1400">
              <a:solidFill>
                <a:srgbClr val="0F172A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86" name="图片 85"/>
          <p:cNvPicPr>
            <a:picLocks noChangeAspect="1"/>
          </p:cNvPicPr>
          <p:nvPr>
            <p:custDataLst>
              <p:tags r:id="rId76"/>
            </p:custDataLst>
          </p:nvPr>
        </p:nvPicPr>
        <p:blipFill>
          <a:blip r:embed="rId42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rcRect l="-2667" t="-42857" r="-2667" b="-42857"/>
          <a:stretch>
            <a:fillRect/>
          </a:stretch>
        </p:blipFill>
        <p:spPr>
          <a:xfrm>
            <a:off x="4719320" y="3156585"/>
            <a:ext cx="100330" cy="123825"/>
          </a:xfrm>
          <a:prstGeom prst="rect">
            <a:avLst/>
          </a:prstGeom>
        </p:spPr>
      </p:pic>
      <p:sp>
        <p:nvSpPr>
          <p:cNvPr id="87" name="文本框 86"/>
          <p:cNvSpPr txBox="1"/>
          <p:nvPr>
            <p:custDataLst>
              <p:tags r:id="rId77"/>
            </p:custDataLst>
          </p:nvPr>
        </p:nvSpPr>
        <p:spPr>
          <a:xfrm>
            <a:off x="4896069" y="3117802"/>
            <a:ext cx="2266950" cy="23050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400" b="1">
                <a:solidFill>
                  <a:srgbClr val="0F172A">
                    <a:alpha val="85098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最优性：</a:t>
            </a:r>
            <a:r>
              <a:rPr sz="1400">
                <a:solidFill>
                  <a:srgbClr val="0F172A">
                    <a:alpha val="85098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不保证最优，可能局部最优</a:t>
            </a:r>
            <a:endParaRPr sz="1400">
              <a:solidFill>
                <a:srgbClr val="0F172A">
                  <a:alpha val="85098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88" name="图片 87"/>
          <p:cNvPicPr>
            <a:picLocks noChangeAspect="1"/>
          </p:cNvPicPr>
          <p:nvPr>
            <p:custDataLst>
              <p:tags r:id="rId78"/>
            </p:custDataLst>
          </p:nvPr>
        </p:nvPicPr>
        <p:blipFill>
          <a:blip r:embed="rId42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rcRect l="-2667" t="-42857" r="-2667" b="-42857"/>
          <a:stretch>
            <a:fillRect/>
          </a:stretch>
        </p:blipFill>
        <p:spPr>
          <a:xfrm>
            <a:off x="4719320" y="3721100"/>
            <a:ext cx="100330" cy="123825"/>
          </a:xfrm>
          <a:prstGeom prst="rect">
            <a:avLst/>
          </a:prstGeom>
        </p:spPr>
      </p:pic>
      <p:sp>
        <p:nvSpPr>
          <p:cNvPr id="89" name="文本框 88"/>
          <p:cNvSpPr txBox="1"/>
          <p:nvPr>
            <p:custDataLst>
              <p:tags r:id="rId79"/>
            </p:custDataLst>
          </p:nvPr>
        </p:nvSpPr>
        <p:spPr>
          <a:xfrm>
            <a:off x="4896069" y="3682317"/>
            <a:ext cx="2266950" cy="23050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400" b="1">
                <a:solidFill>
                  <a:srgbClr val="0F172A">
                    <a:alpha val="85098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搜索范围：</a:t>
            </a:r>
            <a:r>
              <a:rPr sz="1400">
                <a:solidFill>
                  <a:srgbClr val="0F172A">
                    <a:alpha val="85098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访问节点</a:t>
            </a:r>
            <a:r>
              <a:rPr lang="zh-CN" sz="1400">
                <a:solidFill>
                  <a:srgbClr val="0F172A">
                    <a:alpha val="85098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较</a:t>
            </a:r>
            <a:r>
              <a:rPr sz="1400">
                <a:solidFill>
                  <a:srgbClr val="0F172A">
                    <a:alpha val="85098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少，搜索</a:t>
            </a:r>
            <a:r>
              <a:rPr lang="zh-CN" sz="1400">
                <a:solidFill>
                  <a:srgbClr val="0F172A">
                    <a:alpha val="85098"/>
                  </a:srgb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较</a:t>
            </a:r>
            <a:r>
              <a:rPr sz="1400">
                <a:solidFill>
                  <a:srgbClr val="0F172A">
                    <a:alpha val="85098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激进</a:t>
            </a:r>
            <a:endParaRPr sz="1400">
              <a:solidFill>
                <a:srgbClr val="0F172A">
                  <a:alpha val="85098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90" name="图片 89"/>
          <p:cNvPicPr>
            <a:picLocks noChangeAspect="1"/>
          </p:cNvPicPr>
          <p:nvPr>
            <p:custDataLst>
              <p:tags r:id="rId80"/>
            </p:custDataLst>
          </p:nvPr>
        </p:nvPicPr>
        <p:blipFill>
          <a:blip r:embed="rId42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rcRect l="-2667" t="-42857" r="-2667" b="-42857"/>
          <a:stretch>
            <a:fillRect/>
          </a:stretch>
        </p:blipFill>
        <p:spPr>
          <a:xfrm>
            <a:off x="4719320" y="4246880"/>
            <a:ext cx="100330" cy="123825"/>
          </a:xfrm>
          <a:prstGeom prst="rect">
            <a:avLst/>
          </a:prstGeom>
        </p:spPr>
      </p:pic>
      <p:sp>
        <p:nvSpPr>
          <p:cNvPr id="91" name="文本框 90"/>
          <p:cNvSpPr txBox="1"/>
          <p:nvPr>
            <p:custDataLst>
              <p:tags r:id="rId81"/>
            </p:custDataLst>
          </p:nvPr>
        </p:nvSpPr>
        <p:spPr>
          <a:xfrm>
            <a:off x="4896069" y="4208097"/>
            <a:ext cx="2266950" cy="23050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400" b="1">
                <a:solidFill>
                  <a:srgbClr val="0F172A">
                    <a:alpha val="85098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适用场景：</a:t>
            </a:r>
            <a:r>
              <a:rPr sz="1400">
                <a:solidFill>
                  <a:srgbClr val="0F172A">
                    <a:alpha val="85098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实时性要求高的快速寻路</a:t>
            </a:r>
            <a:endParaRPr sz="1400">
              <a:solidFill>
                <a:srgbClr val="0F172A">
                  <a:alpha val="85098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9622479" y="2219325"/>
            <a:ext cx="2569521" cy="12811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9000" b="1">
                <a:solidFill>
                  <a:srgbClr val="1E40AF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r>
              <a:rPr lang="en-US" sz="9000" b="1">
                <a:solidFill>
                  <a:srgbClr val="1E40AF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sz="9000" b="1">
              <a:solidFill>
                <a:srgbClr val="1E40A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4869180" y="3662680"/>
            <a:ext cx="6851650" cy="90487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5400" b="1" spc="15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搜索路径可视化分析</a:t>
            </a:r>
            <a:endParaRPr lang="zh-CN" altLang="en-US" sz="5400" b="1" spc="15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5" name="椭圆 114"/>
          <p:cNvSpPr/>
          <p:nvPr/>
        </p:nvSpPr>
        <p:spPr>
          <a:xfrm>
            <a:off x="10241915" y="3900170"/>
            <a:ext cx="1233170" cy="115824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2228850" y="188595"/>
            <a:ext cx="2656840" cy="2487295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椭圆 15"/>
          <p:cNvSpPr/>
          <p:nvPr/>
        </p:nvSpPr>
        <p:spPr>
          <a:xfrm>
            <a:off x="2954020" y="2959735"/>
            <a:ext cx="1931670" cy="118110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椭圆 25"/>
          <p:cNvSpPr/>
          <p:nvPr/>
        </p:nvSpPr>
        <p:spPr>
          <a:xfrm>
            <a:off x="3462020" y="1341120"/>
            <a:ext cx="189865" cy="18288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椭圆 26"/>
          <p:cNvSpPr/>
          <p:nvPr/>
        </p:nvSpPr>
        <p:spPr>
          <a:xfrm>
            <a:off x="3460750" y="3458845"/>
            <a:ext cx="189865" cy="18288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椭圆 27"/>
          <p:cNvSpPr/>
          <p:nvPr/>
        </p:nvSpPr>
        <p:spPr>
          <a:xfrm>
            <a:off x="3137535" y="4425315"/>
            <a:ext cx="1748155" cy="92329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椭圆 28"/>
          <p:cNvSpPr/>
          <p:nvPr/>
        </p:nvSpPr>
        <p:spPr>
          <a:xfrm>
            <a:off x="3460750" y="4822190"/>
            <a:ext cx="189865" cy="18288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椭圆 29"/>
          <p:cNvSpPr/>
          <p:nvPr/>
        </p:nvSpPr>
        <p:spPr>
          <a:xfrm>
            <a:off x="3462020" y="5847080"/>
            <a:ext cx="1423670" cy="499745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" name="椭圆 35"/>
          <p:cNvSpPr/>
          <p:nvPr/>
        </p:nvSpPr>
        <p:spPr>
          <a:xfrm>
            <a:off x="3460750" y="5995035"/>
            <a:ext cx="189865" cy="18288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4" name="椭圆 63"/>
          <p:cNvSpPr/>
          <p:nvPr/>
        </p:nvSpPr>
        <p:spPr>
          <a:xfrm>
            <a:off x="4695825" y="1341120"/>
            <a:ext cx="189865" cy="18288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5" name="椭圆 64"/>
          <p:cNvSpPr/>
          <p:nvPr/>
        </p:nvSpPr>
        <p:spPr>
          <a:xfrm>
            <a:off x="4695825" y="3458845"/>
            <a:ext cx="189865" cy="18288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6" name="椭圆 65"/>
          <p:cNvSpPr/>
          <p:nvPr/>
        </p:nvSpPr>
        <p:spPr>
          <a:xfrm>
            <a:off x="4695825" y="4822190"/>
            <a:ext cx="189865" cy="18288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2" name="椭圆 91"/>
          <p:cNvSpPr/>
          <p:nvPr/>
        </p:nvSpPr>
        <p:spPr>
          <a:xfrm>
            <a:off x="4695825" y="5995035"/>
            <a:ext cx="189865" cy="18288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94" name="直接连接符 93"/>
          <p:cNvCxnSpPr>
            <a:stCxn id="64" idx="6"/>
            <a:endCxn id="92" idx="6"/>
          </p:cNvCxnSpPr>
          <p:nvPr/>
        </p:nvCxnSpPr>
        <p:spPr>
          <a:xfrm>
            <a:off x="4885690" y="1432560"/>
            <a:ext cx="0" cy="4653915"/>
          </a:xfrm>
          <a:prstGeom prst="line">
            <a:avLst/>
          </a:prstGeom>
          <a:ln w="12700" cap="flat" cmpd="sng" algn="ctr">
            <a:solidFill>
              <a:schemeClr val="accent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0" name="文本框 99"/>
          <p:cNvSpPr txBox="1"/>
          <p:nvPr/>
        </p:nvSpPr>
        <p:spPr>
          <a:xfrm>
            <a:off x="907415" y="1341120"/>
            <a:ext cx="8197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BFS:</a:t>
            </a:r>
            <a:endParaRPr lang="en-US" altLang="zh-CN"/>
          </a:p>
        </p:txBody>
      </p:sp>
      <p:sp>
        <p:nvSpPr>
          <p:cNvPr id="102" name="文本框 101"/>
          <p:cNvSpPr txBox="1"/>
          <p:nvPr/>
        </p:nvSpPr>
        <p:spPr>
          <a:xfrm>
            <a:off x="1034415" y="3366135"/>
            <a:ext cx="8197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A star:</a:t>
            </a:r>
            <a:endParaRPr lang="en-US" altLang="zh-CN"/>
          </a:p>
        </p:txBody>
      </p:sp>
      <p:sp>
        <p:nvSpPr>
          <p:cNvPr id="103" name="文本框 102"/>
          <p:cNvSpPr txBox="1"/>
          <p:nvPr/>
        </p:nvSpPr>
        <p:spPr>
          <a:xfrm>
            <a:off x="589280" y="4729480"/>
            <a:ext cx="16363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weighted A star:</a:t>
            </a:r>
            <a:endParaRPr lang="en-US" altLang="zh-CN"/>
          </a:p>
        </p:txBody>
      </p:sp>
      <p:sp>
        <p:nvSpPr>
          <p:cNvPr id="104" name="文本框 103"/>
          <p:cNvSpPr txBox="1"/>
          <p:nvPr/>
        </p:nvSpPr>
        <p:spPr>
          <a:xfrm>
            <a:off x="299720" y="5718175"/>
            <a:ext cx="21158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Greedy First Search:</a:t>
            </a:r>
            <a:endParaRPr lang="en-US" altLang="zh-CN"/>
          </a:p>
        </p:txBody>
      </p:sp>
      <p:sp>
        <p:nvSpPr>
          <p:cNvPr id="105" name="椭圆 104"/>
          <p:cNvSpPr/>
          <p:nvPr/>
        </p:nvSpPr>
        <p:spPr>
          <a:xfrm>
            <a:off x="8296275" y="315595"/>
            <a:ext cx="2656840" cy="2487295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6" name="椭圆 105"/>
          <p:cNvSpPr/>
          <p:nvPr/>
        </p:nvSpPr>
        <p:spPr>
          <a:xfrm>
            <a:off x="9529445" y="1468120"/>
            <a:ext cx="189865" cy="18288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7" name="椭圆 106"/>
          <p:cNvSpPr/>
          <p:nvPr/>
        </p:nvSpPr>
        <p:spPr>
          <a:xfrm>
            <a:off x="10763250" y="1468120"/>
            <a:ext cx="189865" cy="18288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8" name="文本框 107"/>
          <p:cNvSpPr txBox="1"/>
          <p:nvPr/>
        </p:nvSpPr>
        <p:spPr>
          <a:xfrm>
            <a:off x="6974840" y="1468120"/>
            <a:ext cx="8197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BFS:</a:t>
            </a:r>
            <a:endParaRPr lang="en-US" altLang="zh-CN"/>
          </a:p>
        </p:txBody>
      </p:sp>
      <p:sp>
        <p:nvSpPr>
          <p:cNvPr id="109" name="椭圆 108"/>
          <p:cNvSpPr/>
          <p:nvPr/>
        </p:nvSpPr>
        <p:spPr>
          <a:xfrm>
            <a:off x="9008745" y="3900170"/>
            <a:ext cx="1233170" cy="115824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0" name="椭圆 109"/>
          <p:cNvSpPr/>
          <p:nvPr/>
        </p:nvSpPr>
        <p:spPr>
          <a:xfrm>
            <a:off x="9530080" y="4387850"/>
            <a:ext cx="189865" cy="18288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1" name="椭圆 110"/>
          <p:cNvSpPr/>
          <p:nvPr/>
        </p:nvSpPr>
        <p:spPr>
          <a:xfrm>
            <a:off x="10763885" y="4387850"/>
            <a:ext cx="189865" cy="18288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2" name="文本框 111"/>
          <p:cNvSpPr txBox="1"/>
          <p:nvPr/>
        </p:nvSpPr>
        <p:spPr>
          <a:xfrm>
            <a:off x="6679565" y="4387850"/>
            <a:ext cx="12420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双向</a:t>
            </a:r>
            <a:r>
              <a:rPr lang="en-US" altLang="zh-CN"/>
              <a:t>BFS:</a:t>
            </a:r>
            <a:endParaRPr lang="en-US" altLang="zh-CN"/>
          </a:p>
        </p:txBody>
      </p:sp>
      <p:cxnSp>
        <p:nvCxnSpPr>
          <p:cNvPr id="113" name="直接连接符 112"/>
          <p:cNvCxnSpPr>
            <a:stCxn id="36" idx="2"/>
            <a:endCxn id="26" idx="2"/>
          </p:cNvCxnSpPr>
          <p:nvPr/>
        </p:nvCxnSpPr>
        <p:spPr>
          <a:xfrm flipV="1">
            <a:off x="3460750" y="1432560"/>
            <a:ext cx="1270" cy="4653915"/>
          </a:xfrm>
          <a:prstGeom prst="line">
            <a:avLst/>
          </a:prstGeom>
          <a:ln w="12700" cap="flat" cmpd="sng" algn="ctr">
            <a:solidFill>
              <a:schemeClr val="accent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8" name="直接连接符 117"/>
          <p:cNvCxnSpPr>
            <a:stCxn id="106" idx="2"/>
            <a:endCxn id="110" idx="2"/>
          </p:cNvCxnSpPr>
          <p:nvPr/>
        </p:nvCxnSpPr>
        <p:spPr>
          <a:xfrm>
            <a:off x="9529445" y="1559560"/>
            <a:ext cx="635" cy="2919730"/>
          </a:xfrm>
          <a:prstGeom prst="line">
            <a:avLst/>
          </a:prstGeom>
          <a:ln w="12700" cap="flat" cmpd="sng" algn="ctr">
            <a:solidFill>
              <a:schemeClr val="accent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9" name="直接连接符 118"/>
          <p:cNvCxnSpPr>
            <a:stCxn id="107" idx="6"/>
            <a:endCxn id="111" idx="6"/>
          </p:cNvCxnSpPr>
          <p:nvPr/>
        </p:nvCxnSpPr>
        <p:spPr>
          <a:xfrm>
            <a:off x="10953115" y="1559560"/>
            <a:ext cx="635" cy="2919730"/>
          </a:xfrm>
          <a:prstGeom prst="line">
            <a:avLst/>
          </a:prstGeom>
          <a:ln w="12700" cmpd="sng"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9622479" y="2219325"/>
            <a:ext cx="2569521" cy="12811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9000" b="1">
                <a:solidFill>
                  <a:srgbClr val="1E40AF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r>
              <a:rPr lang="en-US" sz="9000" b="1">
                <a:solidFill>
                  <a:srgbClr val="1E40AF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en-US" sz="9000" b="1">
              <a:solidFill>
                <a:srgbClr val="1E40A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9712960" y="3662680"/>
            <a:ext cx="2021840" cy="90487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5400" b="1" spc="15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结论</a:t>
            </a:r>
            <a:endParaRPr sz="5400" b="1" spc="15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457200" y="409575"/>
            <a:ext cx="3048000" cy="5715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3000" b="1">
                <a:solidFill>
                  <a:srgbClr val="1E40AF"/>
                </a:solidFill>
                <a:latin typeface="微软雅黑" panose="020B0503020204020204" charset="-122"/>
                <a:ea typeface="微软雅黑" panose="020B0503020204020204" charset="-122"/>
              </a:rPr>
              <a:t>关键发现与结论</a:t>
            </a:r>
            <a:endParaRPr sz="3000" b="1">
              <a:solidFill>
                <a:srgbClr val="1E40A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3"/>
            </p:custDataLst>
          </p:nvPr>
        </p:nvSpPr>
        <p:spPr>
          <a:xfrm>
            <a:off x="457200" y="3257550"/>
            <a:ext cx="11277600" cy="38100"/>
          </a:xfrm>
          <a:custGeom>
            <a:avLst/>
            <a:gdLst>
              <a:gd name="sw" fmla="*/ 1 w 17760"/>
              <a:gd name="sh" fmla="*/ 1 h 60"/>
              <a:gd name="mins" fmla="min sw sh"/>
              <a:gd name="dsw" fmla="+- 0 sw mins"/>
              <a:gd name="dsh" fmla="+- 0 sh mins"/>
              <a:gd name="p0x0" fmla="*/ 30 w 17760"/>
              <a:gd name="p0y0" fmla="*/ 0 h 60"/>
              <a:gd name="p0x1" fmla="*/ 17730 w 17760"/>
              <a:gd name="p0y1" fmla="*/ 0 h 60"/>
              <a:gd name="p0x2" fmla="*/ 17746 w 17760"/>
              <a:gd name="p0y2" fmla="*/ 0 h 60"/>
              <a:gd name="p0x3" fmla="*/ 17760 w 17760"/>
              <a:gd name="p0y3" fmla="*/ 13 h 60"/>
              <a:gd name="p0x4" fmla="*/ 17760 w 17760"/>
              <a:gd name="p0y4" fmla="*/ 30 h 60"/>
              <a:gd name="p0x5" fmla="*/ 17760 w 17760"/>
              <a:gd name="p0y5" fmla="*/ 46 h 60"/>
              <a:gd name="p0x6" fmla="*/ 17746 w 17760"/>
              <a:gd name="p0y6" fmla="*/ 60 h 60"/>
              <a:gd name="p0x7" fmla="*/ 17730 w 17760"/>
              <a:gd name="p0y7" fmla="*/ 60 h 60"/>
              <a:gd name="p0x8" fmla="*/ 30 w 17760"/>
              <a:gd name="p0y8" fmla="*/ 60 h 60"/>
              <a:gd name="p0x9" fmla="*/ 13 w 17760"/>
              <a:gd name="p0y9" fmla="*/ 60 h 60"/>
              <a:gd name="p0x10" fmla="*/ 0 w 17760"/>
              <a:gd name="p0y10" fmla="*/ 46 h 60"/>
              <a:gd name="p0x11" fmla="*/ 0 w 17760"/>
              <a:gd name="p0y11" fmla="*/ 30 h 60"/>
              <a:gd name="p0x12" fmla="*/ 0 w 17760"/>
              <a:gd name="p0y12" fmla="*/ 13 h 60"/>
              <a:gd name="p0x13" fmla="*/ 13 w 17760"/>
              <a:gd name="p0y13" fmla="*/ 0 h 60"/>
              <a:gd name="p0x14" fmla="*/ 30 w 17760"/>
              <a:gd name="p0y14" fmla="*/ 0 h 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3B82F6">
              <a:alpha val="30001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400"/>
          </a:p>
        </p:txBody>
      </p:sp>
      <p:sp>
        <p:nvSpPr>
          <p:cNvPr id="5" name="任意多边形 4"/>
          <p:cNvSpPr/>
          <p:nvPr>
            <p:custDataLst>
              <p:tags r:id="rId4"/>
            </p:custDataLst>
          </p:nvPr>
        </p:nvSpPr>
        <p:spPr>
          <a:xfrm>
            <a:off x="461645" y="1166495"/>
            <a:ext cx="2667000" cy="5229225"/>
          </a:xfrm>
          <a:custGeom>
            <a:avLst/>
            <a:gdLst>
              <a:gd name="sw" fmla="*/ 1 w 4200"/>
              <a:gd name="sh" fmla="*/ 1 h 8235"/>
              <a:gd name="mins" fmla="min sw sh"/>
              <a:gd name="dsw" fmla="+- 0 sw mins"/>
              <a:gd name="dsh" fmla="+- 0 sh mins"/>
              <a:gd name="p0x0" fmla="*/ 240 w 4200"/>
              <a:gd name="p0y0" fmla="*/ 0 h 8235"/>
              <a:gd name="p0x1" fmla="*/ 3960 w 4200"/>
              <a:gd name="p0y1" fmla="*/ 0 h 8235"/>
              <a:gd name="p0x2" fmla="*/ 4092 w 4200"/>
              <a:gd name="p0y2" fmla="*/ 0 h 8235"/>
              <a:gd name="p0x3" fmla="*/ 4200 w 4200"/>
              <a:gd name="p0y3" fmla="*/ 107 h 8235"/>
              <a:gd name="p0x4" fmla="*/ 4200 w 4200"/>
              <a:gd name="p0y4" fmla="*/ 240 h 8235"/>
              <a:gd name="p0x5" fmla="*/ 4200 w 4200"/>
              <a:gd name="p0y5" fmla="*/ 7995 h 8235"/>
              <a:gd name="p0x6" fmla="*/ 4200 w 4200"/>
              <a:gd name="p0y6" fmla="*/ 8127 h 8235"/>
              <a:gd name="p0x7" fmla="*/ 4092 w 4200"/>
              <a:gd name="p0y7" fmla="*/ 8235 h 8235"/>
              <a:gd name="p0x8" fmla="*/ 3960 w 4200"/>
              <a:gd name="p0y8" fmla="*/ 8235 h 8235"/>
              <a:gd name="p0x9" fmla="*/ 240 w 4200"/>
              <a:gd name="p0y9" fmla="*/ 8235 h 8235"/>
              <a:gd name="p0x10" fmla="*/ 107 w 4200"/>
              <a:gd name="p0y10" fmla="*/ 8235 h 8235"/>
              <a:gd name="p0x11" fmla="*/ 0 w 4200"/>
              <a:gd name="p0y11" fmla="*/ 8127 h 8235"/>
              <a:gd name="p0x12" fmla="*/ 0 w 4200"/>
              <a:gd name="p0y12" fmla="*/ 7995 h 8235"/>
              <a:gd name="p0x13" fmla="*/ 0 w 4200"/>
              <a:gd name="p0y13" fmla="*/ 240 h 8235"/>
              <a:gd name="p0x14" fmla="*/ 0 w 4200"/>
              <a:gd name="p0y14" fmla="*/ 107 h 8235"/>
              <a:gd name="p0x15" fmla="*/ 107 w 4200"/>
              <a:gd name="p0y15" fmla="*/ 0 h 8235"/>
              <a:gd name="p0x16" fmla="*/ 240 w 4200"/>
              <a:gd name="p0y16" fmla="*/ 0 h 82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1F5F9"/>
          </a:solidFill>
          <a:ln w="9525" cmpd="sng">
            <a:solidFill>
              <a:srgbClr val="E2E8F0"/>
            </a:solidFill>
            <a:prstDash val="solid"/>
          </a:ln>
          <a:effectLst>
            <a:outerShdw blurRad="428625" dist="95250" dir="5399999" algn="ctr" rotWithShape="0">
              <a:srgbClr val="000000">
                <a:alpha val="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400"/>
          </a:p>
        </p:txBody>
      </p:sp>
      <p:sp>
        <p:nvSpPr>
          <p:cNvPr id="6" name="矩形 5"/>
          <p:cNvSpPr/>
          <p:nvPr>
            <p:custDataLst>
              <p:tags r:id="rId5"/>
            </p:custDataLst>
          </p:nvPr>
        </p:nvSpPr>
        <p:spPr>
          <a:xfrm>
            <a:off x="466725" y="1171575"/>
            <a:ext cx="2657475" cy="1143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400"/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1647825" y="5081588"/>
            <a:ext cx="2905125" cy="166687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15100" b="1">
                <a:solidFill>
                  <a:srgbClr val="1E40AF">
                    <a:alpha val="5098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sz="15100" b="1">
              <a:solidFill>
                <a:srgbClr val="1E40AF">
                  <a:alpha val="5098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62" name="组合 61"/>
          <p:cNvGrpSpPr/>
          <p:nvPr/>
        </p:nvGrpSpPr>
        <p:grpSpPr>
          <a:xfrm>
            <a:off x="466725" y="5905500"/>
            <a:ext cx="2656840" cy="485140"/>
            <a:chOff x="735" y="9300"/>
            <a:chExt cx="4184" cy="764"/>
          </a:xfrm>
        </p:grpSpPr>
        <p:sp>
          <p:nvSpPr>
            <p:cNvPr id="15" name="任意多边形 14"/>
            <p:cNvSpPr/>
            <p:nvPr>
              <p:custDataLst>
                <p:tags r:id="rId7"/>
              </p:custDataLst>
            </p:nvPr>
          </p:nvSpPr>
          <p:spPr>
            <a:xfrm>
              <a:off x="735" y="9300"/>
              <a:ext cx="4185" cy="765"/>
            </a:xfrm>
            <a:custGeom>
              <a:avLst/>
              <a:gdLst>
                <a:gd name="sw" fmla="*/ 1 w 4185"/>
                <a:gd name="sh" fmla="*/ 1 h 765"/>
                <a:gd name="mins" fmla="min sw sh"/>
                <a:gd name="dsw" fmla="+- 0 sw mins"/>
                <a:gd name="dsh" fmla="+- 0 sh mins"/>
                <a:gd name="p0x0" fmla="*/ 0 w 4185"/>
                <a:gd name="p0y0" fmla="*/ 0 h 765"/>
                <a:gd name="p0x1" fmla="*/ 4185 w 4185"/>
                <a:gd name="p0y1" fmla="*/ 0 h 765"/>
                <a:gd name="p0x2" fmla="*/ 4185 w 4185"/>
                <a:gd name="p0y2" fmla="*/ 765 h 765"/>
                <a:gd name="p0x3" fmla="*/ 0 w 4185"/>
                <a:gd name="p0y3" fmla="*/ 765 h 765"/>
                <a:gd name="p0x4" fmla="*/ 0 w 4185"/>
                <a:gd name="p0y4" fmla="*/ 0 h 76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F1F5F9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2400"/>
            </a:p>
          </p:txBody>
        </p:sp>
        <p:sp>
          <p:nvSpPr>
            <p:cNvPr id="16" name="任意多边形 15"/>
            <p:cNvSpPr/>
            <p:nvPr>
              <p:custDataLst>
                <p:tags r:id="rId8"/>
              </p:custDataLst>
            </p:nvPr>
          </p:nvSpPr>
          <p:spPr>
            <a:xfrm>
              <a:off x="735" y="9300"/>
              <a:ext cx="4185" cy="15"/>
            </a:xfrm>
            <a:custGeom>
              <a:avLst/>
              <a:gdLst>
                <a:gd name="sw" fmla="*/ 1 w 4185"/>
                <a:gd name="sh" fmla="*/ 1 h 15"/>
                <a:gd name="mins" fmla="min sw sh"/>
                <a:gd name="dsw" fmla="+- 0 sw mins"/>
                <a:gd name="dsh" fmla="+- 0 sh mins"/>
                <a:gd name="p0x0" fmla="*/ 0 w 4185"/>
                <a:gd name="p0y0" fmla="*/ 0 h 15"/>
                <a:gd name="p0x1" fmla="*/ 4185 w 4185"/>
                <a:gd name="p0y1" fmla="*/ 0 h 15"/>
                <a:gd name="p0x2" fmla="*/ 4185 w 4185"/>
                <a:gd name="p0y2" fmla="*/ 15 h 15"/>
                <a:gd name="p0x3" fmla="*/ 0 w 4185"/>
                <a:gd name="p0y3" fmla="*/ 15 h 15"/>
                <a:gd name="p0x4" fmla="*/ 0 w 4185"/>
                <a:gd name="p0y4" fmla="*/ 0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E2E8F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2400"/>
            </a:p>
          </p:txBody>
        </p:sp>
      </p:grpSp>
      <p:sp>
        <p:nvSpPr>
          <p:cNvPr id="8" name="任意多边形 7"/>
          <p:cNvSpPr/>
          <p:nvPr>
            <p:custDataLst>
              <p:tags r:id="rId9"/>
            </p:custDataLst>
          </p:nvPr>
        </p:nvSpPr>
        <p:spPr>
          <a:xfrm>
            <a:off x="1337945" y="1685925"/>
            <a:ext cx="914400" cy="914400"/>
          </a:xfrm>
          <a:custGeom>
            <a:avLst/>
            <a:gdLst>
              <a:gd name="sw" fmla="*/ 1 w 1440"/>
              <a:gd name="sh" fmla="*/ 1 h 1440"/>
              <a:gd name="mins" fmla="min sw sh"/>
              <a:gd name="dsw" fmla="+- 0 sw mins"/>
              <a:gd name="dsh" fmla="+- 0 sh mins"/>
              <a:gd name="p0x0" fmla="*/ 720 w 1440"/>
              <a:gd name="p0y0" fmla="*/ 0 h 1440"/>
              <a:gd name="p0x1" fmla="*/ 1117 w 1440"/>
              <a:gd name="p0y1" fmla="*/ 0 h 1440"/>
              <a:gd name="p0x2" fmla="*/ 1440 w 1440"/>
              <a:gd name="p0y2" fmla="*/ 322 h 1440"/>
              <a:gd name="p0x3" fmla="*/ 1440 w 1440"/>
              <a:gd name="p0y3" fmla="*/ 720 h 1440"/>
              <a:gd name="p0x4" fmla="*/ 1440 w 1440"/>
              <a:gd name="p0y4" fmla="*/ 1117 h 1440"/>
              <a:gd name="p0x5" fmla="*/ 1117 w 1440"/>
              <a:gd name="p0y5" fmla="*/ 1440 h 1440"/>
              <a:gd name="p0x6" fmla="*/ 720 w 1440"/>
              <a:gd name="p0y6" fmla="*/ 1440 h 1440"/>
              <a:gd name="p0x7" fmla="*/ 322 w 1440"/>
              <a:gd name="p0y7" fmla="*/ 1440 h 1440"/>
              <a:gd name="p0x8" fmla="*/ 0 w 1440"/>
              <a:gd name="p0y8" fmla="*/ 1117 h 1440"/>
              <a:gd name="p0x9" fmla="*/ 0 w 1440"/>
              <a:gd name="p0y9" fmla="*/ 720 h 1440"/>
              <a:gd name="p0x10" fmla="*/ 0 w 1440"/>
              <a:gd name="p0y10" fmla="*/ 322 h 1440"/>
              <a:gd name="p0x11" fmla="*/ 322 w 1440"/>
              <a:gd name="p0y11" fmla="*/ 0 h 1440"/>
              <a:gd name="p0x12" fmla="*/ 720 w 1440"/>
              <a:gd name="p0y12" fmla="*/ 0 h 144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FFFFFF"/>
          </a:solidFill>
          <a:ln w="38100" cmpd="sng">
            <a:solidFill>
              <a:srgbClr val="E2E8F0"/>
            </a:solidFill>
            <a:prstDash val="solid"/>
          </a:ln>
          <a:effectLst>
            <a:outerShdw blurRad="171450" dist="38100" dir="5399999" algn="ctr" rotWithShape="0">
              <a:srgbClr val="000000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400"/>
          </a:p>
        </p:txBody>
      </p:sp>
      <p:pic>
        <p:nvPicPr>
          <p:cNvPr id="9" name="图片 8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 t="-2500" b="-2500"/>
          <a:stretch>
            <a:fillRect/>
          </a:stretch>
        </p:blipFill>
        <p:spPr>
          <a:xfrm>
            <a:off x="1557020" y="1943100"/>
            <a:ext cx="476250" cy="400050"/>
          </a:xfrm>
          <a:prstGeom prst="rect">
            <a:avLst/>
          </a:prstGeom>
        </p:spPr>
      </p:pic>
      <p:grpSp>
        <p:nvGrpSpPr>
          <p:cNvPr id="61" name="组合 60"/>
          <p:cNvGrpSpPr/>
          <p:nvPr/>
        </p:nvGrpSpPr>
        <p:grpSpPr>
          <a:xfrm>
            <a:off x="657225" y="2809875"/>
            <a:ext cx="2275840" cy="419100"/>
            <a:chOff x="1035" y="4425"/>
            <a:chExt cx="3584" cy="660"/>
          </a:xfrm>
        </p:grpSpPr>
        <p:sp>
          <p:nvSpPr>
            <p:cNvPr id="10" name="任意多边形 9"/>
            <p:cNvSpPr/>
            <p:nvPr>
              <p:custDataLst>
                <p:tags r:id="rId13"/>
              </p:custDataLst>
            </p:nvPr>
          </p:nvSpPr>
          <p:spPr>
            <a:xfrm>
              <a:off x="1035" y="4425"/>
              <a:ext cx="3585" cy="660"/>
            </a:xfrm>
            <a:custGeom>
              <a:avLst/>
              <a:gdLst>
                <a:gd name="sw" fmla="*/ 1 w 3585"/>
                <a:gd name="sh" fmla="*/ 1 h 660"/>
                <a:gd name="mins" fmla="min sw sh"/>
                <a:gd name="dsw" fmla="+- 0 sw mins"/>
                <a:gd name="dsh" fmla="+- 0 sh mins"/>
                <a:gd name="p0x0" fmla="*/ 0 w 3585"/>
                <a:gd name="p0y0" fmla="*/ 0 h 660"/>
                <a:gd name="p0x1" fmla="*/ 3585 w 3585"/>
                <a:gd name="p0y1" fmla="*/ 0 h 660"/>
                <a:gd name="p0x2" fmla="*/ 3585 w 3585"/>
                <a:gd name="p0y2" fmla="*/ 660 h 660"/>
                <a:gd name="p0x3" fmla="*/ 0 w 3585"/>
                <a:gd name="p0y3" fmla="*/ 660 h 660"/>
                <a:gd name="p0x4" fmla="*/ 0 w 3585"/>
                <a:gd name="p0y4" fmla="*/ 0 h 66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2400"/>
            </a:p>
          </p:txBody>
        </p:sp>
        <p:sp>
          <p:nvSpPr>
            <p:cNvPr id="11" name="任意多边形 10"/>
            <p:cNvSpPr/>
            <p:nvPr>
              <p:custDataLst>
                <p:tags r:id="rId14"/>
              </p:custDataLst>
            </p:nvPr>
          </p:nvSpPr>
          <p:spPr>
            <a:xfrm>
              <a:off x="1035" y="5055"/>
              <a:ext cx="3585" cy="30"/>
            </a:xfrm>
            <a:custGeom>
              <a:avLst/>
              <a:gdLst>
                <a:gd name="sw" fmla="*/ 1 w 3585"/>
                <a:gd name="sh" fmla="*/ 1 h 30"/>
                <a:gd name="mins" fmla="min sw sh"/>
                <a:gd name="dsw" fmla="+- 0 sw mins"/>
                <a:gd name="dsh" fmla="+- 0 sh mins"/>
                <a:gd name="p0x0" fmla="*/ 3585 w 3585"/>
                <a:gd name="p0y0" fmla="*/ 30 h 30"/>
                <a:gd name="p0x1" fmla="*/ 0 w 3585"/>
                <a:gd name="p0y1" fmla="*/ 30 h 30"/>
                <a:gd name="p0x2" fmla="*/ 0 w 3585"/>
                <a:gd name="p0y2" fmla="*/ 0 h 30"/>
                <a:gd name="p0x3" fmla="*/ 3585 w 3585"/>
                <a:gd name="p0y3" fmla="*/ 0 h 30"/>
                <a:gd name="p0x4" fmla="*/ 3585 w 3585"/>
                <a:gd name="p0y4" fmla="*/ 30 h 3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3B82F6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2400"/>
            </a:p>
          </p:txBody>
        </p:sp>
      </p:grpSp>
      <p:sp>
        <p:nvSpPr>
          <p:cNvPr id="13" name="文本框 12"/>
          <p:cNvSpPr txBox="1"/>
          <p:nvPr>
            <p:custDataLst>
              <p:tags r:id="rId15"/>
            </p:custDataLst>
          </p:nvPr>
        </p:nvSpPr>
        <p:spPr>
          <a:xfrm>
            <a:off x="657860" y="2809875"/>
            <a:ext cx="2271395" cy="3048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2000" b="1">
                <a:solidFill>
                  <a:srgbClr val="1E40AF"/>
                </a:solidFill>
                <a:latin typeface="微软雅黑" panose="020B0503020204020204" charset="-122"/>
                <a:ea typeface="微软雅黑" panose="020B0503020204020204" charset="-122"/>
              </a:rPr>
              <a:t>等权图最优解</a:t>
            </a:r>
            <a:endParaRPr sz="2000" b="1">
              <a:solidFill>
                <a:srgbClr val="1E40A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16"/>
            </p:custDataLst>
          </p:nvPr>
        </p:nvSpPr>
        <p:spPr>
          <a:xfrm>
            <a:off x="657225" y="3449955"/>
            <a:ext cx="2271713" cy="109722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sz="1400">
                <a:solidFill>
                  <a:srgbClr val="0F172A">
                    <a:alpha val="70196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BFS</a:t>
            </a:r>
            <a:r>
              <a:rPr lang="zh-CN" sz="1400">
                <a:solidFill>
                  <a:srgbClr val="0F172A">
                    <a:alpha val="70196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是等权图最优选择，保证最短路径</a:t>
            </a:r>
            <a:endParaRPr lang="zh-CN" sz="1400">
              <a:solidFill>
                <a:srgbClr val="0F172A">
                  <a:alpha val="70196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3000"/>
              </a:lnSpc>
            </a:pPr>
            <a:r>
              <a:rPr lang="en-US" sz="1400">
                <a:solidFill>
                  <a:srgbClr val="0F172A">
                    <a:alpha val="70196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Bidirectional BFS</a:t>
            </a:r>
            <a:r>
              <a:rPr lang="zh-CN" altLang="en-US" sz="1400">
                <a:solidFill>
                  <a:srgbClr val="0F172A">
                    <a:alpha val="70196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理论上性能提升</a:t>
            </a:r>
            <a:r>
              <a:rPr lang="en-US" sz="1400" b="1">
                <a:solidFill>
                  <a:srgbClr val="EA58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2-4</a:t>
            </a:r>
            <a:r>
              <a:rPr lang="zh-CN" sz="1400" b="1">
                <a:solidFill>
                  <a:srgbClr val="EA58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倍，但实际测试中不一定能达到</a:t>
            </a:r>
            <a:endParaRPr lang="zh-CN" sz="1400" b="1">
              <a:solidFill>
                <a:srgbClr val="EA580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3000"/>
              </a:lnSpc>
            </a:pPr>
            <a:r>
              <a:rPr lang="en-US" sz="1400">
                <a:solidFill>
                  <a:srgbClr val="0F172A">
                    <a:alpha val="70196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Dijkstra</a:t>
            </a:r>
            <a:r>
              <a:rPr lang="zh-CN" altLang="en-US" sz="1400">
                <a:solidFill>
                  <a:srgbClr val="0F172A">
                    <a:alpha val="70196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存在性能陷阱，资源浪费</a:t>
            </a:r>
            <a:r>
              <a:rPr lang="en-US" sz="1400" b="1">
                <a:solidFill>
                  <a:srgbClr val="EA58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20-100</a:t>
            </a:r>
            <a:r>
              <a:rPr lang="zh-CN" sz="1400" b="1">
                <a:solidFill>
                  <a:srgbClr val="EA58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倍</a:t>
            </a:r>
            <a:endParaRPr lang="zh-CN" sz="1400" b="1">
              <a:solidFill>
                <a:srgbClr val="EA580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任意多边形 18"/>
          <p:cNvSpPr/>
          <p:nvPr>
            <p:custDataLst>
              <p:tags r:id="rId17"/>
            </p:custDataLst>
          </p:nvPr>
        </p:nvSpPr>
        <p:spPr>
          <a:xfrm>
            <a:off x="3328670" y="1166495"/>
            <a:ext cx="2667000" cy="5229225"/>
          </a:xfrm>
          <a:custGeom>
            <a:avLst/>
            <a:gdLst>
              <a:gd name="sw" fmla="*/ 1 w 4200"/>
              <a:gd name="sh" fmla="*/ 1 h 8235"/>
              <a:gd name="mins" fmla="min sw sh"/>
              <a:gd name="dsw" fmla="+- 0 sw mins"/>
              <a:gd name="dsh" fmla="+- 0 sh mins"/>
              <a:gd name="p0x0" fmla="*/ 240 w 4200"/>
              <a:gd name="p0y0" fmla="*/ 0 h 8235"/>
              <a:gd name="p0x1" fmla="*/ 3960 w 4200"/>
              <a:gd name="p0y1" fmla="*/ 0 h 8235"/>
              <a:gd name="p0x2" fmla="*/ 4092 w 4200"/>
              <a:gd name="p0y2" fmla="*/ 0 h 8235"/>
              <a:gd name="p0x3" fmla="*/ 4200 w 4200"/>
              <a:gd name="p0y3" fmla="*/ 107 h 8235"/>
              <a:gd name="p0x4" fmla="*/ 4200 w 4200"/>
              <a:gd name="p0y4" fmla="*/ 240 h 8235"/>
              <a:gd name="p0x5" fmla="*/ 4200 w 4200"/>
              <a:gd name="p0y5" fmla="*/ 7995 h 8235"/>
              <a:gd name="p0x6" fmla="*/ 4200 w 4200"/>
              <a:gd name="p0y6" fmla="*/ 8127 h 8235"/>
              <a:gd name="p0x7" fmla="*/ 4092 w 4200"/>
              <a:gd name="p0y7" fmla="*/ 8235 h 8235"/>
              <a:gd name="p0x8" fmla="*/ 3960 w 4200"/>
              <a:gd name="p0y8" fmla="*/ 8235 h 8235"/>
              <a:gd name="p0x9" fmla="*/ 240 w 4200"/>
              <a:gd name="p0y9" fmla="*/ 8235 h 8235"/>
              <a:gd name="p0x10" fmla="*/ 107 w 4200"/>
              <a:gd name="p0y10" fmla="*/ 8235 h 8235"/>
              <a:gd name="p0x11" fmla="*/ 0 w 4200"/>
              <a:gd name="p0y11" fmla="*/ 8127 h 8235"/>
              <a:gd name="p0x12" fmla="*/ 0 w 4200"/>
              <a:gd name="p0y12" fmla="*/ 7995 h 8235"/>
              <a:gd name="p0x13" fmla="*/ 0 w 4200"/>
              <a:gd name="p0y13" fmla="*/ 240 h 8235"/>
              <a:gd name="p0x14" fmla="*/ 0 w 4200"/>
              <a:gd name="p0y14" fmla="*/ 107 h 8235"/>
              <a:gd name="p0x15" fmla="*/ 107 w 4200"/>
              <a:gd name="p0y15" fmla="*/ 0 h 8235"/>
              <a:gd name="p0x16" fmla="*/ 240 w 4200"/>
              <a:gd name="p0y16" fmla="*/ 0 h 82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1F5F9"/>
          </a:solidFill>
          <a:ln w="9525" cmpd="sng">
            <a:solidFill>
              <a:srgbClr val="E2E8F0"/>
            </a:solidFill>
            <a:prstDash val="solid"/>
          </a:ln>
          <a:effectLst>
            <a:outerShdw blurRad="428625" dist="95250" dir="5399999" algn="ctr" rotWithShape="0">
              <a:srgbClr val="000000">
                <a:alpha val="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400"/>
          </a:p>
        </p:txBody>
      </p:sp>
      <p:sp>
        <p:nvSpPr>
          <p:cNvPr id="20" name="矩形 19"/>
          <p:cNvSpPr/>
          <p:nvPr>
            <p:custDataLst>
              <p:tags r:id="rId18"/>
            </p:custDataLst>
          </p:nvPr>
        </p:nvSpPr>
        <p:spPr>
          <a:xfrm>
            <a:off x="3333750" y="1171575"/>
            <a:ext cx="2657475" cy="1143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400"/>
          </a:p>
        </p:txBody>
      </p:sp>
      <p:sp>
        <p:nvSpPr>
          <p:cNvPr id="21" name="文本框 20"/>
          <p:cNvSpPr txBox="1"/>
          <p:nvPr>
            <p:custDataLst>
              <p:tags r:id="rId19"/>
            </p:custDataLst>
          </p:nvPr>
        </p:nvSpPr>
        <p:spPr>
          <a:xfrm>
            <a:off x="4514850" y="5081588"/>
            <a:ext cx="2905125" cy="166687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15100" b="1">
                <a:solidFill>
                  <a:srgbClr val="1E40AF">
                    <a:alpha val="5098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sz="15100" b="1">
              <a:solidFill>
                <a:srgbClr val="1E40AF">
                  <a:alpha val="5098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64" name="组合 63"/>
          <p:cNvGrpSpPr/>
          <p:nvPr/>
        </p:nvGrpSpPr>
        <p:grpSpPr>
          <a:xfrm>
            <a:off x="3333750" y="5905500"/>
            <a:ext cx="2656840" cy="485140"/>
            <a:chOff x="5250" y="9300"/>
            <a:chExt cx="4184" cy="764"/>
          </a:xfrm>
        </p:grpSpPr>
        <p:sp>
          <p:nvSpPr>
            <p:cNvPr id="29" name="任意多边形 28"/>
            <p:cNvSpPr/>
            <p:nvPr>
              <p:custDataLst>
                <p:tags r:id="rId20"/>
              </p:custDataLst>
            </p:nvPr>
          </p:nvSpPr>
          <p:spPr>
            <a:xfrm>
              <a:off x="5250" y="9300"/>
              <a:ext cx="4185" cy="765"/>
            </a:xfrm>
            <a:custGeom>
              <a:avLst/>
              <a:gdLst>
                <a:gd name="sw" fmla="*/ 1 w 4185"/>
                <a:gd name="sh" fmla="*/ 1 h 765"/>
                <a:gd name="mins" fmla="min sw sh"/>
                <a:gd name="dsw" fmla="+- 0 sw mins"/>
                <a:gd name="dsh" fmla="+- 0 sh mins"/>
                <a:gd name="p0x0" fmla="*/ 0 w 4185"/>
                <a:gd name="p0y0" fmla="*/ 0 h 765"/>
                <a:gd name="p0x1" fmla="*/ 4185 w 4185"/>
                <a:gd name="p0y1" fmla="*/ 0 h 765"/>
                <a:gd name="p0x2" fmla="*/ 4185 w 4185"/>
                <a:gd name="p0y2" fmla="*/ 765 h 765"/>
                <a:gd name="p0x3" fmla="*/ 0 w 4185"/>
                <a:gd name="p0y3" fmla="*/ 765 h 765"/>
                <a:gd name="p0x4" fmla="*/ 0 w 4185"/>
                <a:gd name="p0y4" fmla="*/ 0 h 76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F1F5F9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2400"/>
            </a:p>
          </p:txBody>
        </p:sp>
        <p:sp>
          <p:nvSpPr>
            <p:cNvPr id="30" name="任意多边形 29"/>
            <p:cNvSpPr/>
            <p:nvPr>
              <p:custDataLst>
                <p:tags r:id="rId21"/>
              </p:custDataLst>
            </p:nvPr>
          </p:nvSpPr>
          <p:spPr>
            <a:xfrm>
              <a:off x="5250" y="9300"/>
              <a:ext cx="4185" cy="15"/>
            </a:xfrm>
            <a:custGeom>
              <a:avLst/>
              <a:gdLst>
                <a:gd name="sw" fmla="*/ 1 w 4185"/>
                <a:gd name="sh" fmla="*/ 1 h 15"/>
                <a:gd name="mins" fmla="min sw sh"/>
                <a:gd name="dsw" fmla="+- 0 sw mins"/>
                <a:gd name="dsh" fmla="+- 0 sh mins"/>
                <a:gd name="p0x0" fmla="*/ 0 w 4185"/>
                <a:gd name="p0y0" fmla="*/ 0 h 15"/>
                <a:gd name="p0x1" fmla="*/ 4185 w 4185"/>
                <a:gd name="p0y1" fmla="*/ 0 h 15"/>
                <a:gd name="p0x2" fmla="*/ 4185 w 4185"/>
                <a:gd name="p0y2" fmla="*/ 15 h 15"/>
                <a:gd name="p0x3" fmla="*/ 0 w 4185"/>
                <a:gd name="p0y3" fmla="*/ 15 h 15"/>
                <a:gd name="p0x4" fmla="*/ 0 w 4185"/>
                <a:gd name="p0y4" fmla="*/ 0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E2E8F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2400"/>
            </a:p>
          </p:txBody>
        </p:sp>
      </p:grpSp>
      <p:sp>
        <p:nvSpPr>
          <p:cNvPr id="22" name="任意多边形 21"/>
          <p:cNvSpPr/>
          <p:nvPr>
            <p:custDataLst>
              <p:tags r:id="rId22"/>
            </p:custDataLst>
          </p:nvPr>
        </p:nvSpPr>
        <p:spPr>
          <a:xfrm>
            <a:off x="4204970" y="1685925"/>
            <a:ext cx="914400" cy="914400"/>
          </a:xfrm>
          <a:custGeom>
            <a:avLst/>
            <a:gdLst>
              <a:gd name="sw" fmla="*/ 1 w 1440"/>
              <a:gd name="sh" fmla="*/ 1 h 1440"/>
              <a:gd name="mins" fmla="min sw sh"/>
              <a:gd name="dsw" fmla="+- 0 sw mins"/>
              <a:gd name="dsh" fmla="+- 0 sh mins"/>
              <a:gd name="p0x0" fmla="*/ 720 w 1440"/>
              <a:gd name="p0y0" fmla="*/ 0 h 1440"/>
              <a:gd name="p0x1" fmla="*/ 1117 w 1440"/>
              <a:gd name="p0y1" fmla="*/ 0 h 1440"/>
              <a:gd name="p0x2" fmla="*/ 1440 w 1440"/>
              <a:gd name="p0y2" fmla="*/ 322 h 1440"/>
              <a:gd name="p0x3" fmla="*/ 1440 w 1440"/>
              <a:gd name="p0y3" fmla="*/ 720 h 1440"/>
              <a:gd name="p0x4" fmla="*/ 1440 w 1440"/>
              <a:gd name="p0y4" fmla="*/ 1117 h 1440"/>
              <a:gd name="p0x5" fmla="*/ 1117 w 1440"/>
              <a:gd name="p0y5" fmla="*/ 1440 h 1440"/>
              <a:gd name="p0x6" fmla="*/ 720 w 1440"/>
              <a:gd name="p0y6" fmla="*/ 1440 h 1440"/>
              <a:gd name="p0x7" fmla="*/ 322 w 1440"/>
              <a:gd name="p0y7" fmla="*/ 1440 h 1440"/>
              <a:gd name="p0x8" fmla="*/ 0 w 1440"/>
              <a:gd name="p0y8" fmla="*/ 1117 h 1440"/>
              <a:gd name="p0x9" fmla="*/ 0 w 1440"/>
              <a:gd name="p0y9" fmla="*/ 720 h 1440"/>
              <a:gd name="p0x10" fmla="*/ 0 w 1440"/>
              <a:gd name="p0y10" fmla="*/ 322 h 1440"/>
              <a:gd name="p0x11" fmla="*/ 322 w 1440"/>
              <a:gd name="p0y11" fmla="*/ 0 h 1440"/>
              <a:gd name="p0x12" fmla="*/ 720 w 1440"/>
              <a:gd name="p0y12" fmla="*/ 0 h 144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FFFFFF"/>
          </a:solidFill>
          <a:ln w="38100" cmpd="sng">
            <a:solidFill>
              <a:srgbClr val="E2E8F0"/>
            </a:solidFill>
            <a:prstDash val="solid"/>
          </a:ln>
          <a:effectLst>
            <a:outerShdw blurRad="171450" dist="38100" dir="5399999" algn="ctr" rotWithShape="0">
              <a:srgbClr val="000000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400"/>
          </a:p>
        </p:txBody>
      </p:sp>
      <p:pic>
        <p:nvPicPr>
          <p:cNvPr id="23" name="图片 22"/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rcRect l="-1020" t="-2500" r="-1020" b="-2500"/>
          <a:stretch>
            <a:fillRect/>
          </a:stretch>
        </p:blipFill>
        <p:spPr>
          <a:xfrm>
            <a:off x="4424045" y="1943100"/>
            <a:ext cx="476250" cy="400050"/>
          </a:xfrm>
          <a:prstGeom prst="rect">
            <a:avLst/>
          </a:prstGeom>
        </p:spPr>
      </p:pic>
      <p:grpSp>
        <p:nvGrpSpPr>
          <p:cNvPr id="63" name="组合 62"/>
          <p:cNvGrpSpPr/>
          <p:nvPr/>
        </p:nvGrpSpPr>
        <p:grpSpPr>
          <a:xfrm>
            <a:off x="3524250" y="2809875"/>
            <a:ext cx="2275840" cy="419100"/>
            <a:chOff x="5550" y="4425"/>
            <a:chExt cx="3584" cy="660"/>
          </a:xfrm>
        </p:grpSpPr>
        <p:sp>
          <p:nvSpPr>
            <p:cNvPr id="24" name="任意多边形 23"/>
            <p:cNvSpPr/>
            <p:nvPr>
              <p:custDataLst>
                <p:tags r:id="rId26"/>
              </p:custDataLst>
            </p:nvPr>
          </p:nvSpPr>
          <p:spPr>
            <a:xfrm>
              <a:off x="5550" y="4425"/>
              <a:ext cx="3585" cy="660"/>
            </a:xfrm>
            <a:custGeom>
              <a:avLst/>
              <a:gdLst>
                <a:gd name="sw" fmla="*/ 1 w 3585"/>
                <a:gd name="sh" fmla="*/ 1 h 660"/>
                <a:gd name="mins" fmla="min sw sh"/>
                <a:gd name="dsw" fmla="+- 0 sw mins"/>
                <a:gd name="dsh" fmla="+- 0 sh mins"/>
                <a:gd name="p0x0" fmla="*/ 0 w 3585"/>
                <a:gd name="p0y0" fmla="*/ 0 h 660"/>
                <a:gd name="p0x1" fmla="*/ 3585 w 3585"/>
                <a:gd name="p0y1" fmla="*/ 0 h 660"/>
                <a:gd name="p0x2" fmla="*/ 3585 w 3585"/>
                <a:gd name="p0y2" fmla="*/ 660 h 660"/>
                <a:gd name="p0x3" fmla="*/ 0 w 3585"/>
                <a:gd name="p0y3" fmla="*/ 660 h 660"/>
                <a:gd name="p0x4" fmla="*/ 0 w 3585"/>
                <a:gd name="p0y4" fmla="*/ 0 h 66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2400"/>
            </a:p>
          </p:txBody>
        </p:sp>
        <p:sp>
          <p:nvSpPr>
            <p:cNvPr id="25" name="任意多边形 24"/>
            <p:cNvSpPr/>
            <p:nvPr>
              <p:custDataLst>
                <p:tags r:id="rId27"/>
              </p:custDataLst>
            </p:nvPr>
          </p:nvSpPr>
          <p:spPr>
            <a:xfrm>
              <a:off x="5550" y="5055"/>
              <a:ext cx="3585" cy="30"/>
            </a:xfrm>
            <a:custGeom>
              <a:avLst/>
              <a:gdLst>
                <a:gd name="sw" fmla="*/ 1 w 3585"/>
                <a:gd name="sh" fmla="*/ 1 h 30"/>
                <a:gd name="mins" fmla="min sw sh"/>
                <a:gd name="dsw" fmla="+- 0 sw mins"/>
                <a:gd name="dsh" fmla="+- 0 sh mins"/>
                <a:gd name="p0x0" fmla="*/ 3585 w 3585"/>
                <a:gd name="p0y0" fmla="*/ 30 h 30"/>
                <a:gd name="p0x1" fmla="*/ 0 w 3585"/>
                <a:gd name="p0y1" fmla="*/ 30 h 30"/>
                <a:gd name="p0x2" fmla="*/ 0 w 3585"/>
                <a:gd name="p0y2" fmla="*/ 0 h 30"/>
                <a:gd name="p0x3" fmla="*/ 3585 w 3585"/>
                <a:gd name="p0y3" fmla="*/ 0 h 30"/>
                <a:gd name="p0x4" fmla="*/ 3585 w 3585"/>
                <a:gd name="p0y4" fmla="*/ 30 h 3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3B82F6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2400"/>
            </a:p>
          </p:txBody>
        </p:sp>
      </p:grpSp>
      <p:sp>
        <p:nvSpPr>
          <p:cNvPr id="27" name="文本框 26"/>
          <p:cNvSpPr txBox="1"/>
          <p:nvPr>
            <p:custDataLst>
              <p:tags r:id="rId28"/>
            </p:custDataLst>
          </p:nvPr>
        </p:nvSpPr>
        <p:spPr>
          <a:xfrm>
            <a:off x="3609975" y="2809875"/>
            <a:ext cx="2106295" cy="3048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2000" b="1">
                <a:solidFill>
                  <a:srgbClr val="1E40AF"/>
                </a:solidFill>
                <a:latin typeface="微软雅黑" panose="020B0503020204020204" charset="-122"/>
                <a:ea typeface="微软雅黑" panose="020B0503020204020204" charset="-122"/>
              </a:rPr>
              <a:t>启发式算法平衡</a:t>
            </a:r>
            <a:endParaRPr sz="2000" b="1">
              <a:solidFill>
                <a:srgbClr val="1E40A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文本框 27"/>
          <p:cNvSpPr txBox="1"/>
          <p:nvPr>
            <p:custDataLst>
              <p:tags r:id="rId29"/>
            </p:custDataLst>
          </p:nvPr>
        </p:nvSpPr>
        <p:spPr>
          <a:xfrm>
            <a:off x="3524250" y="3449955"/>
            <a:ext cx="2276475" cy="8838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sz="1400">
                <a:solidFill>
                  <a:srgbClr val="0F172A">
                    <a:alpha val="70196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A*</a:t>
            </a:r>
            <a:r>
              <a:rPr lang="zh-CN" sz="1400">
                <a:solidFill>
                  <a:srgbClr val="0F172A">
                    <a:alpha val="70196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算法平衡最优性与执行效率</a:t>
            </a:r>
            <a:endParaRPr lang="zh-CN" sz="1400">
              <a:solidFill>
                <a:srgbClr val="0F172A">
                  <a:alpha val="70196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3000"/>
              </a:lnSpc>
            </a:pPr>
            <a:r>
              <a:rPr lang="en-US" sz="1400">
                <a:solidFill>
                  <a:srgbClr val="0F172A">
                    <a:alpha val="70196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Weighted A*</a:t>
            </a:r>
            <a:r>
              <a:rPr lang="zh-CN" altLang="en-US" sz="1400">
                <a:solidFill>
                  <a:srgbClr val="0F172A">
                    <a:alpha val="70196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更快但牺牲最优性</a:t>
            </a:r>
            <a:endParaRPr lang="zh-CN" altLang="en-US" sz="1400">
              <a:solidFill>
                <a:srgbClr val="0F172A">
                  <a:alpha val="70196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3000"/>
              </a:lnSpc>
            </a:pPr>
            <a:r>
              <a:rPr lang="en-US" sz="1400">
                <a:solidFill>
                  <a:srgbClr val="0F172A">
                    <a:alpha val="70196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Greedy Best-First Search</a:t>
            </a:r>
            <a:r>
              <a:rPr lang="zh-CN" sz="1400">
                <a:solidFill>
                  <a:srgbClr val="0F172A">
                    <a:alpha val="70196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同理</a:t>
            </a:r>
            <a:endParaRPr lang="zh-CN" sz="1400">
              <a:solidFill>
                <a:srgbClr val="0F172A">
                  <a:alpha val="70196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任意多边形 32"/>
          <p:cNvSpPr/>
          <p:nvPr>
            <p:custDataLst>
              <p:tags r:id="rId30"/>
            </p:custDataLst>
          </p:nvPr>
        </p:nvSpPr>
        <p:spPr>
          <a:xfrm>
            <a:off x="6195695" y="1166495"/>
            <a:ext cx="2667000" cy="5229225"/>
          </a:xfrm>
          <a:custGeom>
            <a:avLst/>
            <a:gdLst>
              <a:gd name="sw" fmla="*/ 1 w 4200"/>
              <a:gd name="sh" fmla="*/ 1 h 8235"/>
              <a:gd name="mins" fmla="min sw sh"/>
              <a:gd name="dsw" fmla="+- 0 sw mins"/>
              <a:gd name="dsh" fmla="+- 0 sh mins"/>
              <a:gd name="p0x0" fmla="*/ 240 w 4200"/>
              <a:gd name="p0y0" fmla="*/ 0 h 8235"/>
              <a:gd name="p0x1" fmla="*/ 3960 w 4200"/>
              <a:gd name="p0y1" fmla="*/ 0 h 8235"/>
              <a:gd name="p0x2" fmla="*/ 4092 w 4200"/>
              <a:gd name="p0y2" fmla="*/ 0 h 8235"/>
              <a:gd name="p0x3" fmla="*/ 4200 w 4200"/>
              <a:gd name="p0y3" fmla="*/ 107 h 8235"/>
              <a:gd name="p0x4" fmla="*/ 4200 w 4200"/>
              <a:gd name="p0y4" fmla="*/ 240 h 8235"/>
              <a:gd name="p0x5" fmla="*/ 4200 w 4200"/>
              <a:gd name="p0y5" fmla="*/ 7995 h 8235"/>
              <a:gd name="p0x6" fmla="*/ 4200 w 4200"/>
              <a:gd name="p0y6" fmla="*/ 8127 h 8235"/>
              <a:gd name="p0x7" fmla="*/ 4092 w 4200"/>
              <a:gd name="p0y7" fmla="*/ 8235 h 8235"/>
              <a:gd name="p0x8" fmla="*/ 3960 w 4200"/>
              <a:gd name="p0y8" fmla="*/ 8235 h 8235"/>
              <a:gd name="p0x9" fmla="*/ 240 w 4200"/>
              <a:gd name="p0y9" fmla="*/ 8235 h 8235"/>
              <a:gd name="p0x10" fmla="*/ 107 w 4200"/>
              <a:gd name="p0y10" fmla="*/ 8235 h 8235"/>
              <a:gd name="p0x11" fmla="*/ 0 w 4200"/>
              <a:gd name="p0y11" fmla="*/ 8127 h 8235"/>
              <a:gd name="p0x12" fmla="*/ 0 w 4200"/>
              <a:gd name="p0y12" fmla="*/ 7995 h 8235"/>
              <a:gd name="p0x13" fmla="*/ 0 w 4200"/>
              <a:gd name="p0y13" fmla="*/ 240 h 8235"/>
              <a:gd name="p0x14" fmla="*/ 0 w 4200"/>
              <a:gd name="p0y14" fmla="*/ 107 h 8235"/>
              <a:gd name="p0x15" fmla="*/ 107 w 4200"/>
              <a:gd name="p0y15" fmla="*/ 0 h 8235"/>
              <a:gd name="p0x16" fmla="*/ 240 w 4200"/>
              <a:gd name="p0y16" fmla="*/ 0 h 82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1F5F9"/>
          </a:solidFill>
          <a:ln w="9525" cmpd="sng">
            <a:solidFill>
              <a:srgbClr val="E2E8F0"/>
            </a:solidFill>
            <a:prstDash val="solid"/>
          </a:ln>
          <a:effectLst>
            <a:outerShdw blurRad="428625" dist="95250" dir="5399999" algn="ctr" rotWithShape="0">
              <a:srgbClr val="000000">
                <a:alpha val="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400"/>
          </a:p>
        </p:txBody>
      </p:sp>
      <p:sp>
        <p:nvSpPr>
          <p:cNvPr id="34" name="矩形 33"/>
          <p:cNvSpPr/>
          <p:nvPr>
            <p:custDataLst>
              <p:tags r:id="rId31"/>
            </p:custDataLst>
          </p:nvPr>
        </p:nvSpPr>
        <p:spPr>
          <a:xfrm>
            <a:off x="6200775" y="1171575"/>
            <a:ext cx="2657475" cy="1143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400"/>
          </a:p>
        </p:txBody>
      </p:sp>
      <p:sp>
        <p:nvSpPr>
          <p:cNvPr id="35" name="文本框 34"/>
          <p:cNvSpPr txBox="1"/>
          <p:nvPr>
            <p:custDataLst>
              <p:tags r:id="rId32"/>
            </p:custDataLst>
          </p:nvPr>
        </p:nvSpPr>
        <p:spPr>
          <a:xfrm>
            <a:off x="7381875" y="5081588"/>
            <a:ext cx="2905125" cy="166687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15100" b="1">
                <a:solidFill>
                  <a:srgbClr val="1E40AF">
                    <a:alpha val="5098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sz="15100" b="1">
              <a:solidFill>
                <a:srgbClr val="1E40AF">
                  <a:alpha val="5098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66" name="组合 65"/>
          <p:cNvGrpSpPr/>
          <p:nvPr/>
        </p:nvGrpSpPr>
        <p:grpSpPr>
          <a:xfrm>
            <a:off x="6200775" y="5905500"/>
            <a:ext cx="2656840" cy="485140"/>
            <a:chOff x="9765" y="9300"/>
            <a:chExt cx="4184" cy="764"/>
          </a:xfrm>
        </p:grpSpPr>
        <p:sp>
          <p:nvSpPr>
            <p:cNvPr id="43" name="任意多边形 42"/>
            <p:cNvSpPr/>
            <p:nvPr>
              <p:custDataLst>
                <p:tags r:id="rId33"/>
              </p:custDataLst>
            </p:nvPr>
          </p:nvSpPr>
          <p:spPr>
            <a:xfrm>
              <a:off x="9765" y="9300"/>
              <a:ext cx="4185" cy="765"/>
            </a:xfrm>
            <a:custGeom>
              <a:avLst/>
              <a:gdLst>
                <a:gd name="sw" fmla="*/ 1 w 4185"/>
                <a:gd name="sh" fmla="*/ 1 h 765"/>
                <a:gd name="mins" fmla="min sw sh"/>
                <a:gd name="dsw" fmla="+- 0 sw mins"/>
                <a:gd name="dsh" fmla="+- 0 sh mins"/>
                <a:gd name="p0x0" fmla="*/ 0 w 4185"/>
                <a:gd name="p0y0" fmla="*/ 0 h 765"/>
                <a:gd name="p0x1" fmla="*/ 4185 w 4185"/>
                <a:gd name="p0y1" fmla="*/ 0 h 765"/>
                <a:gd name="p0x2" fmla="*/ 4185 w 4185"/>
                <a:gd name="p0y2" fmla="*/ 765 h 765"/>
                <a:gd name="p0x3" fmla="*/ 0 w 4185"/>
                <a:gd name="p0y3" fmla="*/ 765 h 765"/>
                <a:gd name="p0x4" fmla="*/ 0 w 4185"/>
                <a:gd name="p0y4" fmla="*/ 0 h 76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F1F5F9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2400"/>
            </a:p>
          </p:txBody>
        </p:sp>
        <p:sp>
          <p:nvSpPr>
            <p:cNvPr id="44" name="任意多边形 43"/>
            <p:cNvSpPr/>
            <p:nvPr>
              <p:custDataLst>
                <p:tags r:id="rId34"/>
              </p:custDataLst>
            </p:nvPr>
          </p:nvSpPr>
          <p:spPr>
            <a:xfrm>
              <a:off x="9765" y="9300"/>
              <a:ext cx="4185" cy="15"/>
            </a:xfrm>
            <a:custGeom>
              <a:avLst/>
              <a:gdLst>
                <a:gd name="sw" fmla="*/ 1 w 4185"/>
                <a:gd name="sh" fmla="*/ 1 h 15"/>
                <a:gd name="mins" fmla="min sw sh"/>
                <a:gd name="dsw" fmla="+- 0 sw mins"/>
                <a:gd name="dsh" fmla="+- 0 sh mins"/>
                <a:gd name="p0x0" fmla="*/ 0 w 4185"/>
                <a:gd name="p0y0" fmla="*/ 0 h 15"/>
                <a:gd name="p0x1" fmla="*/ 4185 w 4185"/>
                <a:gd name="p0y1" fmla="*/ 0 h 15"/>
                <a:gd name="p0x2" fmla="*/ 4185 w 4185"/>
                <a:gd name="p0y2" fmla="*/ 15 h 15"/>
                <a:gd name="p0x3" fmla="*/ 0 w 4185"/>
                <a:gd name="p0y3" fmla="*/ 15 h 15"/>
                <a:gd name="p0x4" fmla="*/ 0 w 4185"/>
                <a:gd name="p0y4" fmla="*/ 0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E2E8F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2400"/>
            </a:p>
          </p:txBody>
        </p:sp>
      </p:grpSp>
      <p:sp>
        <p:nvSpPr>
          <p:cNvPr id="36" name="任意多边形 35"/>
          <p:cNvSpPr/>
          <p:nvPr>
            <p:custDataLst>
              <p:tags r:id="rId35"/>
            </p:custDataLst>
          </p:nvPr>
        </p:nvSpPr>
        <p:spPr>
          <a:xfrm>
            <a:off x="7071995" y="1685925"/>
            <a:ext cx="914400" cy="914400"/>
          </a:xfrm>
          <a:custGeom>
            <a:avLst/>
            <a:gdLst>
              <a:gd name="sw" fmla="*/ 1 w 1440"/>
              <a:gd name="sh" fmla="*/ 1 h 1440"/>
              <a:gd name="mins" fmla="min sw sh"/>
              <a:gd name="dsw" fmla="+- 0 sw mins"/>
              <a:gd name="dsh" fmla="+- 0 sh mins"/>
              <a:gd name="p0x0" fmla="*/ 720 w 1440"/>
              <a:gd name="p0y0" fmla="*/ 0 h 1440"/>
              <a:gd name="p0x1" fmla="*/ 1117 w 1440"/>
              <a:gd name="p0y1" fmla="*/ 0 h 1440"/>
              <a:gd name="p0x2" fmla="*/ 1440 w 1440"/>
              <a:gd name="p0y2" fmla="*/ 322 h 1440"/>
              <a:gd name="p0x3" fmla="*/ 1440 w 1440"/>
              <a:gd name="p0y3" fmla="*/ 720 h 1440"/>
              <a:gd name="p0x4" fmla="*/ 1440 w 1440"/>
              <a:gd name="p0y4" fmla="*/ 1117 h 1440"/>
              <a:gd name="p0x5" fmla="*/ 1117 w 1440"/>
              <a:gd name="p0y5" fmla="*/ 1440 h 1440"/>
              <a:gd name="p0x6" fmla="*/ 720 w 1440"/>
              <a:gd name="p0y6" fmla="*/ 1440 h 1440"/>
              <a:gd name="p0x7" fmla="*/ 322 w 1440"/>
              <a:gd name="p0y7" fmla="*/ 1440 h 1440"/>
              <a:gd name="p0x8" fmla="*/ 0 w 1440"/>
              <a:gd name="p0y8" fmla="*/ 1117 h 1440"/>
              <a:gd name="p0x9" fmla="*/ 0 w 1440"/>
              <a:gd name="p0y9" fmla="*/ 720 h 1440"/>
              <a:gd name="p0x10" fmla="*/ 0 w 1440"/>
              <a:gd name="p0y10" fmla="*/ 322 h 1440"/>
              <a:gd name="p0x11" fmla="*/ 322 w 1440"/>
              <a:gd name="p0y11" fmla="*/ 0 h 1440"/>
              <a:gd name="p0x12" fmla="*/ 720 w 1440"/>
              <a:gd name="p0y12" fmla="*/ 0 h 144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FFFFFF"/>
          </a:solidFill>
          <a:ln w="38100" cmpd="sng">
            <a:solidFill>
              <a:srgbClr val="E2E8F0"/>
            </a:solidFill>
            <a:prstDash val="solid"/>
          </a:ln>
          <a:effectLst>
            <a:outerShdw blurRad="171450" dist="38100" dir="5399999" algn="ctr" rotWithShape="0">
              <a:srgbClr val="000000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400"/>
          </a:p>
        </p:txBody>
      </p:sp>
      <p:pic>
        <p:nvPicPr>
          <p:cNvPr id="37" name="图片 36"/>
          <p:cNvPicPr>
            <a:picLocks noChangeAspect="1"/>
          </p:cNvPicPr>
          <p:nvPr>
            <p:custDataLst>
              <p:tags r:id="rId36"/>
            </p:custDataLst>
          </p:nvPr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rcRect t="-10000" b="-10000"/>
          <a:stretch>
            <a:fillRect/>
          </a:stretch>
        </p:blipFill>
        <p:spPr>
          <a:xfrm>
            <a:off x="7315200" y="1943100"/>
            <a:ext cx="428625" cy="400050"/>
          </a:xfrm>
          <a:prstGeom prst="rect">
            <a:avLst/>
          </a:prstGeom>
        </p:spPr>
      </p:pic>
      <p:grpSp>
        <p:nvGrpSpPr>
          <p:cNvPr id="65" name="组合 64"/>
          <p:cNvGrpSpPr/>
          <p:nvPr/>
        </p:nvGrpSpPr>
        <p:grpSpPr>
          <a:xfrm>
            <a:off x="6515100" y="2809875"/>
            <a:ext cx="2028190" cy="419100"/>
            <a:chOff x="10260" y="4425"/>
            <a:chExt cx="3194" cy="660"/>
          </a:xfrm>
        </p:grpSpPr>
        <p:sp>
          <p:nvSpPr>
            <p:cNvPr id="38" name="任意多边形 37"/>
            <p:cNvSpPr/>
            <p:nvPr>
              <p:custDataLst>
                <p:tags r:id="rId39"/>
              </p:custDataLst>
            </p:nvPr>
          </p:nvSpPr>
          <p:spPr>
            <a:xfrm>
              <a:off x="10260" y="4425"/>
              <a:ext cx="3195" cy="660"/>
            </a:xfrm>
            <a:custGeom>
              <a:avLst/>
              <a:gdLst>
                <a:gd name="sw" fmla="*/ 1 w 3195"/>
                <a:gd name="sh" fmla="*/ 1 h 660"/>
                <a:gd name="mins" fmla="min sw sh"/>
                <a:gd name="dsw" fmla="+- 0 sw mins"/>
                <a:gd name="dsh" fmla="+- 0 sh mins"/>
                <a:gd name="p0x0" fmla="*/ 0 w 3195"/>
                <a:gd name="p0y0" fmla="*/ 0 h 660"/>
                <a:gd name="p0x1" fmla="*/ 3195 w 3195"/>
                <a:gd name="p0y1" fmla="*/ 0 h 660"/>
                <a:gd name="p0x2" fmla="*/ 3195 w 3195"/>
                <a:gd name="p0y2" fmla="*/ 660 h 660"/>
                <a:gd name="p0x3" fmla="*/ 0 w 3195"/>
                <a:gd name="p0y3" fmla="*/ 660 h 660"/>
                <a:gd name="p0x4" fmla="*/ 0 w 3195"/>
                <a:gd name="p0y4" fmla="*/ 0 h 66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2400"/>
            </a:p>
          </p:txBody>
        </p:sp>
        <p:sp>
          <p:nvSpPr>
            <p:cNvPr id="39" name="任意多边形 38"/>
            <p:cNvSpPr/>
            <p:nvPr>
              <p:custDataLst>
                <p:tags r:id="rId40"/>
              </p:custDataLst>
            </p:nvPr>
          </p:nvSpPr>
          <p:spPr>
            <a:xfrm>
              <a:off x="10260" y="5055"/>
              <a:ext cx="3195" cy="30"/>
            </a:xfrm>
            <a:custGeom>
              <a:avLst/>
              <a:gdLst>
                <a:gd name="sw" fmla="*/ 1 w 3195"/>
                <a:gd name="sh" fmla="*/ 1 h 30"/>
                <a:gd name="mins" fmla="min sw sh"/>
                <a:gd name="dsw" fmla="+- 0 sw mins"/>
                <a:gd name="dsh" fmla="+- 0 sh mins"/>
                <a:gd name="p0x0" fmla="*/ 3195 w 3195"/>
                <a:gd name="p0y0" fmla="*/ 30 h 30"/>
                <a:gd name="p0x1" fmla="*/ 0 w 3195"/>
                <a:gd name="p0y1" fmla="*/ 30 h 30"/>
                <a:gd name="p0x2" fmla="*/ 0 w 3195"/>
                <a:gd name="p0y2" fmla="*/ 0 h 30"/>
                <a:gd name="p0x3" fmla="*/ 3195 w 3195"/>
                <a:gd name="p0y3" fmla="*/ 0 h 30"/>
                <a:gd name="p0x4" fmla="*/ 3195 w 3195"/>
                <a:gd name="p0y4" fmla="*/ 30 h 3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3B82F6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2400"/>
            </a:p>
          </p:txBody>
        </p:sp>
      </p:grpSp>
      <p:sp>
        <p:nvSpPr>
          <p:cNvPr id="41" name="文本框 40"/>
          <p:cNvSpPr txBox="1"/>
          <p:nvPr>
            <p:custDataLst>
              <p:tags r:id="rId41"/>
            </p:custDataLst>
          </p:nvPr>
        </p:nvSpPr>
        <p:spPr>
          <a:xfrm>
            <a:off x="6623685" y="2809875"/>
            <a:ext cx="1920240" cy="3048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lang="en-US" sz="2000" b="1">
                <a:solidFill>
                  <a:srgbClr val="1E40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DFS</a:t>
            </a:r>
            <a:r>
              <a:rPr lang="zh-CN" sz="2000" b="1">
                <a:solidFill>
                  <a:srgbClr val="1E40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路径局限</a:t>
            </a:r>
            <a:endParaRPr lang="zh-CN" sz="2000" b="1">
              <a:solidFill>
                <a:srgbClr val="1E40A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文本框 41"/>
          <p:cNvSpPr txBox="1"/>
          <p:nvPr>
            <p:custDataLst>
              <p:tags r:id="rId42"/>
            </p:custDataLst>
          </p:nvPr>
        </p:nvSpPr>
        <p:spPr>
          <a:xfrm>
            <a:off x="6515100" y="3449955"/>
            <a:ext cx="2095500" cy="67053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sz="1400">
                <a:solidFill>
                  <a:srgbClr val="0F172A">
                    <a:alpha val="70196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DFS</a:t>
            </a:r>
            <a:r>
              <a:rPr lang="zh-CN" sz="1400">
                <a:solidFill>
                  <a:srgbClr val="0F172A">
                    <a:alpha val="70196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不保证找到最短路径</a:t>
            </a:r>
            <a:endParaRPr lang="zh-CN" sz="1400">
              <a:solidFill>
                <a:srgbClr val="0F172A">
                  <a:alpha val="70196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3000"/>
              </a:lnSpc>
            </a:pPr>
            <a:r>
              <a:rPr lang="en-US" sz="1400">
                <a:solidFill>
                  <a:srgbClr val="0F172A">
                    <a:alpha val="70196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Powerful</a:t>
            </a:r>
            <a:r>
              <a:rPr lang="en-US" altLang="zh-CN" sz="1400">
                <a:solidFill>
                  <a:srgbClr val="0F172A">
                    <a:alpha val="70196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DFS</a:t>
            </a:r>
            <a:r>
              <a:rPr lang="zh-CN" altLang="en-US" sz="1400">
                <a:solidFill>
                  <a:srgbClr val="0F172A">
                    <a:alpha val="70196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搜索效率极低</a:t>
            </a:r>
            <a:endParaRPr lang="zh-CN" sz="1400">
              <a:solidFill>
                <a:srgbClr val="0F172A">
                  <a:alpha val="70196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任意多边形 46"/>
          <p:cNvSpPr/>
          <p:nvPr>
            <p:custDataLst>
              <p:tags r:id="rId43"/>
            </p:custDataLst>
          </p:nvPr>
        </p:nvSpPr>
        <p:spPr>
          <a:xfrm>
            <a:off x="9062720" y="1166495"/>
            <a:ext cx="2667000" cy="5229225"/>
          </a:xfrm>
          <a:custGeom>
            <a:avLst/>
            <a:gdLst>
              <a:gd name="sw" fmla="*/ 1 w 4200"/>
              <a:gd name="sh" fmla="*/ 1 h 8235"/>
              <a:gd name="mins" fmla="min sw sh"/>
              <a:gd name="dsw" fmla="+- 0 sw mins"/>
              <a:gd name="dsh" fmla="+- 0 sh mins"/>
              <a:gd name="p0x0" fmla="*/ 240 w 4200"/>
              <a:gd name="p0y0" fmla="*/ 0 h 8235"/>
              <a:gd name="p0x1" fmla="*/ 3960 w 4200"/>
              <a:gd name="p0y1" fmla="*/ 0 h 8235"/>
              <a:gd name="p0x2" fmla="*/ 4092 w 4200"/>
              <a:gd name="p0y2" fmla="*/ 0 h 8235"/>
              <a:gd name="p0x3" fmla="*/ 4200 w 4200"/>
              <a:gd name="p0y3" fmla="*/ 107 h 8235"/>
              <a:gd name="p0x4" fmla="*/ 4200 w 4200"/>
              <a:gd name="p0y4" fmla="*/ 240 h 8235"/>
              <a:gd name="p0x5" fmla="*/ 4200 w 4200"/>
              <a:gd name="p0y5" fmla="*/ 7995 h 8235"/>
              <a:gd name="p0x6" fmla="*/ 4200 w 4200"/>
              <a:gd name="p0y6" fmla="*/ 8127 h 8235"/>
              <a:gd name="p0x7" fmla="*/ 4092 w 4200"/>
              <a:gd name="p0y7" fmla="*/ 8235 h 8235"/>
              <a:gd name="p0x8" fmla="*/ 3960 w 4200"/>
              <a:gd name="p0y8" fmla="*/ 8235 h 8235"/>
              <a:gd name="p0x9" fmla="*/ 240 w 4200"/>
              <a:gd name="p0y9" fmla="*/ 8235 h 8235"/>
              <a:gd name="p0x10" fmla="*/ 107 w 4200"/>
              <a:gd name="p0y10" fmla="*/ 8235 h 8235"/>
              <a:gd name="p0x11" fmla="*/ 0 w 4200"/>
              <a:gd name="p0y11" fmla="*/ 8127 h 8235"/>
              <a:gd name="p0x12" fmla="*/ 0 w 4200"/>
              <a:gd name="p0y12" fmla="*/ 7995 h 8235"/>
              <a:gd name="p0x13" fmla="*/ 0 w 4200"/>
              <a:gd name="p0y13" fmla="*/ 240 h 8235"/>
              <a:gd name="p0x14" fmla="*/ 0 w 4200"/>
              <a:gd name="p0y14" fmla="*/ 107 h 8235"/>
              <a:gd name="p0x15" fmla="*/ 107 w 4200"/>
              <a:gd name="p0y15" fmla="*/ 0 h 8235"/>
              <a:gd name="p0x16" fmla="*/ 240 w 4200"/>
              <a:gd name="p0y16" fmla="*/ 0 h 82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1F5F9"/>
          </a:solidFill>
          <a:ln w="9525" cmpd="sng">
            <a:solidFill>
              <a:srgbClr val="E2E8F0"/>
            </a:solidFill>
            <a:prstDash val="solid"/>
          </a:ln>
          <a:effectLst>
            <a:outerShdw blurRad="428625" dist="95250" dir="5399999" algn="ctr" rotWithShape="0">
              <a:srgbClr val="000000">
                <a:alpha val="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400"/>
          </a:p>
        </p:txBody>
      </p:sp>
      <p:sp>
        <p:nvSpPr>
          <p:cNvPr id="48" name="矩形 47"/>
          <p:cNvSpPr/>
          <p:nvPr>
            <p:custDataLst>
              <p:tags r:id="rId44"/>
            </p:custDataLst>
          </p:nvPr>
        </p:nvSpPr>
        <p:spPr>
          <a:xfrm>
            <a:off x="9067800" y="1171575"/>
            <a:ext cx="2657475" cy="1143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400"/>
          </a:p>
        </p:txBody>
      </p:sp>
      <p:sp>
        <p:nvSpPr>
          <p:cNvPr id="49" name="文本框 48"/>
          <p:cNvSpPr txBox="1"/>
          <p:nvPr>
            <p:custDataLst>
              <p:tags r:id="rId45"/>
            </p:custDataLst>
          </p:nvPr>
        </p:nvSpPr>
        <p:spPr>
          <a:xfrm>
            <a:off x="10248900" y="5081588"/>
            <a:ext cx="2905125" cy="166687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15100" b="1">
                <a:solidFill>
                  <a:srgbClr val="1E40AF">
                    <a:alpha val="5098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sz="15100" b="1">
              <a:solidFill>
                <a:srgbClr val="1E40AF">
                  <a:alpha val="5098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68" name="组合 67"/>
          <p:cNvGrpSpPr/>
          <p:nvPr/>
        </p:nvGrpSpPr>
        <p:grpSpPr>
          <a:xfrm>
            <a:off x="9067800" y="5905500"/>
            <a:ext cx="2656840" cy="485140"/>
            <a:chOff x="14280" y="9300"/>
            <a:chExt cx="4184" cy="764"/>
          </a:xfrm>
        </p:grpSpPr>
        <p:sp>
          <p:nvSpPr>
            <p:cNvPr id="57" name="任意多边形 56"/>
            <p:cNvSpPr/>
            <p:nvPr>
              <p:custDataLst>
                <p:tags r:id="rId46"/>
              </p:custDataLst>
            </p:nvPr>
          </p:nvSpPr>
          <p:spPr>
            <a:xfrm>
              <a:off x="14280" y="9300"/>
              <a:ext cx="4185" cy="765"/>
            </a:xfrm>
            <a:custGeom>
              <a:avLst/>
              <a:gdLst>
                <a:gd name="sw" fmla="*/ 1 w 4185"/>
                <a:gd name="sh" fmla="*/ 1 h 765"/>
                <a:gd name="mins" fmla="min sw sh"/>
                <a:gd name="dsw" fmla="+- 0 sw mins"/>
                <a:gd name="dsh" fmla="+- 0 sh mins"/>
                <a:gd name="p0x0" fmla="*/ 0 w 4185"/>
                <a:gd name="p0y0" fmla="*/ 0 h 765"/>
                <a:gd name="p0x1" fmla="*/ 4185 w 4185"/>
                <a:gd name="p0y1" fmla="*/ 0 h 765"/>
                <a:gd name="p0x2" fmla="*/ 4185 w 4185"/>
                <a:gd name="p0y2" fmla="*/ 765 h 765"/>
                <a:gd name="p0x3" fmla="*/ 0 w 4185"/>
                <a:gd name="p0y3" fmla="*/ 765 h 765"/>
                <a:gd name="p0x4" fmla="*/ 0 w 4185"/>
                <a:gd name="p0y4" fmla="*/ 0 h 76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F1F5F9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2400"/>
            </a:p>
          </p:txBody>
        </p:sp>
        <p:sp>
          <p:nvSpPr>
            <p:cNvPr id="58" name="任意多边形 57"/>
            <p:cNvSpPr/>
            <p:nvPr>
              <p:custDataLst>
                <p:tags r:id="rId47"/>
              </p:custDataLst>
            </p:nvPr>
          </p:nvSpPr>
          <p:spPr>
            <a:xfrm>
              <a:off x="14280" y="9300"/>
              <a:ext cx="4185" cy="15"/>
            </a:xfrm>
            <a:custGeom>
              <a:avLst/>
              <a:gdLst>
                <a:gd name="sw" fmla="*/ 1 w 4185"/>
                <a:gd name="sh" fmla="*/ 1 h 15"/>
                <a:gd name="mins" fmla="min sw sh"/>
                <a:gd name="dsw" fmla="+- 0 sw mins"/>
                <a:gd name="dsh" fmla="+- 0 sh mins"/>
                <a:gd name="p0x0" fmla="*/ 0 w 4185"/>
                <a:gd name="p0y0" fmla="*/ 0 h 15"/>
                <a:gd name="p0x1" fmla="*/ 4185 w 4185"/>
                <a:gd name="p0y1" fmla="*/ 0 h 15"/>
                <a:gd name="p0x2" fmla="*/ 4185 w 4185"/>
                <a:gd name="p0y2" fmla="*/ 15 h 15"/>
                <a:gd name="p0x3" fmla="*/ 0 w 4185"/>
                <a:gd name="p0y3" fmla="*/ 15 h 15"/>
                <a:gd name="p0x4" fmla="*/ 0 w 4185"/>
                <a:gd name="p0y4" fmla="*/ 0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E2E8F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2400"/>
            </a:p>
          </p:txBody>
        </p:sp>
      </p:grpSp>
      <p:sp>
        <p:nvSpPr>
          <p:cNvPr id="50" name="任意多边形 49"/>
          <p:cNvSpPr/>
          <p:nvPr>
            <p:custDataLst>
              <p:tags r:id="rId48"/>
            </p:custDataLst>
          </p:nvPr>
        </p:nvSpPr>
        <p:spPr>
          <a:xfrm>
            <a:off x="9939020" y="1685925"/>
            <a:ext cx="914400" cy="914400"/>
          </a:xfrm>
          <a:custGeom>
            <a:avLst/>
            <a:gdLst>
              <a:gd name="sw" fmla="*/ 1 w 1440"/>
              <a:gd name="sh" fmla="*/ 1 h 1440"/>
              <a:gd name="mins" fmla="min sw sh"/>
              <a:gd name="dsw" fmla="+- 0 sw mins"/>
              <a:gd name="dsh" fmla="+- 0 sh mins"/>
              <a:gd name="p0x0" fmla="*/ 720 w 1440"/>
              <a:gd name="p0y0" fmla="*/ 0 h 1440"/>
              <a:gd name="p0x1" fmla="*/ 1117 w 1440"/>
              <a:gd name="p0y1" fmla="*/ 0 h 1440"/>
              <a:gd name="p0x2" fmla="*/ 1440 w 1440"/>
              <a:gd name="p0y2" fmla="*/ 322 h 1440"/>
              <a:gd name="p0x3" fmla="*/ 1440 w 1440"/>
              <a:gd name="p0y3" fmla="*/ 720 h 1440"/>
              <a:gd name="p0x4" fmla="*/ 1440 w 1440"/>
              <a:gd name="p0y4" fmla="*/ 1117 h 1440"/>
              <a:gd name="p0x5" fmla="*/ 1117 w 1440"/>
              <a:gd name="p0y5" fmla="*/ 1440 h 1440"/>
              <a:gd name="p0x6" fmla="*/ 720 w 1440"/>
              <a:gd name="p0y6" fmla="*/ 1440 h 1440"/>
              <a:gd name="p0x7" fmla="*/ 322 w 1440"/>
              <a:gd name="p0y7" fmla="*/ 1440 h 1440"/>
              <a:gd name="p0x8" fmla="*/ 0 w 1440"/>
              <a:gd name="p0y8" fmla="*/ 1117 h 1440"/>
              <a:gd name="p0x9" fmla="*/ 0 w 1440"/>
              <a:gd name="p0y9" fmla="*/ 720 h 1440"/>
              <a:gd name="p0x10" fmla="*/ 0 w 1440"/>
              <a:gd name="p0y10" fmla="*/ 322 h 1440"/>
              <a:gd name="p0x11" fmla="*/ 322 w 1440"/>
              <a:gd name="p0y11" fmla="*/ 0 h 1440"/>
              <a:gd name="p0x12" fmla="*/ 720 w 1440"/>
              <a:gd name="p0y12" fmla="*/ 0 h 144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FFFFFF"/>
          </a:solidFill>
          <a:ln w="38100" cmpd="sng">
            <a:solidFill>
              <a:srgbClr val="E2E8F0"/>
            </a:solidFill>
            <a:prstDash val="solid"/>
          </a:ln>
          <a:effectLst>
            <a:outerShdw blurRad="171450" dist="38100" dir="5399999" algn="ctr" rotWithShape="0">
              <a:srgbClr val="000000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400"/>
          </a:p>
        </p:txBody>
      </p:sp>
      <p:pic>
        <p:nvPicPr>
          <p:cNvPr id="51" name="图片 50"/>
          <p:cNvPicPr>
            <a:picLocks noChangeAspect="1"/>
          </p:cNvPicPr>
          <p:nvPr>
            <p:custDataLst>
              <p:tags r:id="rId49"/>
            </p:custDataLst>
          </p:nvPr>
        </p:nvPicPr>
        <p:blipFill>
          <a:blip r:embed="rId50"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rcRect l="-2632" t="-2500" r="-2632" b="-2500"/>
          <a:stretch>
            <a:fillRect/>
          </a:stretch>
        </p:blipFill>
        <p:spPr>
          <a:xfrm>
            <a:off x="10205720" y="1943100"/>
            <a:ext cx="381000" cy="400050"/>
          </a:xfrm>
          <a:prstGeom prst="rect">
            <a:avLst/>
          </a:prstGeom>
        </p:spPr>
      </p:pic>
      <p:grpSp>
        <p:nvGrpSpPr>
          <p:cNvPr id="67" name="组合 66"/>
          <p:cNvGrpSpPr/>
          <p:nvPr/>
        </p:nvGrpSpPr>
        <p:grpSpPr>
          <a:xfrm>
            <a:off x="9258300" y="2809875"/>
            <a:ext cx="2275840" cy="419100"/>
            <a:chOff x="14580" y="4425"/>
            <a:chExt cx="3584" cy="660"/>
          </a:xfrm>
        </p:grpSpPr>
        <p:sp>
          <p:nvSpPr>
            <p:cNvPr id="52" name="任意多边形 51"/>
            <p:cNvSpPr/>
            <p:nvPr>
              <p:custDataLst>
                <p:tags r:id="rId52"/>
              </p:custDataLst>
            </p:nvPr>
          </p:nvSpPr>
          <p:spPr>
            <a:xfrm>
              <a:off x="14580" y="4425"/>
              <a:ext cx="3585" cy="660"/>
            </a:xfrm>
            <a:custGeom>
              <a:avLst/>
              <a:gdLst>
                <a:gd name="sw" fmla="*/ 1 w 3585"/>
                <a:gd name="sh" fmla="*/ 1 h 660"/>
                <a:gd name="mins" fmla="min sw sh"/>
                <a:gd name="dsw" fmla="+- 0 sw mins"/>
                <a:gd name="dsh" fmla="+- 0 sh mins"/>
                <a:gd name="p0x0" fmla="*/ 0 w 3585"/>
                <a:gd name="p0y0" fmla="*/ 0 h 660"/>
                <a:gd name="p0x1" fmla="*/ 3585 w 3585"/>
                <a:gd name="p0y1" fmla="*/ 0 h 660"/>
                <a:gd name="p0x2" fmla="*/ 3585 w 3585"/>
                <a:gd name="p0y2" fmla="*/ 660 h 660"/>
                <a:gd name="p0x3" fmla="*/ 0 w 3585"/>
                <a:gd name="p0y3" fmla="*/ 660 h 660"/>
                <a:gd name="p0x4" fmla="*/ 0 w 3585"/>
                <a:gd name="p0y4" fmla="*/ 0 h 66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2400"/>
            </a:p>
          </p:txBody>
        </p:sp>
        <p:sp>
          <p:nvSpPr>
            <p:cNvPr id="53" name="任意多边形 52"/>
            <p:cNvSpPr/>
            <p:nvPr>
              <p:custDataLst>
                <p:tags r:id="rId53"/>
              </p:custDataLst>
            </p:nvPr>
          </p:nvSpPr>
          <p:spPr>
            <a:xfrm>
              <a:off x="14580" y="5055"/>
              <a:ext cx="3585" cy="30"/>
            </a:xfrm>
            <a:custGeom>
              <a:avLst/>
              <a:gdLst>
                <a:gd name="sw" fmla="*/ 1 w 3585"/>
                <a:gd name="sh" fmla="*/ 1 h 30"/>
                <a:gd name="mins" fmla="min sw sh"/>
                <a:gd name="dsw" fmla="+- 0 sw mins"/>
                <a:gd name="dsh" fmla="+- 0 sh mins"/>
                <a:gd name="p0x0" fmla="*/ 3585 w 3585"/>
                <a:gd name="p0y0" fmla="*/ 30 h 30"/>
                <a:gd name="p0x1" fmla="*/ 0 w 3585"/>
                <a:gd name="p0y1" fmla="*/ 30 h 30"/>
                <a:gd name="p0x2" fmla="*/ 0 w 3585"/>
                <a:gd name="p0y2" fmla="*/ 0 h 30"/>
                <a:gd name="p0x3" fmla="*/ 3585 w 3585"/>
                <a:gd name="p0y3" fmla="*/ 0 h 30"/>
                <a:gd name="p0x4" fmla="*/ 3585 w 3585"/>
                <a:gd name="p0y4" fmla="*/ 30 h 3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3B82F6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2400"/>
            </a:p>
          </p:txBody>
        </p:sp>
      </p:grpSp>
      <p:sp>
        <p:nvSpPr>
          <p:cNvPr id="55" name="文本框 54"/>
          <p:cNvSpPr txBox="1"/>
          <p:nvPr>
            <p:custDataLst>
              <p:tags r:id="rId54"/>
            </p:custDataLst>
          </p:nvPr>
        </p:nvSpPr>
        <p:spPr>
          <a:xfrm>
            <a:off x="9504680" y="2809875"/>
            <a:ext cx="1798320" cy="3048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2000" b="1">
                <a:solidFill>
                  <a:srgbClr val="1E40AF"/>
                </a:solidFill>
                <a:latin typeface="微软雅黑" panose="020B0503020204020204" charset="-122"/>
                <a:ea typeface="微软雅黑" panose="020B0503020204020204" charset="-122"/>
              </a:rPr>
              <a:t>决策选择指南</a:t>
            </a:r>
            <a:endParaRPr sz="2000" b="1">
              <a:solidFill>
                <a:srgbClr val="1E40A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文本框 55"/>
          <p:cNvSpPr txBox="1"/>
          <p:nvPr>
            <p:custDataLst>
              <p:tags r:id="rId55"/>
            </p:custDataLst>
          </p:nvPr>
        </p:nvSpPr>
        <p:spPr>
          <a:xfrm>
            <a:off x="9258300" y="3449955"/>
            <a:ext cx="2276475" cy="12414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altLang="en-US" sz="1400">
                <a:solidFill>
                  <a:srgbClr val="0F172A">
                    <a:alpha val="70196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 sz="1400">
                <a:solidFill>
                  <a:srgbClr val="0F172A">
                    <a:alpha val="70196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需要无权图最短路径：选</a:t>
            </a:r>
            <a:r>
              <a:rPr lang="en-US" altLang="zh-CN" sz="1400">
                <a:solidFill>
                  <a:srgbClr val="0F172A">
                    <a:alpha val="70196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BFS</a:t>
            </a:r>
            <a:endParaRPr lang="en-US" altLang="zh-CN" sz="1400">
              <a:solidFill>
                <a:srgbClr val="0F172A">
                  <a:alpha val="70196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3000"/>
              </a:lnSpc>
            </a:pPr>
            <a:r>
              <a:rPr lang="en-US" altLang="zh-CN" sz="1400">
                <a:solidFill>
                  <a:srgbClr val="0F172A">
                    <a:alpha val="70196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sz="1400">
                <a:solidFill>
                  <a:srgbClr val="0F172A">
                    <a:alpha val="70196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有权</a:t>
            </a:r>
            <a:r>
              <a:rPr lang="zh-CN" altLang="en-US" sz="1400">
                <a:solidFill>
                  <a:srgbClr val="0F172A">
                    <a:alpha val="70196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复杂场景：选</a:t>
            </a:r>
            <a:r>
              <a:rPr lang="en-US" altLang="zh-CN" sz="1400">
                <a:solidFill>
                  <a:srgbClr val="0F172A">
                    <a:alpha val="70196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A*</a:t>
            </a:r>
            <a:r>
              <a:rPr lang="zh-CN" altLang="en-US" sz="1400">
                <a:solidFill>
                  <a:srgbClr val="0F172A">
                    <a:alpha val="70196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1400">
                <a:solidFill>
                  <a:srgbClr val="0F172A">
                    <a:alpha val="70196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Djikstra</a:t>
            </a:r>
            <a:r>
              <a:rPr lang="zh-CN" altLang="en-US" sz="1400">
                <a:solidFill>
                  <a:srgbClr val="0F172A">
                    <a:alpha val="70196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算法</a:t>
            </a:r>
            <a:endParaRPr lang="zh-CN" altLang="en-US" sz="1400">
              <a:solidFill>
                <a:srgbClr val="0F172A">
                  <a:alpha val="70196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3000"/>
              </a:lnSpc>
            </a:pPr>
            <a:endParaRPr lang="zh-CN" sz="1400">
              <a:solidFill>
                <a:srgbClr val="0F172A">
                  <a:alpha val="70196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9597704" y="2521744"/>
            <a:ext cx="1394146" cy="3000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pc="150">
                <a:solidFill>
                  <a:srgbClr val="F8FAFC">
                    <a:alpha val="90001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THE END</a:t>
            </a:r>
            <a:endParaRPr spc="150">
              <a:solidFill>
                <a:srgbClr val="F8FAFC">
                  <a:alpha val="90001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7867574" y="2974181"/>
            <a:ext cx="3581476" cy="90487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5400" b="1" spc="300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</a:rPr>
              <a:t>谢谢观看</a:t>
            </a:r>
            <a:endParaRPr sz="5400" b="1" spc="300">
              <a:solidFill>
                <a:srgbClr val="F8FAF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9496349" y="4107656"/>
            <a:ext cx="1438351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 spc="75">
                <a:solidFill>
                  <a:srgbClr val="F8FAFC">
                    <a:alpha val="90001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汇报人：唐一嘉</a:t>
            </a:r>
            <a:endParaRPr sz="1350" spc="75">
              <a:solidFill>
                <a:srgbClr val="F8FAFC">
                  <a:alpha val="90001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35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</p:tagLst>
</file>

<file path=ppt/tags/tag36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37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38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</p:tagLst>
</file>

<file path=ppt/tags/tag39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</p:tagLst>
</file>

<file path=ppt/tags/tag40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41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42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</p:tagLst>
</file>

<file path=ppt/tags/tag43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44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45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46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47.xml><?xml version="1.0" encoding="utf-8"?>
<p:tagLst xmlns:p="http://schemas.openxmlformats.org/presentationml/2006/main">
  <p:tag name="KSO_WM_UNIT_TYPE" val="i"/>
  <p:tag name="KSO_WM_UNIT_INDEX" val="11"/>
  <p:tag name="KSO_WM_BEAUTIFY_FLAG" val="#wm#"/>
  <p:tag name="KSO_WM_TAG_VERSION" val="3.0"/>
</p:tagLst>
</file>

<file path=ppt/tags/tag48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49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50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51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52.xml><?xml version="1.0" encoding="utf-8"?>
<p:tagLst xmlns:p="http://schemas.openxmlformats.org/presentationml/2006/main">
  <p:tag name="KSO_WM_UNIT_TYPE" val="i"/>
  <p:tag name="KSO_WM_UNIT_INDEX" val="17"/>
  <p:tag name="KSO_WM_BEAUTIFY_FLAG" val="#wm#"/>
  <p:tag name="KSO_WM_TAG_VERSION" val="3.0"/>
</p:tagLst>
</file>

<file path=ppt/tags/tag53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54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55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56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57.xml><?xml version="1.0" encoding="utf-8"?>
<p:tagLst xmlns:p="http://schemas.openxmlformats.org/presentationml/2006/main">
  <p:tag name="KSO_WM_UNIT_TYPE" val="i"/>
  <p:tag name="KSO_WM_UNIT_INDEX" val="23"/>
  <p:tag name="KSO_WM_BEAUTIFY_FLAG" val="#wm#"/>
  <p:tag name="KSO_WM_TAG_VERSION" val="3.0"/>
</p:tagLst>
</file>

<file path=ppt/tags/tag58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59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60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61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</p:tagLst>
</file>

<file path=ppt/tags/tag62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</p:tagLst>
</file>

<file path=ppt/tags/tag63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</p:tagLst>
</file>

<file path=ppt/tags/tag64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65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66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67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68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69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70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71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72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73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74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75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76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77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78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79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80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81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82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83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84.xml><?xml version="1.0" encoding="utf-8"?>
<p:tagLst xmlns:p="http://schemas.openxmlformats.org/presentationml/2006/main">
  <p:tag name="KSO_WM_UNIT_TYPE" val="x"/>
  <p:tag name="KSO_WM_UNIT_INDEX" val="9"/>
  <p:tag name="KSO_WM_BEAUTIFY_FLAG" val="#wm#"/>
  <p:tag name="KSO_WM_TAG_VERSION" val="3.0"/>
</p:tagLst>
</file>

<file path=ppt/tags/tag85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86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87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88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89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90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91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</p:tagLst>
</file>

<file path=ppt/tags/tag92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93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94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</p:tagLst>
</file>

<file path=ppt/tags/tag95.xml><?xml version="1.0" encoding="utf-8"?>
<p:tagLst xmlns:p="http://schemas.openxmlformats.org/presentationml/2006/main">
  <p:tag name="KSO_WM_UNIT_TYPE" val="i"/>
  <p:tag name="KSO_WM_UNIT_INDEX" val="40"/>
  <p:tag name="KSO_WM_BEAUTIFY_FLAG" val="#wm#"/>
  <p:tag name="KSO_WM_TAG_VERSION" val="3.0"/>
</p:tagLst>
</file>

<file path=ppt/tags/tag96.xml><?xml version="1.0" encoding="utf-8"?>
<p:tagLst xmlns:p="http://schemas.openxmlformats.org/presentationml/2006/main">
  <p:tag name="KSO_WM_UNIT_TYPE" val="f"/>
  <p:tag name="KSO_WM_UNIT_INDEX" val="21"/>
  <p:tag name="KSO_WM_BEAUTIFY_FLAG" val="#wm#"/>
  <p:tag name="KSO_WM_TAG_VERSION" val="3.0"/>
</p:tagLst>
</file>

<file path=ppt/tags/tag97.xml><?xml version="1.0" encoding="utf-8"?>
<p:tagLst xmlns:p="http://schemas.openxmlformats.org/presentationml/2006/main">
  <p:tag name="KSO_WM_UNIT_TYPE" val="f"/>
  <p:tag name="KSO_WM_UNIT_INDEX" val="22"/>
  <p:tag name="KSO_WM_BEAUTIFY_FLAG" val="#wm#"/>
  <p:tag name="KSO_WM_TAG_VERSION" val="3.0"/>
</p:tagLst>
</file>

<file path=ppt/tags/tag98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</p:tagLst>
</file>

<file path=ppt/tags/tag99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100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</p:tagLst>
</file>

<file path=ppt/tags/tag101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102.xml><?xml version="1.0" encoding="utf-8"?>
<p:tagLst xmlns:p="http://schemas.openxmlformats.org/presentationml/2006/main">
  <p:tag name="KSO_WM_UNIT_TYPE" val="i"/>
  <p:tag name="KSO_WM_UNIT_INDEX" val="15"/>
  <p:tag name="KSO_WM_BEAUTIFY_FLAG" val="#wm#"/>
  <p:tag name="KSO_WM_TAG_VERSION" val="3.0"/>
</p:tagLst>
</file>

<file path=ppt/tags/tag103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104.xml><?xml version="1.0" encoding="utf-8"?>
<p:tagLst xmlns:p="http://schemas.openxmlformats.org/presentationml/2006/main">
  <p:tag name="KSO_WM_UNIT_TYPE" val="i"/>
  <p:tag name="KSO_WM_UNIT_INDEX" val="17"/>
  <p:tag name="KSO_WM_BEAUTIFY_FLAG" val="#wm#"/>
  <p:tag name="KSO_WM_TAG_VERSION" val="3.0"/>
</p:tagLst>
</file>

<file path=ppt/tags/tag105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106.xml><?xml version="1.0" encoding="utf-8"?>
<p:tagLst xmlns:p="http://schemas.openxmlformats.org/presentationml/2006/main">
  <p:tag name="KSO_WM_UNIT_TYPE" val="i"/>
  <p:tag name="KSO_WM_UNIT_INDEX" val="19"/>
  <p:tag name="KSO_WM_BEAUTIFY_FLAG" val="#wm#"/>
  <p:tag name="KSO_WM_TAG_VERSION" val="3.0"/>
</p:tagLst>
</file>

<file path=ppt/tags/tag107.xml><?xml version="1.0" encoding="utf-8"?>
<p:tagLst xmlns:p="http://schemas.openxmlformats.org/presentationml/2006/main">
  <p:tag name="KSO_WM_UNIT_TYPE" val="i"/>
  <p:tag name="KSO_WM_UNIT_INDEX" val="23"/>
  <p:tag name="KSO_WM_BEAUTIFY_FLAG" val="#wm#"/>
  <p:tag name="KSO_WM_TAG_VERSION" val="3.0"/>
</p:tagLst>
</file>

<file path=ppt/tags/tag108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109.xml><?xml version="1.0" encoding="utf-8"?>
<p:tagLst xmlns:p="http://schemas.openxmlformats.org/presentationml/2006/main">
  <p:tag name="KSO_WM_UNIT_TYPE" val="x"/>
  <p:tag name="KSO_WM_UNIT_INDEX" val="5"/>
  <p:tag name="KSO_WM_BEAUTIFY_FLAG" val="#wm#"/>
  <p:tag name="KSO_WM_TAG_VERSION" val="3.0"/>
</p:tagLst>
</file>

<file path=ppt/tags/tag110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111.xml><?xml version="1.0" encoding="utf-8"?>
<p:tagLst xmlns:p="http://schemas.openxmlformats.org/presentationml/2006/main">
  <p:tag name="KSO_WM_UNIT_TYPE" val="x"/>
  <p:tag name="KSO_WM_UNIT_INDEX" val="6"/>
  <p:tag name="KSO_WM_BEAUTIFY_FLAG" val="#wm#"/>
  <p:tag name="KSO_WM_TAG_VERSION" val="3.0"/>
</p:tagLst>
</file>

<file path=ppt/tags/tag112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113.xml><?xml version="1.0" encoding="utf-8"?>
<p:tagLst xmlns:p="http://schemas.openxmlformats.org/presentationml/2006/main">
  <p:tag name="KSO_WM_UNIT_TYPE" val="x"/>
  <p:tag name="KSO_WM_UNIT_INDEX" val="7"/>
  <p:tag name="KSO_WM_BEAUTIFY_FLAG" val="#wm#"/>
  <p:tag name="KSO_WM_TAG_VERSION" val="3.0"/>
</p:tagLst>
</file>

<file path=ppt/tags/tag114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115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116.xml><?xml version="1.0" encoding="utf-8"?>
<p:tagLst xmlns:p="http://schemas.openxmlformats.org/presentationml/2006/main">
  <p:tag name="KSO_WM_UNIT_TYPE" val="i"/>
  <p:tag name="KSO_WM_UNIT_INDEX" val="25"/>
  <p:tag name="KSO_WM_BEAUTIFY_FLAG" val="#wm#"/>
  <p:tag name="KSO_WM_TAG_VERSION" val="3.0"/>
</p:tagLst>
</file>

<file path=ppt/tags/tag117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118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119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120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121.xml><?xml version="1.0" encoding="utf-8"?>
<p:tagLst xmlns:p="http://schemas.openxmlformats.org/presentationml/2006/main">
  <p:tag name="KSO_WM_UNIT_TYPE" val="i"/>
  <p:tag name="KSO_WM_UNIT_INDEX" val="29"/>
  <p:tag name="KSO_WM_BEAUTIFY_FLAG" val="#wm#"/>
  <p:tag name="KSO_WM_TAG_VERSION" val="3.0"/>
</p:tagLst>
</file>

<file path=ppt/tags/tag122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123.xml><?xml version="1.0" encoding="utf-8"?>
<p:tagLst xmlns:p="http://schemas.openxmlformats.org/presentationml/2006/main">
  <p:tag name="KSO_WM_UNIT_TYPE" val="i"/>
  <p:tag name="KSO_WM_UNIT_INDEX" val="31"/>
  <p:tag name="KSO_WM_BEAUTIFY_FLAG" val="#wm#"/>
  <p:tag name="KSO_WM_TAG_VERSION" val="3.0"/>
</p:tagLst>
</file>

<file path=ppt/tags/tag124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125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</p:tagLst>
</file>

<file path=ppt/tags/tag126.xml><?xml version="1.0" encoding="utf-8"?>
<p:tagLst xmlns:p="http://schemas.openxmlformats.org/presentationml/2006/main">
  <p:tag name="KSO_WM_UNIT_TYPE" val="x"/>
  <p:tag name="KSO_WM_UNIT_INDEX" val="8"/>
  <p:tag name="KSO_WM_BEAUTIFY_FLAG" val="#wm#"/>
  <p:tag name="KSO_WM_TAG_VERSION" val="3.0"/>
</p:tagLst>
</file>

<file path=ppt/tags/tag127.xml><?xml version="1.0" encoding="utf-8"?>
<p:tagLst xmlns:p="http://schemas.openxmlformats.org/presentationml/2006/main">
  <p:tag name="KSO_WM_UNIT_TYPE" val="x"/>
  <p:tag name="KSO_WM_UNIT_INDEX" val="9"/>
  <p:tag name="KSO_WM_BEAUTIFY_FLAG" val="#wm#"/>
  <p:tag name="KSO_WM_TAG_VERSION" val="3.0"/>
</p:tagLst>
</file>

<file path=ppt/tags/tag128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129.xml><?xml version="1.0" encoding="utf-8"?>
<p:tagLst xmlns:p="http://schemas.openxmlformats.org/presentationml/2006/main">
  <p:tag name="KSO_WM_UNIT_TYPE" val="x"/>
  <p:tag name="KSO_WM_UNIT_INDEX" val="10"/>
  <p:tag name="KSO_WM_BEAUTIFY_FLAG" val="#wm#"/>
  <p:tag name="KSO_WM_TAG_VERSION" val="3.0"/>
</p:tagLst>
</file>

<file path=ppt/tags/tag130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131.xml><?xml version="1.0" encoding="utf-8"?>
<p:tagLst xmlns:p="http://schemas.openxmlformats.org/presentationml/2006/main">
  <p:tag name="KSO_WM_UNIT_TYPE" val="x"/>
  <p:tag name="KSO_WM_UNIT_INDEX" val="11"/>
  <p:tag name="KSO_WM_BEAUTIFY_FLAG" val="#wm#"/>
  <p:tag name="KSO_WM_TAG_VERSION" val="3.0"/>
</p:tagLst>
</file>

<file path=ppt/tags/tag132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133.xml><?xml version="1.0" encoding="utf-8"?>
<p:tagLst xmlns:p="http://schemas.openxmlformats.org/presentationml/2006/main">
  <p:tag name="KSO_WM_UNIT_TYPE" val="i"/>
  <p:tag name="KSO_WM_UNIT_INDEX" val="37"/>
  <p:tag name="KSO_WM_BEAUTIFY_FLAG" val="#wm#"/>
  <p:tag name="KSO_WM_TAG_VERSION" val="3.0"/>
</p:tagLst>
</file>

<file path=ppt/tags/tag134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</p:tagLst>
</file>

<file path=ppt/tags/tag135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136.xml><?xml version="1.0" encoding="utf-8"?>
<p:tagLst xmlns:p="http://schemas.openxmlformats.org/presentationml/2006/main">
  <p:tag name="KSO_WM_UNIT_TYPE" val="b"/>
  <p:tag name="KSO_WM_UNIT_INDEX" val="2"/>
  <p:tag name="KSO_WM_BEAUTIFY_FLAG" val="#wm#"/>
  <p:tag name="KSO_WM_TAG_VERSION" val="3.0"/>
</p:tagLst>
</file>

<file path=ppt/tags/tag137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138.xml><?xml version="1.0" encoding="utf-8"?>
<p:tagLst xmlns:p="http://schemas.openxmlformats.org/presentationml/2006/main">
  <p:tag name="KSO_WM_UNIT_TYPE" val="i"/>
  <p:tag name="KSO_WM_UNIT_INDEX" val="41"/>
  <p:tag name="KSO_WM_BEAUTIFY_FLAG" val="#wm#"/>
  <p:tag name="KSO_WM_TAG_VERSION" val="3.0"/>
</p:tagLst>
</file>

<file path=ppt/tags/tag139.xml><?xml version="1.0" encoding="utf-8"?>
<p:tagLst xmlns:p="http://schemas.openxmlformats.org/presentationml/2006/main">
  <p:tag name="KSO_WM_UNIT_TYPE" val="i"/>
  <p:tag name="KSO_WM_UNIT_INDEX" val="42"/>
  <p:tag name="KSO_WM_BEAUTIFY_FLAG" val="#wm#"/>
  <p:tag name="KSO_WM_TAG_VERSION" val="3.0"/>
</p:tagLst>
</file>

<file path=ppt/tags/tag140.xml><?xml version="1.0" encoding="utf-8"?>
<p:tagLst xmlns:p="http://schemas.openxmlformats.org/presentationml/2006/main">
  <p:tag name="KSO_WM_UNIT_TYPE" val="i"/>
  <p:tag name="KSO_WM_UNIT_INDEX" val="43"/>
  <p:tag name="KSO_WM_BEAUTIFY_FLAG" val="#wm#"/>
  <p:tag name="KSO_WM_TAG_VERSION" val="3.0"/>
</p:tagLst>
</file>

<file path=ppt/tags/tag141.xml><?xml version="1.0" encoding="utf-8"?>
<p:tagLst xmlns:p="http://schemas.openxmlformats.org/presentationml/2006/main">
  <p:tag name="KSO_WM_UNIT_TYPE" val="i"/>
  <p:tag name="KSO_WM_UNIT_INDEX" val="44"/>
  <p:tag name="KSO_WM_BEAUTIFY_FLAG" val="#wm#"/>
  <p:tag name="KSO_WM_TAG_VERSION" val="3.0"/>
</p:tagLst>
</file>

<file path=ppt/tags/tag142.xml><?xml version="1.0" encoding="utf-8"?>
<p:tagLst xmlns:p="http://schemas.openxmlformats.org/presentationml/2006/main">
  <p:tag name="KSO_WM_UNIT_TYPE" val="i"/>
  <p:tag name="KSO_WM_UNIT_INDEX" val="45"/>
  <p:tag name="KSO_WM_BEAUTIFY_FLAG" val="#wm#"/>
  <p:tag name="KSO_WM_TAG_VERSION" val="3.0"/>
</p:tagLst>
</file>

<file path=ppt/tags/tag143.xml><?xml version="1.0" encoding="utf-8"?>
<p:tagLst xmlns:p="http://schemas.openxmlformats.org/presentationml/2006/main">
  <p:tag name="KSO_WM_UNIT_TYPE" val="i"/>
  <p:tag name="KSO_WM_UNIT_INDEX" val="49"/>
  <p:tag name="KSO_WM_BEAUTIFY_FLAG" val="#wm#"/>
  <p:tag name="KSO_WM_TAG_VERSION" val="3.0"/>
</p:tagLst>
</file>

<file path=ppt/tags/tag144.xml><?xml version="1.0" encoding="utf-8"?>
<p:tagLst xmlns:p="http://schemas.openxmlformats.org/presentationml/2006/main">
  <p:tag name="KSO_WM_UNIT_TYPE" val="x"/>
  <p:tag name="KSO_WM_UNIT_INDEX" val="12"/>
  <p:tag name="KSO_WM_BEAUTIFY_FLAG" val="#wm#"/>
  <p:tag name="KSO_WM_TAG_VERSION" val="3.0"/>
</p:tagLst>
</file>

<file path=ppt/tags/tag145.xml><?xml version="1.0" encoding="utf-8"?>
<p:tagLst xmlns:p="http://schemas.openxmlformats.org/presentationml/2006/main">
  <p:tag name="KSO_WM_UNIT_TYPE" val="x"/>
  <p:tag name="KSO_WM_UNIT_INDEX" val="13"/>
  <p:tag name="KSO_WM_BEAUTIFY_FLAG" val="#wm#"/>
  <p:tag name="KSO_WM_TAG_VERSION" val="3.0"/>
</p:tagLst>
</file>

<file path=ppt/tags/tag146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147.xml><?xml version="1.0" encoding="utf-8"?>
<p:tagLst xmlns:p="http://schemas.openxmlformats.org/presentationml/2006/main">
  <p:tag name="KSO_WM_UNIT_TYPE" val="x"/>
  <p:tag name="KSO_WM_UNIT_INDEX" val="14"/>
  <p:tag name="KSO_WM_BEAUTIFY_FLAG" val="#wm#"/>
  <p:tag name="KSO_WM_TAG_VERSION" val="3.0"/>
</p:tagLst>
</file>

<file path=ppt/tags/tag148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149.xml><?xml version="1.0" encoding="utf-8"?>
<p:tagLst xmlns:p="http://schemas.openxmlformats.org/presentationml/2006/main">
  <p:tag name="KSO_WM_UNIT_TYPE" val="x"/>
  <p:tag name="KSO_WM_UNIT_INDEX" val="15"/>
  <p:tag name="KSO_WM_BEAUTIFY_FLAG" val="#wm#"/>
  <p:tag name="KSO_WM_TAG_VERSION" val="3.0"/>
</p:tagLst>
</file>

<file path=ppt/tags/tag150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151.xml><?xml version="1.0" encoding="utf-8"?>
<p:tagLst xmlns:p="http://schemas.openxmlformats.org/presentationml/2006/main">
  <p:tag name="KSO_WM_UNIT_TYPE" val="i"/>
  <p:tag name="KSO_WM_UNIT_INDEX" val="50"/>
  <p:tag name="KSO_WM_BEAUTIFY_FLAG" val="#wm#"/>
  <p:tag name="KSO_WM_TAG_VERSION" val="3.0"/>
</p:tagLst>
</file>

<file path=ppt/tags/tag152.xml><?xml version="1.0" encoding="utf-8"?>
<p:tagLst xmlns:p="http://schemas.openxmlformats.org/presentationml/2006/main">
  <p:tag name="KSO_WM_UNIT_TYPE" val="i"/>
  <p:tag name="KSO_WM_UNIT_INDEX" val="51"/>
  <p:tag name="KSO_WM_BEAUTIFY_FLAG" val="#wm#"/>
  <p:tag name="KSO_WM_TAG_VERSION" val="3.0"/>
</p:tagLst>
</file>

<file path=ppt/tags/tag153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154.xml><?xml version="1.0" encoding="utf-8"?>
<p:tagLst xmlns:p="http://schemas.openxmlformats.org/presentationml/2006/main">
  <p:tag name="KSO_WM_UNIT_TYPE" val="b"/>
  <p:tag name="KSO_WM_UNIT_INDEX" val="3"/>
  <p:tag name="KSO_WM_BEAUTIFY_FLAG" val="#wm#"/>
  <p:tag name="KSO_WM_TAG_VERSION" val="3.0"/>
</p:tagLst>
</file>

<file path=ppt/tags/tag155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156.xml><?xml version="1.0" encoding="utf-8"?>
<p:tagLst xmlns:p="http://schemas.openxmlformats.org/presentationml/2006/main">
  <p:tag name="KSO_WM_UNIT_TYPE" val="i"/>
  <p:tag name="KSO_WM_UNIT_INDEX" val="54"/>
  <p:tag name="KSO_WM_BEAUTIFY_FLAG" val="#wm#"/>
  <p:tag name="KSO_WM_TAG_VERSION" val="3.0"/>
</p:tagLst>
</file>

<file path=ppt/tags/tag157.xml><?xml version="1.0" encoding="utf-8"?>
<p:tagLst xmlns:p="http://schemas.openxmlformats.org/presentationml/2006/main">
  <p:tag name="KSO_WM_UNIT_TYPE" val="i"/>
  <p:tag name="KSO_WM_UNIT_INDEX" val="55"/>
  <p:tag name="KSO_WM_BEAUTIFY_FLAG" val="#wm#"/>
  <p:tag name="KSO_WM_TAG_VERSION" val="3.0"/>
</p:tagLst>
</file>

<file path=ppt/tags/tag158.xml><?xml version="1.0" encoding="utf-8"?>
<p:tagLst xmlns:p="http://schemas.openxmlformats.org/presentationml/2006/main">
  <p:tag name="KSO_WM_UNIT_TYPE" val="i"/>
  <p:tag name="KSO_WM_UNIT_INDEX" val="56"/>
  <p:tag name="KSO_WM_BEAUTIFY_FLAG" val="#wm#"/>
  <p:tag name="KSO_WM_TAG_VERSION" val="3.0"/>
</p:tagLst>
</file>

<file path=ppt/tags/tag159.xml><?xml version="1.0" encoding="utf-8"?>
<p:tagLst xmlns:p="http://schemas.openxmlformats.org/presentationml/2006/main">
  <p:tag name="KSO_WM_UNIT_TYPE" val="i"/>
  <p:tag name="KSO_WM_UNIT_INDEX" val="57"/>
  <p:tag name="KSO_WM_BEAUTIFY_FLAG" val="#wm#"/>
  <p:tag name="KSO_WM_TAG_VERSION" val="3.0"/>
</p:tagLst>
</file>

<file path=ppt/tags/tag160.xml><?xml version="1.0" encoding="utf-8"?>
<p:tagLst xmlns:p="http://schemas.openxmlformats.org/presentationml/2006/main">
  <p:tag name="KSO_WM_UNIT_TYPE" val="i"/>
  <p:tag name="KSO_WM_UNIT_INDEX" val="58"/>
  <p:tag name="KSO_WM_BEAUTIFY_FLAG" val="#wm#"/>
  <p:tag name="KSO_WM_TAG_VERSION" val="3.0"/>
</p:tagLst>
</file>

<file path=ppt/tags/tag161.xml><?xml version="1.0" encoding="utf-8"?>
<p:tagLst xmlns:p="http://schemas.openxmlformats.org/presentationml/2006/main">
  <p:tag name="KSO_WM_UNIT_TYPE" val="i"/>
  <p:tag name="KSO_WM_UNIT_INDEX" val="62"/>
  <p:tag name="KSO_WM_BEAUTIFY_FLAG" val="#wm#"/>
  <p:tag name="KSO_WM_TAG_VERSION" val="3.0"/>
</p:tagLst>
</file>

<file path=ppt/tags/tag162.xml><?xml version="1.0" encoding="utf-8"?>
<p:tagLst xmlns:p="http://schemas.openxmlformats.org/presentationml/2006/main">
  <p:tag name="KSO_WM_UNIT_TYPE" val="x"/>
  <p:tag name="KSO_WM_UNIT_INDEX" val="16"/>
  <p:tag name="KSO_WM_BEAUTIFY_FLAG" val="#wm#"/>
  <p:tag name="KSO_WM_TAG_VERSION" val="3.0"/>
</p:tagLst>
</file>

<file path=ppt/tags/tag163.xml><?xml version="1.0" encoding="utf-8"?>
<p:tagLst xmlns:p="http://schemas.openxmlformats.org/presentationml/2006/main">
  <p:tag name="KSO_WM_UNIT_TYPE" val="x"/>
  <p:tag name="KSO_WM_UNIT_INDEX" val="17"/>
  <p:tag name="KSO_WM_BEAUTIFY_FLAG" val="#wm#"/>
  <p:tag name="KSO_WM_TAG_VERSION" val="3.0"/>
</p:tagLst>
</file>

<file path=ppt/tags/tag164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165.xml><?xml version="1.0" encoding="utf-8"?>
<p:tagLst xmlns:p="http://schemas.openxmlformats.org/presentationml/2006/main">
  <p:tag name="KSO_WM_UNIT_TYPE" val="x"/>
  <p:tag name="KSO_WM_UNIT_INDEX" val="18"/>
  <p:tag name="KSO_WM_BEAUTIFY_FLAG" val="#wm#"/>
  <p:tag name="KSO_WM_TAG_VERSION" val="3.0"/>
</p:tagLst>
</file>

<file path=ppt/tags/tag166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167.xml><?xml version="1.0" encoding="utf-8"?>
<p:tagLst xmlns:p="http://schemas.openxmlformats.org/presentationml/2006/main">
  <p:tag name="KSO_WM_UNIT_TYPE" val="x"/>
  <p:tag name="KSO_WM_UNIT_INDEX" val="19"/>
  <p:tag name="KSO_WM_BEAUTIFY_FLAG" val="#wm#"/>
  <p:tag name="KSO_WM_TAG_VERSION" val="3.0"/>
</p:tagLst>
</file>

<file path=ppt/tags/tag168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169.xml><?xml version="1.0" encoding="utf-8"?>
<p:tagLst xmlns:p="http://schemas.openxmlformats.org/presentationml/2006/main">
  <p:tag name="KSO_WM_UNIT_TYPE" val="i"/>
  <p:tag name="KSO_WM_UNIT_INDEX" val="63"/>
  <p:tag name="KSO_WM_BEAUTIFY_FLAG" val="#wm#"/>
  <p:tag name="KSO_WM_TAG_VERSION" val="3.0"/>
</p:tagLst>
</file>

<file path=ppt/tags/tag170.xml><?xml version="1.0" encoding="utf-8"?>
<p:tagLst xmlns:p="http://schemas.openxmlformats.org/presentationml/2006/main">
  <p:tag name="KSO_WM_UNIT_TYPE" val="i"/>
  <p:tag name="KSO_WM_UNIT_INDEX" val="64"/>
  <p:tag name="KSO_WM_BEAUTIFY_FLAG" val="#wm#"/>
  <p:tag name="KSO_WM_TAG_VERSION" val="3.0"/>
</p:tagLst>
</file>

<file path=ppt/tags/tag171.xml><?xml version="1.0" encoding="utf-8"?>
<p:tagLst xmlns:p="http://schemas.openxmlformats.org/presentationml/2006/main">
  <p:tag name="KSO_WM_UNIT_TYPE" val="f"/>
  <p:tag name="KSO_WM_UNIT_INDEX" val="21"/>
  <p:tag name="KSO_WM_BEAUTIFY_FLAG" val="#wm#"/>
  <p:tag name="KSO_WM_TAG_VERSION" val="3.0"/>
</p:tagLst>
</file>

<file path=ppt/tags/tag172.xml><?xml version="1.0" encoding="utf-8"?>
<p:tagLst xmlns:p="http://schemas.openxmlformats.org/presentationml/2006/main">
  <p:tag name="KSO_WM_UNIT_TYPE" val="b"/>
  <p:tag name="KSO_WM_UNIT_INDEX" val="4"/>
  <p:tag name="KSO_WM_BEAUTIFY_FLAG" val="#wm#"/>
  <p:tag name="KSO_WM_TAG_VERSION" val="3.0"/>
</p:tagLst>
</file>

<file path=ppt/tags/tag173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174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175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176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177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178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179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180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</p:tagLst>
</file>

<file path=ppt/tags/tag181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</p:tagLst>
</file>

<file path=ppt/tags/tag182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183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</p:tagLst>
</file>

<file path=ppt/tags/tag184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185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</p:tagLst>
</file>

<file path=ppt/tags/tag186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187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188.xml><?xml version="1.0" encoding="utf-8"?>
<p:tagLst xmlns:p="http://schemas.openxmlformats.org/presentationml/2006/main">
  <p:tag name="KSO_WM_UNIT_TYPE" val="i"/>
  <p:tag name="KSO_WM_UNIT_INDEX" val="13"/>
  <p:tag name="KSO_WM_BEAUTIFY_FLAG" val="#wm#"/>
  <p:tag name="KSO_WM_TAG_VERSION" val="3.0"/>
</p:tagLst>
</file>

<file path=ppt/tags/tag189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190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191.xml><?xml version="1.0" encoding="utf-8"?>
<p:tagLst xmlns:p="http://schemas.openxmlformats.org/presentationml/2006/main">
  <p:tag name="KSO_WM_UNIT_TYPE" val="i"/>
  <p:tag name="KSO_WM_UNIT_INDEX" val="17"/>
  <p:tag name="KSO_WM_BEAUTIFY_FLAG" val="#wm#"/>
  <p:tag name="KSO_WM_TAG_VERSION" val="3.0"/>
</p:tagLst>
</file>

<file path=ppt/tags/tag192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193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194.xml><?xml version="1.0" encoding="utf-8"?>
<p:tagLst xmlns:p="http://schemas.openxmlformats.org/presentationml/2006/main">
  <p:tag name="KSO_WM_UNIT_TYPE" val="i"/>
  <p:tag name="KSO_WM_UNIT_INDEX" val="21"/>
  <p:tag name="KSO_WM_BEAUTIFY_FLAG" val="#wm#"/>
  <p:tag name="KSO_WM_TAG_VERSION" val="3.0"/>
</p:tagLst>
</file>

<file path=ppt/tags/tag195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196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197.xml><?xml version="1.0" encoding="utf-8"?>
<p:tagLst xmlns:p="http://schemas.openxmlformats.org/presentationml/2006/main">
  <p:tag name="KSO_WM_UNIT_TYPE" val="i"/>
  <p:tag name="KSO_WM_UNIT_INDEX" val="25"/>
  <p:tag name="KSO_WM_BEAUTIFY_FLAG" val="#wm#"/>
  <p:tag name="KSO_WM_TAG_VERSION" val="3.0"/>
</p:tagLst>
</file>

<file path=ppt/tags/tag198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199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200.xml><?xml version="1.0" encoding="utf-8"?>
<p:tagLst xmlns:p="http://schemas.openxmlformats.org/presentationml/2006/main">
  <p:tag name="KSO_WM_UNIT_TYPE" val="i"/>
  <p:tag name="KSO_WM_UNIT_INDEX" val="33"/>
  <p:tag name="KSO_WM_BEAUTIFY_FLAG" val="#wm#"/>
  <p:tag name="KSO_WM_TAG_VERSION" val="3.0"/>
</p:tagLst>
</file>

<file path=ppt/tags/tag201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202.xml><?xml version="1.0" encoding="utf-8"?>
<p:tagLst xmlns:p="http://schemas.openxmlformats.org/presentationml/2006/main">
  <p:tag name="KSO_WM_UNIT_TYPE" val="i"/>
  <p:tag name="KSO_WM_UNIT_INDEX" val="37"/>
  <p:tag name="KSO_WM_BEAUTIFY_FLAG" val="#wm#"/>
  <p:tag name="KSO_WM_TAG_VERSION" val="3.0"/>
</p:tagLst>
</file>

<file path=ppt/tags/tag203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</p:tagLst>
</file>

<file path=ppt/tags/tag204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205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206.xml><?xml version="1.0" encoding="utf-8"?>
<p:tagLst xmlns:p="http://schemas.openxmlformats.org/presentationml/2006/main">
  <p:tag name="KSO_WM_UNIT_TYPE" val="i"/>
  <p:tag name="KSO_WM_UNIT_INDEX" val="41"/>
  <p:tag name="KSO_WM_BEAUTIFY_FLAG" val="#wm#"/>
  <p:tag name="KSO_WM_TAG_VERSION" val="3.0"/>
</p:tagLst>
</file>

<file path=ppt/tags/tag207.xml><?xml version="1.0" encoding="utf-8"?>
<p:tagLst xmlns:p="http://schemas.openxmlformats.org/presentationml/2006/main">
  <p:tag name="KSO_WM_UNIT_TYPE" val="i"/>
  <p:tag name="KSO_WM_UNIT_INDEX" val="42"/>
  <p:tag name="KSO_WM_BEAUTIFY_FLAG" val="#wm#"/>
  <p:tag name="KSO_WM_TAG_VERSION" val="3.0"/>
</p:tagLst>
</file>

<file path=ppt/tags/tag208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209.xml><?xml version="1.0" encoding="utf-8"?>
<p:tagLst xmlns:p="http://schemas.openxmlformats.org/presentationml/2006/main">
  <p:tag name="KSO_WM_UNIT_TYPE" val="i"/>
  <p:tag name="KSO_WM_UNIT_INDEX" val="45"/>
  <p:tag name="KSO_WM_BEAUTIFY_FLAG" val="#wm#"/>
  <p:tag name="KSO_WM_TAG_VERSION" val="3.0"/>
</p:tagLst>
</file>

<file path=ppt/tags/tag210.xml><?xml version="1.0" encoding="utf-8"?>
<p:tagLst xmlns:p="http://schemas.openxmlformats.org/presentationml/2006/main">
  <p:tag name="KSO_WM_UNIT_TYPE" val="i"/>
  <p:tag name="KSO_WM_UNIT_INDEX" val="46"/>
  <p:tag name="KSO_WM_BEAUTIFY_FLAG" val="#wm#"/>
  <p:tag name="KSO_WM_TAG_VERSION" val="3.0"/>
</p:tagLst>
</file>

<file path=ppt/tags/tag211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212.xml><?xml version="1.0" encoding="utf-8"?>
<p:tagLst xmlns:p="http://schemas.openxmlformats.org/presentationml/2006/main">
  <p:tag name="KSO_WM_UNIT_TYPE" val="i"/>
  <p:tag name="KSO_WM_UNIT_INDEX" val="49"/>
  <p:tag name="KSO_WM_BEAUTIFY_FLAG" val="#wm#"/>
  <p:tag name="KSO_WM_TAG_VERSION" val="3.0"/>
</p:tagLst>
</file>

<file path=ppt/tags/tag213.xml><?xml version="1.0" encoding="utf-8"?>
<p:tagLst xmlns:p="http://schemas.openxmlformats.org/presentationml/2006/main">
  <p:tag name="KSO_WM_UNIT_TYPE" val="i"/>
  <p:tag name="KSO_WM_UNIT_INDEX" val="50"/>
  <p:tag name="KSO_WM_BEAUTIFY_FLAG" val="#wm#"/>
  <p:tag name="KSO_WM_TAG_VERSION" val="3.0"/>
</p:tagLst>
</file>

<file path=ppt/tags/tag214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215.xml><?xml version="1.0" encoding="utf-8"?>
<p:tagLst xmlns:p="http://schemas.openxmlformats.org/presentationml/2006/main">
  <p:tag name="KSO_WM_UNIT_TYPE" val="i"/>
  <p:tag name="KSO_WM_UNIT_INDEX" val="53"/>
  <p:tag name="KSO_WM_BEAUTIFY_FLAG" val="#wm#"/>
  <p:tag name="KSO_WM_TAG_VERSION" val="3.0"/>
</p:tagLst>
</file>

<file path=ppt/tags/tag216.xml><?xml version="1.0" encoding="utf-8"?>
<p:tagLst xmlns:p="http://schemas.openxmlformats.org/presentationml/2006/main">
  <p:tag name="KSO_WM_UNIT_TYPE" val="i"/>
  <p:tag name="KSO_WM_UNIT_INDEX" val="54"/>
  <p:tag name="KSO_WM_BEAUTIFY_FLAG" val="#wm#"/>
  <p:tag name="KSO_WM_TAG_VERSION" val="3.0"/>
</p:tagLst>
</file>

<file path=ppt/tags/tag217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218.xml><?xml version="1.0" encoding="utf-8"?>
<p:tagLst xmlns:p="http://schemas.openxmlformats.org/presentationml/2006/main">
  <p:tag name="KSO_WM_UNIT_TYPE" val="i"/>
  <p:tag name="KSO_WM_UNIT_INDEX" val="61"/>
  <p:tag name="KSO_WM_BEAUTIFY_FLAG" val="#wm#"/>
  <p:tag name="KSO_WM_TAG_VERSION" val="3.0"/>
</p:tagLst>
</file>

<file path=ppt/tags/tag219.xml><?xml version="1.0" encoding="utf-8"?>
<p:tagLst xmlns:p="http://schemas.openxmlformats.org/presentationml/2006/main">
  <p:tag name="KSO_WM_UNIT_TYPE" val="i"/>
  <p:tag name="KSO_WM_UNIT_INDEX" val="62"/>
  <p:tag name="KSO_WM_BEAUTIFY_FLAG" val="#wm#"/>
  <p:tag name="KSO_WM_TAG_VERSION" val="3.0"/>
</p:tagLst>
</file>

<file path=ppt/tags/tag220.xml><?xml version="1.0" encoding="utf-8"?>
<p:tagLst xmlns:p="http://schemas.openxmlformats.org/presentationml/2006/main">
  <p:tag name="KSO_WM_UNIT_TYPE" val="i"/>
  <p:tag name="KSO_WM_UNIT_INDEX" val="65"/>
  <p:tag name="KSO_WM_BEAUTIFY_FLAG" val="#wm#"/>
  <p:tag name="KSO_WM_TAG_VERSION" val="3.0"/>
</p:tagLst>
</file>

<file path=ppt/tags/tag221.xml><?xml version="1.0" encoding="utf-8"?>
<p:tagLst xmlns:p="http://schemas.openxmlformats.org/presentationml/2006/main">
  <p:tag name="KSO_WM_UNIT_TYPE" val="i"/>
  <p:tag name="KSO_WM_UNIT_INDEX" val="66"/>
  <p:tag name="KSO_WM_BEAUTIFY_FLAG" val="#wm#"/>
  <p:tag name="KSO_WM_TAG_VERSION" val="3.0"/>
</p:tagLst>
</file>

<file path=ppt/tags/tag222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223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224.xml><?xml version="1.0" encoding="utf-8"?>
<p:tagLst xmlns:p="http://schemas.openxmlformats.org/presentationml/2006/main">
  <p:tag name="KSO_WM_UNIT_TYPE" val="i"/>
  <p:tag name="KSO_WM_UNIT_INDEX" val="69"/>
  <p:tag name="KSO_WM_BEAUTIFY_FLAG" val="#wm#"/>
  <p:tag name="KSO_WM_TAG_VERSION" val="3.0"/>
</p:tagLst>
</file>

<file path=ppt/tags/tag225.xml><?xml version="1.0" encoding="utf-8"?>
<p:tagLst xmlns:p="http://schemas.openxmlformats.org/presentationml/2006/main">
  <p:tag name="KSO_WM_UNIT_TYPE" val="i"/>
  <p:tag name="KSO_WM_UNIT_INDEX" val="70"/>
  <p:tag name="KSO_WM_BEAUTIFY_FLAG" val="#wm#"/>
  <p:tag name="KSO_WM_TAG_VERSION" val="3.0"/>
</p:tagLst>
</file>

<file path=ppt/tags/tag226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227.xml><?xml version="1.0" encoding="utf-8"?>
<p:tagLst xmlns:p="http://schemas.openxmlformats.org/presentationml/2006/main">
  <p:tag name="KSO_WM_UNIT_TYPE" val="i"/>
  <p:tag name="KSO_WM_UNIT_INDEX" val="73"/>
  <p:tag name="KSO_WM_BEAUTIFY_FLAG" val="#wm#"/>
  <p:tag name="KSO_WM_TAG_VERSION" val="3.0"/>
</p:tagLst>
</file>

<file path=ppt/tags/tag228.xml><?xml version="1.0" encoding="utf-8"?>
<p:tagLst xmlns:p="http://schemas.openxmlformats.org/presentationml/2006/main">
  <p:tag name="KSO_WM_UNIT_TYPE" val="i"/>
  <p:tag name="KSO_WM_UNIT_INDEX" val="74"/>
  <p:tag name="KSO_WM_BEAUTIFY_FLAG" val="#wm#"/>
  <p:tag name="KSO_WM_TAG_VERSION" val="3.0"/>
</p:tagLst>
</file>

<file path=ppt/tags/tag229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230.xml><?xml version="1.0" encoding="utf-8"?>
<p:tagLst xmlns:p="http://schemas.openxmlformats.org/presentationml/2006/main">
  <p:tag name="KSO_WM_UNIT_TYPE" val="i"/>
  <p:tag name="KSO_WM_UNIT_INDEX" val="77"/>
  <p:tag name="KSO_WM_BEAUTIFY_FLAG" val="#wm#"/>
  <p:tag name="KSO_WM_TAG_VERSION" val="3.0"/>
</p:tagLst>
</file>

<file path=ppt/tags/tag231.xml><?xml version="1.0" encoding="utf-8"?>
<p:tagLst xmlns:p="http://schemas.openxmlformats.org/presentationml/2006/main">
  <p:tag name="KSO_WM_UNIT_TYPE" val="i"/>
  <p:tag name="KSO_WM_UNIT_INDEX" val="78"/>
  <p:tag name="KSO_WM_BEAUTIFY_FLAG" val="#wm#"/>
  <p:tag name="KSO_WM_TAG_VERSION" val="3.0"/>
</p:tagLst>
</file>

<file path=ppt/tags/tag232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233.xml><?xml version="1.0" encoding="utf-8"?>
<p:tagLst xmlns:p="http://schemas.openxmlformats.org/presentationml/2006/main">
  <p:tag name="KSO_WM_UNIT_TYPE" val="i"/>
  <p:tag name="KSO_WM_UNIT_INDEX" val="81"/>
  <p:tag name="KSO_WM_BEAUTIFY_FLAG" val="#wm#"/>
  <p:tag name="KSO_WM_TAG_VERSION" val="3.0"/>
</p:tagLst>
</file>

<file path=ppt/tags/tag234.xml><?xml version="1.0" encoding="utf-8"?>
<p:tagLst xmlns:p="http://schemas.openxmlformats.org/presentationml/2006/main">
  <p:tag name="KSO_WM_UNIT_TYPE" val="i"/>
  <p:tag name="KSO_WM_UNIT_INDEX" val="82"/>
  <p:tag name="KSO_WM_BEAUTIFY_FLAG" val="#wm#"/>
  <p:tag name="KSO_WM_TAG_VERSION" val="3.0"/>
</p:tagLst>
</file>

<file path=ppt/tags/tag235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236.xml><?xml version="1.0" encoding="utf-8"?>
<p:tagLst xmlns:p="http://schemas.openxmlformats.org/presentationml/2006/main">
  <p:tag name="KSO_WM_UNIT_TYPE" val="i"/>
  <p:tag name="KSO_WM_UNIT_INDEX" val="89"/>
  <p:tag name="KSO_WM_BEAUTIFY_FLAG" val="#wm#"/>
  <p:tag name="KSO_WM_TAG_VERSION" val="3.0"/>
</p:tagLst>
</file>

<file path=ppt/tags/tag237.xml><?xml version="1.0" encoding="utf-8"?>
<p:tagLst xmlns:p="http://schemas.openxmlformats.org/presentationml/2006/main">
  <p:tag name="KSO_WM_UNIT_TYPE" val="i"/>
  <p:tag name="KSO_WM_UNIT_INDEX" val="90"/>
  <p:tag name="KSO_WM_BEAUTIFY_FLAG" val="#wm#"/>
  <p:tag name="KSO_WM_TAG_VERSION" val="3.0"/>
</p:tagLst>
</file>

<file path=ppt/tags/tag238.xml><?xml version="1.0" encoding="utf-8"?>
<p:tagLst xmlns:p="http://schemas.openxmlformats.org/presentationml/2006/main">
  <p:tag name="KSO_WM_UNIT_TYPE" val="i"/>
  <p:tag name="KSO_WM_UNIT_INDEX" val="93"/>
  <p:tag name="KSO_WM_BEAUTIFY_FLAG" val="#wm#"/>
  <p:tag name="KSO_WM_TAG_VERSION" val="3.0"/>
</p:tagLst>
</file>

<file path=ppt/tags/tag239.xml><?xml version="1.0" encoding="utf-8"?>
<p:tagLst xmlns:p="http://schemas.openxmlformats.org/presentationml/2006/main">
  <p:tag name="KSO_WM_UNIT_TYPE" val="i"/>
  <p:tag name="KSO_WM_UNIT_INDEX" val="94"/>
  <p:tag name="KSO_WM_BEAUTIFY_FLAG" val="#wm#"/>
  <p:tag name="KSO_WM_TAG_VERSION" val="3.0"/>
</p:tagLst>
</file>

<file path=ppt/tags/tag240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241.xml><?xml version="1.0" encoding="utf-8"?>
<p:tagLst xmlns:p="http://schemas.openxmlformats.org/presentationml/2006/main">
  <p:tag name="KSO_WM_UNIT_TYPE" val="f"/>
  <p:tag name="KSO_WM_UNIT_INDEX" val="22"/>
  <p:tag name="KSO_WM_BEAUTIFY_FLAG" val="#wm#"/>
  <p:tag name="KSO_WM_TAG_VERSION" val="3.0"/>
</p:tagLst>
</file>

<file path=ppt/tags/tag242.xml><?xml version="1.0" encoding="utf-8"?>
<p:tagLst xmlns:p="http://schemas.openxmlformats.org/presentationml/2006/main">
  <p:tag name="KSO_WM_UNIT_TYPE" val="i"/>
  <p:tag name="KSO_WM_UNIT_INDEX" val="97"/>
  <p:tag name="KSO_WM_BEAUTIFY_FLAG" val="#wm#"/>
  <p:tag name="KSO_WM_TAG_VERSION" val="3.0"/>
</p:tagLst>
</file>

<file path=ppt/tags/tag243.xml><?xml version="1.0" encoding="utf-8"?>
<p:tagLst xmlns:p="http://schemas.openxmlformats.org/presentationml/2006/main">
  <p:tag name="KSO_WM_UNIT_TYPE" val="i"/>
  <p:tag name="KSO_WM_UNIT_INDEX" val="98"/>
  <p:tag name="KSO_WM_BEAUTIFY_FLAG" val="#wm#"/>
  <p:tag name="KSO_WM_TAG_VERSION" val="3.0"/>
</p:tagLst>
</file>

<file path=ppt/tags/tag244.xml><?xml version="1.0" encoding="utf-8"?>
<p:tagLst xmlns:p="http://schemas.openxmlformats.org/presentationml/2006/main">
  <p:tag name="KSO_WM_UNIT_TYPE" val="i"/>
  <p:tag name="KSO_WM_UNIT_INDEX" val="102"/>
  <p:tag name="KSO_WM_BEAUTIFY_FLAG" val="#wm#"/>
  <p:tag name="KSO_WM_TAG_VERSION" val="3.0"/>
</p:tagLst>
</file>

<file path=ppt/tags/tag245.xml><?xml version="1.0" encoding="utf-8"?>
<p:tagLst xmlns:p="http://schemas.openxmlformats.org/presentationml/2006/main">
  <p:tag name="KSO_WM_UNIT_TYPE" val="f"/>
  <p:tag name="KSO_WM_UNIT_INDEX" val="23"/>
  <p:tag name="KSO_WM_BEAUTIFY_FLAG" val="#wm#"/>
  <p:tag name="KSO_WM_TAG_VERSION" val="3.0"/>
</p:tagLst>
</file>

<file path=ppt/tags/tag246.xml><?xml version="1.0" encoding="utf-8"?>
<p:tagLst xmlns:p="http://schemas.openxmlformats.org/presentationml/2006/main">
  <p:tag name="KSO_WM_UNIT_TYPE" val="i"/>
  <p:tag name="KSO_WM_UNIT_INDEX" val="103"/>
  <p:tag name="KSO_WM_BEAUTIFY_FLAG" val="#wm#"/>
  <p:tag name="KSO_WM_TAG_VERSION" val="3.0"/>
</p:tagLst>
</file>

<file path=ppt/tags/tag247.xml><?xml version="1.0" encoding="utf-8"?>
<p:tagLst xmlns:p="http://schemas.openxmlformats.org/presentationml/2006/main">
  <p:tag name="KSO_WM_UNIT_TYPE" val="i"/>
  <p:tag name="KSO_WM_UNIT_INDEX" val="104"/>
  <p:tag name="KSO_WM_BEAUTIFY_FLAG" val="#wm#"/>
  <p:tag name="KSO_WM_TAG_VERSION" val="3.0"/>
</p:tagLst>
</file>

<file path=ppt/tags/tag248.xml><?xml version="1.0" encoding="utf-8"?>
<p:tagLst xmlns:p="http://schemas.openxmlformats.org/presentationml/2006/main">
  <p:tag name="KSO_WM_UNIT_TYPE" val="i"/>
  <p:tag name="KSO_WM_UNIT_INDEX" val="108"/>
  <p:tag name="KSO_WM_BEAUTIFY_FLAG" val="#wm#"/>
  <p:tag name="KSO_WM_TAG_VERSION" val="3.0"/>
</p:tagLst>
</file>

<file path=ppt/tags/tag249.xml><?xml version="1.0" encoding="utf-8"?>
<p:tagLst xmlns:p="http://schemas.openxmlformats.org/presentationml/2006/main">
  <p:tag name="KSO_WM_UNIT_TYPE" val="f"/>
  <p:tag name="KSO_WM_UNIT_INDEX" val="24"/>
  <p:tag name="KSO_WM_BEAUTIFY_FLAG" val="#wm#"/>
  <p:tag name="KSO_WM_TAG_VERSION" val="3.0"/>
</p:tagLst>
</file>

<file path=ppt/tags/tag250.xml><?xml version="1.0" encoding="utf-8"?>
<p:tagLst xmlns:p="http://schemas.openxmlformats.org/presentationml/2006/main">
  <p:tag name="KSO_WM_UNIT_TYPE" val="i"/>
  <p:tag name="KSO_WM_UNIT_INDEX" val="109"/>
  <p:tag name="KSO_WM_BEAUTIFY_FLAG" val="#wm#"/>
  <p:tag name="KSO_WM_TAG_VERSION" val="3.0"/>
</p:tagLst>
</file>

<file path=ppt/tags/tag251.xml><?xml version="1.0" encoding="utf-8"?>
<p:tagLst xmlns:p="http://schemas.openxmlformats.org/presentationml/2006/main">
  <p:tag name="KSO_WM_UNIT_TYPE" val="i"/>
  <p:tag name="KSO_WM_UNIT_INDEX" val="110"/>
  <p:tag name="KSO_WM_BEAUTIFY_FLAG" val="#wm#"/>
  <p:tag name="KSO_WM_TAG_VERSION" val="3.0"/>
</p:tagLst>
</file>

<file path=ppt/tags/tag252.xml><?xml version="1.0" encoding="utf-8"?>
<p:tagLst xmlns:p="http://schemas.openxmlformats.org/presentationml/2006/main">
  <p:tag name="KSO_WM_UNIT_TYPE" val="i"/>
  <p:tag name="KSO_WM_UNIT_INDEX" val="114"/>
  <p:tag name="KSO_WM_BEAUTIFY_FLAG" val="#wm#"/>
  <p:tag name="KSO_WM_TAG_VERSION" val="3.0"/>
</p:tagLst>
</file>

<file path=ppt/tags/tag253.xml><?xml version="1.0" encoding="utf-8"?>
<p:tagLst xmlns:p="http://schemas.openxmlformats.org/presentationml/2006/main">
  <p:tag name="KSO_WM_UNIT_TYPE" val="f"/>
  <p:tag name="KSO_WM_UNIT_INDEX" val="25"/>
  <p:tag name="KSO_WM_BEAUTIFY_FLAG" val="#wm#"/>
  <p:tag name="KSO_WM_TAG_VERSION" val="3.0"/>
</p:tagLst>
</file>

<file path=ppt/tags/tag254.xml><?xml version="1.0" encoding="utf-8"?>
<p:tagLst xmlns:p="http://schemas.openxmlformats.org/presentationml/2006/main">
  <p:tag name="KSO_WM_UNIT_TYPE" val="i"/>
  <p:tag name="KSO_WM_UNIT_INDEX" val="115"/>
  <p:tag name="KSO_WM_BEAUTIFY_FLAG" val="#wm#"/>
  <p:tag name="KSO_WM_TAG_VERSION" val="3.0"/>
</p:tagLst>
</file>

<file path=ppt/tags/tag255.xml><?xml version="1.0" encoding="utf-8"?>
<p:tagLst xmlns:p="http://schemas.openxmlformats.org/presentationml/2006/main">
  <p:tag name="KSO_WM_UNIT_TYPE" val="i"/>
  <p:tag name="KSO_WM_UNIT_INDEX" val="116"/>
  <p:tag name="KSO_WM_BEAUTIFY_FLAG" val="#wm#"/>
  <p:tag name="KSO_WM_TAG_VERSION" val="3.0"/>
</p:tagLst>
</file>

<file path=ppt/tags/tag256.xml><?xml version="1.0" encoding="utf-8"?>
<p:tagLst xmlns:p="http://schemas.openxmlformats.org/presentationml/2006/main">
  <p:tag name="KSO_WM_UNIT_TYPE" val="i"/>
  <p:tag name="KSO_WM_UNIT_INDEX" val="120"/>
  <p:tag name="KSO_WM_BEAUTIFY_FLAG" val="#wm#"/>
  <p:tag name="KSO_WM_TAG_VERSION" val="3.0"/>
</p:tagLst>
</file>

<file path=ppt/tags/tag257.xml><?xml version="1.0" encoding="utf-8"?>
<p:tagLst xmlns:p="http://schemas.openxmlformats.org/presentationml/2006/main">
  <p:tag name="KSO_WM_UNIT_TYPE" val="f"/>
  <p:tag name="KSO_WM_UNIT_INDEX" val="26"/>
  <p:tag name="KSO_WM_BEAUTIFY_FLAG" val="#wm#"/>
  <p:tag name="KSO_WM_TAG_VERSION" val="3.0"/>
</p:tagLst>
</file>

<file path=ppt/tags/tag258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</p:tagLst>
</file>

<file path=ppt/tags/tag259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</p:tagLst>
</file>

<file path=ppt/tags/tag260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</p:tagLst>
</file>

<file path=ppt/tags/tag261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</p:tagLst>
</file>

<file path=ppt/tags/tag262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</p:tagLst>
</file>

<file path=ppt/tags/tag263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264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265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266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267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268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269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270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271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272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273.xml><?xml version="1.0" encoding="utf-8"?>
<p:tagLst xmlns:p="http://schemas.openxmlformats.org/presentationml/2006/main">
  <p:tag name="KSO_WM_UNIT_TYPE" val="i"/>
  <p:tag name="KSO_WM_UNIT_INDEX" val="17"/>
  <p:tag name="KSO_WM_BEAUTIFY_FLAG" val="#wm#"/>
  <p:tag name="KSO_WM_TAG_VERSION" val="3.0"/>
</p:tagLst>
</file>

<file path=ppt/tags/tag274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275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276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277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278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279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280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281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282.xml><?xml version="1.0" encoding="utf-8"?>
<p:tagLst xmlns:p="http://schemas.openxmlformats.org/presentationml/2006/main">
  <p:tag name="KSO_WM_UNIT_TYPE" val="x"/>
  <p:tag name="KSO_WM_UNIT_INDEX" val="5"/>
  <p:tag name="KSO_WM_BEAUTIFY_FLAG" val="#wm#"/>
  <p:tag name="KSO_WM_TAG_VERSION" val="3.0"/>
</p:tagLst>
</file>

<file path=ppt/tags/tag283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284.xml><?xml version="1.0" encoding="utf-8"?>
<p:tagLst xmlns:p="http://schemas.openxmlformats.org/presentationml/2006/main">
  <p:tag name="KSO_WM_UNIT_TYPE" val="i"/>
  <p:tag name="KSO_WM_UNIT_INDEX" val="27"/>
  <p:tag name="KSO_WM_BEAUTIFY_FLAG" val="#wm#"/>
  <p:tag name="KSO_WM_TAG_VERSION" val="3.0"/>
</p:tagLst>
</file>

<file path=ppt/tags/tag285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286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287.xml><?xml version="1.0" encoding="utf-8"?>
<p:tagLst xmlns:p="http://schemas.openxmlformats.org/presentationml/2006/main">
  <p:tag name="KSO_WM_UNIT_TYPE" val="x"/>
  <p:tag name="KSO_WM_UNIT_INDEX" val="6"/>
  <p:tag name="KSO_WM_BEAUTIFY_FLAG" val="#wm#"/>
  <p:tag name="KSO_WM_TAG_VERSION" val="3.0"/>
</p:tagLst>
</file>

<file path=ppt/tags/tag288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289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290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291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292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</p:tagLst>
</file>

<file path=ppt/tags/tag293.xml><?xml version="1.0" encoding="utf-8"?>
<p:tagLst xmlns:p="http://schemas.openxmlformats.org/presentationml/2006/main">
  <p:tag name="KSO_WM_UNIT_TYPE" val="x"/>
  <p:tag name="KSO_WM_UNIT_INDEX" val="7"/>
  <p:tag name="KSO_WM_BEAUTIFY_FLAG" val="#wm#"/>
  <p:tag name="KSO_WM_TAG_VERSION" val="3.0"/>
</p:tagLst>
</file>

<file path=ppt/tags/tag294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295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296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</p:tagLst>
</file>

<file path=ppt/tags/tag297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</p:tagLst>
</file>

<file path=ppt/tags/tag298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</p:tagLst>
</file>

<file path=ppt/tags/tag299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</p:tagLst>
</file>

<file path=ppt/tags/tag300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301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302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303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304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305.xml><?xml version="1.0" encoding="utf-8"?>
<p:tagLst xmlns:p="http://schemas.openxmlformats.org/presentationml/2006/main">
  <p:tag name="KSO_WM_UNIT_TYPE" val="i"/>
  <p:tag name="KSO_WM_UNIT_INDEX" val="33"/>
  <p:tag name="KSO_WM_BEAUTIFY_FLAG" val="#wm#"/>
  <p:tag name="KSO_WM_TAG_VERSION" val="3.0"/>
</p:tagLst>
</file>

<file path=ppt/tags/tag306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307.xml><?xml version="1.0" encoding="utf-8"?>
<p:tagLst xmlns:p="http://schemas.openxmlformats.org/presentationml/2006/main">
  <p:tag name="KSO_WM_UNIT_TYPE" val="x"/>
  <p:tag name="KSO_WM_UNIT_INDEX" val="6"/>
  <p:tag name="KSO_WM_BEAUTIFY_FLAG" val="#wm#"/>
  <p:tag name="KSO_WM_TAG_VERSION" val="3.0"/>
</p:tagLst>
</file>

<file path=ppt/tags/tag308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309.xml><?xml version="1.0" encoding="utf-8"?>
<p:tagLst xmlns:p="http://schemas.openxmlformats.org/presentationml/2006/main">
  <p:tag name="KSO_WM_UNIT_TYPE" val="x"/>
  <p:tag name="KSO_WM_UNIT_INDEX" val="7"/>
  <p:tag name="KSO_WM_BEAUTIFY_FLAG" val="#wm#"/>
  <p:tag name="KSO_WM_TAG_VERSION" val="3.0"/>
</p:tagLst>
</file>

<file path=ppt/tags/tag310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311.xml><?xml version="1.0" encoding="utf-8"?>
<p:tagLst xmlns:p="http://schemas.openxmlformats.org/presentationml/2006/main">
  <p:tag name="KSO_WM_UNIT_TYPE" val="x"/>
  <p:tag name="KSO_WM_UNIT_INDEX" val="8"/>
  <p:tag name="KSO_WM_BEAUTIFY_FLAG" val="#wm#"/>
  <p:tag name="KSO_WM_TAG_VERSION" val="3.0"/>
</p:tagLst>
</file>

<file path=ppt/tags/tag312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313.xml><?xml version="1.0" encoding="utf-8"?>
<p:tagLst xmlns:p="http://schemas.openxmlformats.org/presentationml/2006/main">
  <p:tag name="KSO_WM_UNIT_TYPE" val="x"/>
  <p:tag name="KSO_WM_UNIT_INDEX" val="9"/>
  <p:tag name="KSO_WM_BEAUTIFY_FLAG" val="#wm#"/>
  <p:tag name="KSO_WM_TAG_VERSION" val="3.0"/>
</p:tagLst>
</file>

<file path=ppt/tags/tag314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315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</p:tagLst>
</file>

<file path=ppt/tags/tag316.xml><?xml version="1.0" encoding="utf-8"?>
<p:tagLst xmlns:p="http://schemas.openxmlformats.org/presentationml/2006/main">
  <p:tag name="KSO_WM_UNIT_TYPE" val="i"/>
  <p:tag name="KSO_WM_UNIT_INDEX" val="39"/>
  <p:tag name="KSO_WM_BEAUTIFY_FLAG" val="#wm#"/>
  <p:tag name="KSO_WM_TAG_VERSION" val="3.0"/>
</p:tagLst>
</file>

<file path=ppt/tags/tag317.xml><?xml version="1.0" encoding="utf-8"?>
<p:tagLst xmlns:p="http://schemas.openxmlformats.org/presentationml/2006/main">
  <p:tag name="KSO_WM_UNIT_TYPE" val="i"/>
  <p:tag name="KSO_WM_UNIT_INDEX" val="40"/>
  <p:tag name="KSO_WM_BEAUTIFY_FLAG" val="#wm#"/>
  <p:tag name="KSO_WM_TAG_VERSION" val="3.0"/>
</p:tagLst>
</file>

<file path=ppt/tags/tag318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319.xml><?xml version="1.0" encoding="utf-8"?>
<p:tagLst xmlns:p="http://schemas.openxmlformats.org/presentationml/2006/main">
  <p:tag name="KSO_WM_UNIT_TYPE" val="x"/>
  <p:tag name="KSO_WM_UNIT_INDEX" val="10"/>
  <p:tag name="KSO_WM_BEAUTIFY_FLAG" val="#wm#"/>
  <p:tag name="KSO_WM_TAG_VERSION" val="3.0"/>
</p:tagLst>
</file>

<file path=ppt/tags/tag320.xml><?xml version="1.0" encoding="utf-8"?>
<p:tagLst xmlns:p="http://schemas.openxmlformats.org/presentationml/2006/main">
  <p:tag name="KSO_WM_UNIT_TYPE" val="i"/>
  <p:tag name="KSO_WM_UNIT_INDEX" val="44"/>
  <p:tag name="KSO_WM_BEAUTIFY_FLAG" val="#wm#"/>
  <p:tag name="KSO_WM_TAG_VERSION" val="3.0"/>
</p:tagLst>
</file>

<file path=ppt/tags/tag321.xml><?xml version="1.0" encoding="utf-8"?>
<p:tagLst xmlns:p="http://schemas.openxmlformats.org/presentationml/2006/main">
  <p:tag name="KSO_WM_UNIT_TYPE" val="i"/>
  <p:tag name="KSO_WM_UNIT_INDEX" val="69"/>
  <p:tag name="KSO_WM_BEAUTIFY_FLAG" val="#wm#"/>
  <p:tag name="KSO_WM_TAG_VERSION" val="3.0"/>
</p:tagLst>
</file>

<file path=ppt/tags/tag322.xml><?xml version="1.0" encoding="utf-8"?>
<p:tagLst xmlns:p="http://schemas.openxmlformats.org/presentationml/2006/main">
  <p:tag name="KSO_WM_UNIT_TYPE" val="i"/>
  <p:tag name="KSO_WM_UNIT_INDEX" val="70"/>
  <p:tag name="KSO_WM_BEAUTIFY_FLAG" val="#wm#"/>
  <p:tag name="KSO_WM_TAG_VERSION" val="3.0"/>
</p:tagLst>
</file>

<file path=ppt/tags/tag323.xml><?xml version="1.0" encoding="utf-8"?>
<p:tagLst xmlns:p="http://schemas.openxmlformats.org/presentationml/2006/main">
  <p:tag name="KSO_WM_UNIT_TYPE" val="x"/>
  <p:tag name="KSO_WM_UNIT_INDEX" val="15"/>
  <p:tag name="KSO_WM_BEAUTIFY_FLAG" val="#wm#"/>
  <p:tag name="KSO_WM_TAG_VERSION" val="3.0"/>
</p:tagLst>
</file>

<file path=ppt/tags/tag324.xml><?xml version="1.0" encoding="utf-8"?>
<p:tagLst xmlns:p="http://schemas.openxmlformats.org/presentationml/2006/main">
  <p:tag name="KSO_WM_UNIT_TYPE" val="f"/>
  <p:tag name="KSO_WM_UNIT_INDEX" val="25"/>
  <p:tag name="KSO_WM_BEAUTIFY_FLAG" val="#wm#"/>
  <p:tag name="KSO_WM_TAG_VERSION" val="3.0"/>
</p:tagLst>
</file>

<file path=ppt/tags/tag325.xml><?xml version="1.0" encoding="utf-8"?>
<p:tagLst xmlns:p="http://schemas.openxmlformats.org/presentationml/2006/main">
  <p:tag name="KSO_WM_UNIT_TYPE" val="x"/>
  <p:tag name="KSO_WM_UNIT_INDEX" val="16"/>
  <p:tag name="KSO_WM_BEAUTIFY_FLAG" val="#wm#"/>
  <p:tag name="KSO_WM_TAG_VERSION" val="3.0"/>
</p:tagLst>
</file>

<file path=ppt/tags/tag326.xml><?xml version="1.0" encoding="utf-8"?>
<p:tagLst xmlns:p="http://schemas.openxmlformats.org/presentationml/2006/main">
  <p:tag name="KSO_WM_UNIT_TYPE" val="f"/>
  <p:tag name="KSO_WM_UNIT_INDEX" val="26"/>
  <p:tag name="KSO_WM_BEAUTIFY_FLAG" val="#wm#"/>
  <p:tag name="KSO_WM_TAG_VERSION" val="3.0"/>
</p:tagLst>
</file>

<file path=ppt/tags/tag327.xml><?xml version="1.0" encoding="utf-8"?>
<p:tagLst xmlns:p="http://schemas.openxmlformats.org/presentationml/2006/main">
  <p:tag name="KSO_WM_UNIT_TYPE" val="x"/>
  <p:tag name="KSO_WM_UNIT_INDEX" val="17"/>
  <p:tag name="KSO_WM_BEAUTIFY_FLAG" val="#wm#"/>
  <p:tag name="KSO_WM_TAG_VERSION" val="3.0"/>
</p:tagLst>
</file>

<file path=ppt/tags/tag328.xml><?xml version="1.0" encoding="utf-8"?>
<p:tagLst xmlns:p="http://schemas.openxmlformats.org/presentationml/2006/main">
  <p:tag name="KSO_WM_UNIT_TYPE" val="f"/>
  <p:tag name="KSO_WM_UNIT_INDEX" val="27"/>
  <p:tag name="KSO_WM_BEAUTIFY_FLAG" val="#wm#"/>
  <p:tag name="KSO_WM_TAG_VERSION" val="3.0"/>
</p:tagLst>
</file>

<file path=ppt/tags/tag329.xml><?xml version="1.0" encoding="utf-8"?>
<p:tagLst xmlns:p="http://schemas.openxmlformats.org/presentationml/2006/main">
  <p:tag name="KSO_WM_UNIT_TYPE" val="x"/>
  <p:tag name="KSO_WM_UNIT_INDEX" val="18"/>
  <p:tag name="KSO_WM_BEAUTIFY_FLAG" val="#wm#"/>
  <p:tag name="KSO_WM_TAG_VERSION" val="3.0"/>
</p:tagLst>
</file>

<file path=ppt/tags/tag330.xml><?xml version="1.0" encoding="utf-8"?>
<p:tagLst xmlns:p="http://schemas.openxmlformats.org/presentationml/2006/main">
  <p:tag name="KSO_WM_UNIT_TYPE" val="f"/>
  <p:tag name="KSO_WM_UNIT_INDEX" val="28"/>
  <p:tag name="KSO_WM_BEAUTIFY_FLAG" val="#wm#"/>
  <p:tag name="KSO_WM_TAG_VERSION" val="3.0"/>
</p:tagLst>
</file>

<file path=ppt/tags/tag331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332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333.xml><?xml version="1.0" encoding="utf-8"?>
<p:tagLst xmlns:p="http://schemas.openxmlformats.org/presentationml/2006/main">
  <p:tag name="KSO_WM_UNIT_TYPE" val="i"/>
  <p:tag name="KSO_WM_UNIT_INDEX" val="11"/>
  <p:tag name="KSO_WM_BEAUTIFY_FLAG" val="#wm#"/>
  <p:tag name="KSO_WM_TAG_VERSION" val="3.0"/>
</p:tagLst>
</file>

<file path=ppt/tags/tag334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335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336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337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338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339.xml><?xml version="1.0" encoding="utf-8"?>
<p:tagLst xmlns:p="http://schemas.openxmlformats.org/presentationml/2006/main">
  <p:tag name="KSO_WM_UNIT_TYPE" val="i"/>
  <p:tag name="KSO_WM_UNIT_INDEX" val="17"/>
  <p:tag name="KSO_WM_BEAUTIFY_FLAG" val="#wm#"/>
  <p:tag name="KSO_WM_TAG_VERSION" val="3.0"/>
</p:tagLst>
</file>

<file path=ppt/tags/tag340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341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342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343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344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345.xml><?xml version="1.0" encoding="utf-8"?>
<p:tagLst xmlns:p="http://schemas.openxmlformats.org/presentationml/2006/main">
  <p:tag name="KSO_WM_UNIT_TYPE" val="i"/>
  <p:tag name="KSO_WM_UNIT_INDEX" val="23"/>
  <p:tag name="KSO_WM_BEAUTIFY_FLAG" val="#wm#"/>
  <p:tag name="KSO_WM_TAG_VERSION" val="3.0"/>
</p:tagLst>
</file>

<file path=ppt/tags/tag346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347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348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349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350.xml><?xml version="1.0" encoding="utf-8"?>
<p:tagLst xmlns:p="http://schemas.openxmlformats.org/presentationml/2006/main">
  <p:tag name="KSO_WM_UNIT_TYPE" val="x"/>
  <p:tag name="KSO_WM_UNIT_INDEX" val="5"/>
  <p:tag name="KSO_WM_BEAUTIFY_FLAG" val="#wm#"/>
  <p:tag name="KSO_WM_TAG_VERSION" val="3.0"/>
</p:tagLst>
</file>

<file path=ppt/tags/tag351.xml><?xml version="1.0" encoding="utf-8"?>
<p:tagLst xmlns:p="http://schemas.openxmlformats.org/presentationml/2006/main">
  <p:tag name="KSO_WM_UNIT_TYPE" val="i"/>
  <p:tag name="KSO_WM_UNIT_INDEX" val="29"/>
  <p:tag name="KSO_WM_BEAUTIFY_FLAG" val="#wm#"/>
  <p:tag name="KSO_WM_TAG_VERSION" val="3.0"/>
</p:tagLst>
</file>

<file path=ppt/tags/tag352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353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354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355.xml><?xml version="1.0" encoding="utf-8"?>
<p:tagLst xmlns:p="http://schemas.openxmlformats.org/presentationml/2006/main">
  <p:tag name="KSO_WM_UNIT_TYPE" val="i"/>
  <p:tag name="KSO_WM_UNIT_INDEX" val="46"/>
  <p:tag name="KSO_WM_BEAUTIFY_FLAG" val="#wm#"/>
  <p:tag name="KSO_WM_TAG_VERSION" val="3.0"/>
</p:tagLst>
</file>

<file path=ppt/tags/tag356.xml><?xml version="1.0" encoding="utf-8"?>
<p:tagLst xmlns:p="http://schemas.openxmlformats.org/presentationml/2006/main">
  <p:tag name="KSO_WM_UNIT_TYPE" val="x"/>
  <p:tag name="KSO_WM_UNIT_INDEX" val="11"/>
  <p:tag name="KSO_WM_BEAUTIFY_FLAG" val="#wm#"/>
  <p:tag name="KSO_WM_TAG_VERSION" val="3.0"/>
</p:tagLst>
</file>

<file path=ppt/tags/tag357.xml><?xml version="1.0" encoding="utf-8"?>
<p:tagLst xmlns:p="http://schemas.openxmlformats.org/presentationml/2006/main">
  <p:tag name="KSO_WM_UNIT_TYPE" val="i"/>
  <p:tag name="KSO_WM_UNIT_INDEX" val="47"/>
  <p:tag name="KSO_WM_BEAUTIFY_FLAG" val="#wm#"/>
  <p:tag name="KSO_WM_TAG_VERSION" val="3.0"/>
</p:tagLst>
</file>

<file path=ppt/tags/tag358.xml><?xml version="1.0" encoding="utf-8"?>
<p:tagLst xmlns:p="http://schemas.openxmlformats.org/presentationml/2006/main">
  <p:tag name="KSO_WM_UNIT_TYPE" val="i"/>
  <p:tag name="KSO_WM_UNIT_INDEX" val="48"/>
  <p:tag name="KSO_WM_BEAUTIFY_FLAG" val="#wm#"/>
  <p:tag name="KSO_WM_TAG_VERSION" val="3.0"/>
</p:tagLst>
</file>

<file path=ppt/tags/tag359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360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361.xml><?xml version="1.0" encoding="utf-8"?>
<p:tagLst xmlns:p="http://schemas.openxmlformats.org/presentationml/2006/main">
  <p:tag name="KSO_WM_UNIT_TYPE" val="i"/>
  <p:tag name="KSO_WM_UNIT_INDEX" val="52"/>
  <p:tag name="KSO_WM_BEAUTIFY_FLAG" val="#wm#"/>
  <p:tag name="KSO_WM_TAG_VERSION" val="3.0"/>
</p:tagLst>
</file>

<file path=ppt/tags/tag362.xml><?xml version="1.0" encoding="utf-8"?>
<p:tagLst xmlns:p="http://schemas.openxmlformats.org/presentationml/2006/main">
  <p:tag name="KSO_WM_UNIT_TYPE" val="x"/>
  <p:tag name="KSO_WM_UNIT_INDEX" val="12"/>
  <p:tag name="KSO_WM_BEAUTIFY_FLAG" val="#wm#"/>
  <p:tag name="KSO_WM_TAG_VERSION" val="3.0"/>
</p:tagLst>
</file>

<file path=ppt/tags/tag363.xml><?xml version="1.0" encoding="utf-8"?>
<p:tagLst xmlns:p="http://schemas.openxmlformats.org/presentationml/2006/main">
  <p:tag name="KSO_WM_UNIT_TYPE" val="i"/>
  <p:tag name="KSO_WM_UNIT_INDEX" val="53"/>
  <p:tag name="KSO_WM_BEAUTIFY_FLAG" val="#wm#"/>
  <p:tag name="KSO_WM_TAG_VERSION" val="3.0"/>
</p:tagLst>
</file>

<file path=ppt/tags/tag364.xml><?xml version="1.0" encoding="utf-8"?>
<p:tagLst xmlns:p="http://schemas.openxmlformats.org/presentationml/2006/main">
  <p:tag name="KSO_WM_UNIT_TYPE" val="i"/>
  <p:tag name="KSO_WM_UNIT_INDEX" val="54"/>
  <p:tag name="KSO_WM_BEAUTIFY_FLAG" val="#wm#"/>
  <p:tag name="KSO_WM_TAG_VERSION" val="3.0"/>
</p:tagLst>
</file>

<file path=ppt/tags/tag365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366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367.xml><?xml version="1.0" encoding="utf-8"?>
<p:tagLst xmlns:p="http://schemas.openxmlformats.org/presentationml/2006/main">
  <p:tag name="KSO_WM_UNIT_TYPE" val="i"/>
  <p:tag name="KSO_WM_UNIT_INDEX" val="64"/>
  <p:tag name="KSO_WM_BEAUTIFY_FLAG" val="#wm#"/>
  <p:tag name="KSO_WM_TAG_VERSION" val="3.0"/>
</p:tagLst>
</file>

<file path=ppt/tags/tag368.xml><?xml version="1.0" encoding="utf-8"?>
<p:tagLst xmlns:p="http://schemas.openxmlformats.org/presentationml/2006/main">
  <p:tag name="KSO_WM_UNIT_TYPE" val="x"/>
  <p:tag name="KSO_WM_UNIT_INDEX" val="14"/>
  <p:tag name="KSO_WM_BEAUTIFY_FLAG" val="#wm#"/>
  <p:tag name="KSO_WM_TAG_VERSION" val="3.0"/>
</p:tagLst>
</file>

<file path=ppt/tags/tag369.xml><?xml version="1.0" encoding="utf-8"?>
<p:tagLst xmlns:p="http://schemas.openxmlformats.org/presentationml/2006/main">
  <p:tag name="KSO_WM_UNIT_TYPE" val="i"/>
  <p:tag name="KSO_WM_UNIT_INDEX" val="65"/>
  <p:tag name="KSO_WM_BEAUTIFY_FLAG" val="#wm#"/>
  <p:tag name="KSO_WM_TAG_VERSION" val="3.0"/>
</p:tagLst>
</file>

<file path=ppt/tags/tag370.xml><?xml version="1.0" encoding="utf-8"?>
<p:tagLst xmlns:p="http://schemas.openxmlformats.org/presentationml/2006/main">
  <p:tag name="KSO_WM_UNIT_TYPE" val="i"/>
  <p:tag name="KSO_WM_UNIT_INDEX" val="66"/>
  <p:tag name="KSO_WM_BEAUTIFY_FLAG" val="#wm#"/>
  <p:tag name="KSO_WM_TAG_VERSION" val="3.0"/>
</p:tagLst>
</file>

<file path=ppt/tags/tag371.xml><?xml version="1.0" encoding="utf-8"?>
<p:tagLst xmlns:p="http://schemas.openxmlformats.org/presentationml/2006/main">
  <p:tag name="KSO_WM_UNIT_TYPE" val="f"/>
  <p:tag name="KSO_WM_UNIT_INDEX" val="23"/>
  <p:tag name="KSO_WM_BEAUTIFY_FLAG" val="#wm#"/>
  <p:tag name="KSO_WM_TAG_VERSION" val="3.0"/>
</p:tagLst>
</file>

<file path=ppt/tags/tag372.xml><?xml version="1.0" encoding="utf-8"?>
<p:tagLst xmlns:p="http://schemas.openxmlformats.org/presentationml/2006/main">
  <p:tag name="KSO_WM_UNIT_TYPE" val="f"/>
  <p:tag name="KSO_WM_UNIT_INDEX" val="24"/>
  <p:tag name="KSO_WM_BEAUTIFY_FLAG" val="#wm#"/>
  <p:tag name="KSO_WM_TAG_VERSION" val="3.0"/>
</p:tagLst>
</file>

<file path=ppt/tags/tag373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</p:tagLst>
</file>

<file path=ppt/tags/tag374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</p:tagLst>
</file>

<file path=ppt/tags/tag375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</p:tagLst>
</file>

<file path=ppt/tags/tag376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377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378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379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380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381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382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383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384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385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</p:tagLst>
</file>

<file path=ppt/tags/tag386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387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388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389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390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391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392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393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394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395.xml><?xml version="1.0" encoding="utf-8"?>
<p:tagLst xmlns:p="http://schemas.openxmlformats.org/presentationml/2006/main">
  <p:tag name="KSO_WM_UNIT_TYPE" val="i"/>
  <p:tag name="KSO_WM_UNIT_INDEX" val="15"/>
  <p:tag name="KSO_WM_BEAUTIFY_FLAG" val="#wm#"/>
  <p:tag name="KSO_WM_TAG_VERSION" val="3.0"/>
</p:tagLst>
</file>

<file path=ppt/tags/tag396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397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398.xml><?xml version="1.0" encoding="utf-8"?>
<p:tagLst xmlns:p="http://schemas.openxmlformats.org/presentationml/2006/main">
  <p:tag name="KSO_WM_UNIT_TYPE" val="x"/>
  <p:tag name="KSO_WM_UNIT_INDEX" val="5"/>
  <p:tag name="KSO_WM_BEAUTIFY_FLAG" val="#wm#"/>
  <p:tag name="KSO_WM_TAG_VERSION" val="3.0"/>
</p:tagLst>
</file>

<file path=ppt/tags/tag399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400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401.xml><?xml version="1.0" encoding="utf-8"?>
<p:tagLst xmlns:p="http://schemas.openxmlformats.org/presentationml/2006/main">
  <p:tag name="KSO_WM_UNIT_TYPE" val="x"/>
  <p:tag name="KSO_WM_UNIT_INDEX" val="6"/>
  <p:tag name="KSO_WM_BEAUTIFY_FLAG" val="#wm#"/>
  <p:tag name="KSO_WM_TAG_VERSION" val="3.0"/>
</p:tagLst>
</file>

<file path=ppt/tags/tag402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403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404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405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</p:tagLst>
</file>

<file path=ppt/tags/tag406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</p:tagLst>
</file>

<file path=ppt/tags/tag407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</p:tagLst>
</file>

<file path=ppt/tags/tag408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409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</p:tagLst>
</file>

<file path=ppt/tags/tag410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411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</p:tagLst>
</file>

<file path=ppt/tags/tag412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413.xml><?xml version="1.0" encoding="utf-8"?>
<p:tagLst xmlns:p="http://schemas.openxmlformats.org/presentationml/2006/main">
  <p:tag name="KSO_WM_UNIT_TYPE" val="i"/>
  <p:tag name="KSO_WM_UNIT_INDEX" val="13"/>
  <p:tag name="KSO_WM_BEAUTIFY_FLAG" val="#wm#"/>
  <p:tag name="KSO_WM_TAG_VERSION" val="3.0"/>
</p:tagLst>
</file>

<file path=ppt/tags/tag414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415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416.xml><?xml version="1.0" encoding="utf-8"?>
<p:tagLst xmlns:p="http://schemas.openxmlformats.org/presentationml/2006/main">
  <p:tag name="KSO_WM_UNIT_TYPE" val="i"/>
  <p:tag name="KSO_WM_UNIT_INDEX" val="19"/>
  <p:tag name="KSO_WM_BEAUTIFY_FLAG" val="#wm#"/>
  <p:tag name="KSO_WM_TAG_VERSION" val="3.0"/>
</p:tagLst>
</file>

<file path=ppt/tags/tag417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418.xml><?xml version="1.0" encoding="utf-8"?>
<p:tagLst xmlns:p="http://schemas.openxmlformats.org/presentationml/2006/main">
  <p:tag name="KSO_WM_UNIT_TYPE" val="i"/>
  <p:tag name="KSO_WM_UNIT_INDEX" val="21"/>
  <p:tag name="KSO_WM_BEAUTIFY_FLAG" val="#wm#"/>
  <p:tag name="KSO_WM_TAG_VERSION" val="3.0"/>
</p:tagLst>
</file>

<file path=ppt/tags/tag419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420.xml><?xml version="1.0" encoding="utf-8"?>
<p:tagLst xmlns:p="http://schemas.openxmlformats.org/presentationml/2006/main">
  <p:tag name="KSO_WM_UNIT_TYPE" val="i"/>
  <p:tag name="KSO_WM_UNIT_INDEX" val="27"/>
  <p:tag name="KSO_WM_BEAUTIFY_FLAG" val="#wm#"/>
  <p:tag name="KSO_WM_TAG_VERSION" val="3.0"/>
</p:tagLst>
</file>

<file path=ppt/tags/tag421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422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423.xml><?xml version="1.0" encoding="utf-8"?>
<p:tagLst xmlns:p="http://schemas.openxmlformats.org/presentationml/2006/main">
  <p:tag name="KSO_WM_UNIT_TYPE" val="i"/>
  <p:tag name="KSO_WM_UNIT_INDEX" val="11"/>
  <p:tag name="KSO_WM_BEAUTIFY_FLAG" val="#wm#"/>
  <p:tag name="KSO_WM_TAG_VERSION" val="3.0"/>
</p:tagLst>
</file>

<file path=ppt/tags/tag424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425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426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427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428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429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430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431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432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433.xml><?xml version="1.0" encoding="utf-8"?>
<p:tagLst xmlns:p="http://schemas.openxmlformats.org/presentationml/2006/main">
  <p:tag name="KSO_WM_UNIT_TYPE" val="x"/>
  <p:tag name="KSO_WM_UNIT_INDEX" val="5"/>
  <p:tag name="KSO_WM_BEAUTIFY_FLAG" val="#wm#"/>
  <p:tag name="KSO_WM_TAG_VERSION" val="3.0"/>
</p:tagLst>
</file>

<file path=ppt/tags/tag434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435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436.xml><?xml version="1.0" encoding="utf-8"?>
<p:tagLst xmlns:p="http://schemas.openxmlformats.org/presentationml/2006/main">
  <p:tag name="KSO_WM_UNIT_TYPE" val="x"/>
  <p:tag name="KSO_WM_UNIT_INDEX" val="6"/>
  <p:tag name="KSO_WM_BEAUTIFY_FLAG" val="#wm#"/>
  <p:tag name="KSO_WM_TAG_VERSION" val="3.0"/>
</p:tagLst>
</file>

<file path=ppt/tags/tag437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438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439.xml><?xml version="1.0" encoding="utf-8"?>
<p:tagLst xmlns:p="http://schemas.openxmlformats.org/presentationml/2006/main">
  <p:tag name="KSO_WM_UNIT_TYPE" val="x"/>
  <p:tag name="KSO_WM_UNIT_INDEX" val="7"/>
  <p:tag name="KSO_WM_BEAUTIFY_FLAG" val="#wm#"/>
  <p:tag name="KSO_WM_TAG_VERSION" val="3.0"/>
</p:tagLst>
</file>

<file path=ppt/tags/tag440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441.xml><?xml version="1.0" encoding="utf-8"?>
<p:tagLst xmlns:p="http://schemas.openxmlformats.org/presentationml/2006/main">
  <p:tag name="KSO_WM_UNIT_TYPE" val="x"/>
  <p:tag name="KSO_WM_UNIT_INDEX" val="8"/>
  <p:tag name="KSO_WM_BEAUTIFY_FLAG" val="#wm#"/>
  <p:tag name="KSO_WM_TAG_VERSION" val="3.0"/>
</p:tagLst>
</file>

<file path=ppt/tags/tag442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443.xml><?xml version="1.0" encoding="utf-8"?>
<p:tagLst xmlns:p="http://schemas.openxmlformats.org/presentationml/2006/main">
  <p:tag name="KSO_WM_UNIT_TYPE" val="x"/>
  <p:tag name="KSO_WM_UNIT_INDEX" val="9"/>
  <p:tag name="KSO_WM_BEAUTIFY_FLAG" val="#wm#"/>
  <p:tag name="KSO_WM_TAG_VERSION" val="3.0"/>
</p:tagLst>
</file>

<file path=ppt/tags/tag444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445.xml><?xml version="1.0" encoding="utf-8"?>
<p:tagLst xmlns:p="http://schemas.openxmlformats.org/presentationml/2006/main">
  <p:tag name="KSO_WM_UNIT_TYPE" val="x"/>
  <p:tag name="KSO_WM_UNIT_INDEX" val="10"/>
  <p:tag name="KSO_WM_BEAUTIFY_FLAG" val="#wm#"/>
  <p:tag name="KSO_WM_TAG_VERSION" val="3.0"/>
</p:tagLst>
</file>

<file path=ppt/tags/tag446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447.xml><?xml version="1.0" encoding="utf-8"?>
<p:tagLst xmlns:p="http://schemas.openxmlformats.org/presentationml/2006/main">
  <p:tag name="KSO_WM_UNIT_TYPE" val="i"/>
  <p:tag name="KSO_WM_UNIT_INDEX" val="31"/>
  <p:tag name="KSO_WM_BEAUTIFY_FLAG" val="#wm#"/>
  <p:tag name="KSO_WM_TAG_VERSION" val="3.0"/>
</p:tagLst>
</file>

<file path=ppt/tags/tag448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449.xml><?xml version="1.0" encoding="utf-8"?>
<p:tagLst xmlns:p="http://schemas.openxmlformats.org/presentationml/2006/main">
  <p:tag name="KSO_WM_UNIT_TYPE" val="i"/>
  <p:tag name="KSO_WM_UNIT_INDEX" val="33"/>
  <p:tag name="KSO_WM_BEAUTIFY_FLAG" val="#wm#"/>
  <p:tag name="KSO_WM_TAG_VERSION" val="3.0"/>
</p:tagLst>
</file>

<file path=ppt/tags/tag450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451.xml><?xml version="1.0" encoding="utf-8"?>
<p:tagLst xmlns:p="http://schemas.openxmlformats.org/presentationml/2006/main">
  <p:tag name="KSO_WM_UNIT_TYPE" val="i"/>
  <p:tag name="KSO_WM_UNIT_INDEX" val="35"/>
  <p:tag name="KSO_WM_BEAUTIFY_FLAG" val="#wm#"/>
  <p:tag name="KSO_WM_TAG_VERSION" val="3.0"/>
</p:tagLst>
</file>

<file path=ppt/tags/tag452.xml><?xml version="1.0" encoding="utf-8"?>
<p:tagLst xmlns:p="http://schemas.openxmlformats.org/presentationml/2006/main">
  <p:tag name="KSO_WM_UNIT_TYPE" val="x"/>
  <p:tag name="KSO_WM_UNIT_INDEX" val="11"/>
  <p:tag name="KSO_WM_BEAUTIFY_FLAG" val="#wm#"/>
  <p:tag name="KSO_WM_TAG_VERSION" val="3.0"/>
</p:tagLst>
</file>

<file path=ppt/tags/tag453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454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455.xml><?xml version="1.0" encoding="utf-8"?>
<p:tagLst xmlns:p="http://schemas.openxmlformats.org/presentationml/2006/main">
  <p:tag name="KSO_WM_UNIT_TYPE" val="i"/>
  <p:tag name="KSO_WM_UNIT_INDEX" val="39"/>
  <p:tag name="KSO_WM_BEAUTIFY_FLAG" val="#wm#"/>
  <p:tag name="KSO_WM_TAG_VERSION" val="3.0"/>
</p:tagLst>
</file>

<file path=ppt/tags/tag456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457.xml><?xml version="1.0" encoding="utf-8"?>
<p:tagLst xmlns:p="http://schemas.openxmlformats.org/presentationml/2006/main">
  <p:tag name="KSO_WM_UNIT_TYPE" val="i"/>
  <p:tag name="KSO_WM_UNIT_INDEX" val="19"/>
  <p:tag name="KSO_WM_BEAUTIFY_FLAG" val="#wm#"/>
  <p:tag name="KSO_WM_TAG_VERSION" val="3.0"/>
</p:tagLst>
</file>

<file path=ppt/tags/tag458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459.xml><?xml version="1.0" encoding="utf-8"?>
<p:tagLst xmlns:p="http://schemas.openxmlformats.org/presentationml/2006/main">
  <p:tag name="KSO_WM_UNIT_TYPE" val="i"/>
  <p:tag name="KSO_WM_UNIT_INDEX" val="21"/>
  <p:tag name="KSO_WM_BEAUTIFY_FLAG" val="#wm#"/>
  <p:tag name="KSO_WM_TAG_VERSION" val="3.0"/>
</p:tagLst>
</file>

<file path=ppt/tags/tag460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461.xml><?xml version="1.0" encoding="utf-8"?>
<p:tagLst xmlns:p="http://schemas.openxmlformats.org/presentationml/2006/main">
  <p:tag name="KSO_WM_UNIT_TYPE" val="i"/>
  <p:tag name="KSO_WM_UNIT_INDEX" val="27"/>
  <p:tag name="KSO_WM_BEAUTIFY_FLAG" val="#wm#"/>
  <p:tag name="KSO_WM_TAG_VERSION" val="3.0"/>
</p:tagLst>
</file>

<file path=ppt/tags/tag462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463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464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465.xml><?xml version="1.0" encoding="utf-8"?>
<p:tagLst xmlns:p="http://schemas.openxmlformats.org/presentationml/2006/main">
  <p:tag name="KSO_WM_UNIT_TYPE" val="x"/>
  <p:tag name="KSO_WM_UNIT_INDEX" val="6"/>
  <p:tag name="KSO_WM_BEAUTIFY_FLAG" val="#wm#"/>
  <p:tag name="KSO_WM_TAG_VERSION" val="3.0"/>
</p:tagLst>
</file>

<file path=ppt/tags/tag466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467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468.xml><?xml version="1.0" encoding="utf-8"?>
<p:tagLst xmlns:p="http://schemas.openxmlformats.org/presentationml/2006/main">
  <p:tag name="KSO_WM_UNIT_TYPE" val="x"/>
  <p:tag name="KSO_WM_UNIT_INDEX" val="7"/>
  <p:tag name="KSO_WM_BEAUTIFY_FLAG" val="#wm#"/>
  <p:tag name="KSO_WM_TAG_VERSION" val="3.0"/>
</p:tagLst>
</file>

<file path=ppt/tags/tag469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470.xml><?xml version="1.0" encoding="utf-8"?>
<p:tagLst xmlns:p="http://schemas.openxmlformats.org/presentationml/2006/main">
  <p:tag name="KSO_WM_UNIT_TYPE" val="x"/>
  <p:tag name="KSO_WM_UNIT_INDEX" val="8"/>
  <p:tag name="KSO_WM_BEAUTIFY_FLAG" val="#wm#"/>
  <p:tag name="KSO_WM_TAG_VERSION" val="3.0"/>
</p:tagLst>
</file>

<file path=ppt/tags/tag471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472.xml><?xml version="1.0" encoding="utf-8"?>
<p:tagLst xmlns:p="http://schemas.openxmlformats.org/presentationml/2006/main">
  <p:tag name="KSO_WM_UNIT_TYPE" val="x"/>
  <p:tag name="KSO_WM_UNIT_INDEX" val="9"/>
  <p:tag name="KSO_WM_BEAUTIFY_FLAG" val="#wm#"/>
  <p:tag name="KSO_WM_TAG_VERSION" val="3.0"/>
</p:tagLst>
</file>

<file path=ppt/tags/tag473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474.xml><?xml version="1.0" encoding="utf-8"?>
<p:tagLst xmlns:p="http://schemas.openxmlformats.org/presentationml/2006/main">
  <p:tag name="KSO_WM_UNIT_TYPE" val="x"/>
  <p:tag name="KSO_WM_UNIT_INDEX" val="10"/>
  <p:tag name="KSO_WM_BEAUTIFY_FLAG" val="#wm#"/>
  <p:tag name="KSO_WM_TAG_VERSION" val="3.0"/>
</p:tagLst>
</file>

<file path=ppt/tags/tag475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476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477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</p:tagLst>
</file>

<file path=ppt/tags/tag478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479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</p:tagLst>
</file>

<file path=ppt/tags/tag480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</p:tagLst>
</file>

<file path=ppt/tags/tag481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</p:tagLst>
</file>

<file path=ppt/tags/tag482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483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484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485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486.xml><?xml version="1.0" encoding="utf-8"?>
<p:tagLst xmlns:p="http://schemas.openxmlformats.org/presentationml/2006/main">
  <p:tag name="KSO_WM_UNIT_TYPE" val="i"/>
  <p:tag name="KSO_WM_UNIT_INDEX" val="15"/>
  <p:tag name="KSO_WM_BEAUTIFY_FLAG" val="#wm#"/>
  <p:tag name="KSO_WM_TAG_VERSION" val="3.0"/>
</p:tagLst>
</file>

<file path=ppt/tags/tag487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488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489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490.xml><?xml version="1.0" encoding="utf-8"?>
<p:tagLst xmlns:p="http://schemas.openxmlformats.org/presentationml/2006/main">
  <p:tag name="KSO_WM_UNIT_TYPE" val="i"/>
  <p:tag name="KSO_WM_UNIT_INDEX" val="11"/>
  <p:tag name="KSO_WM_BEAUTIFY_FLAG" val="#wm#"/>
  <p:tag name="KSO_WM_TAG_VERSION" val="3.0"/>
</p:tagLst>
</file>

<file path=ppt/tags/tag491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492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493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494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495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496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497.xml><?xml version="1.0" encoding="utf-8"?>
<p:tagLst xmlns:p="http://schemas.openxmlformats.org/presentationml/2006/main">
  <p:tag name="KSO_WM_UNIT_TYPE" val="i"/>
  <p:tag name="KSO_WM_UNIT_INDEX" val="29"/>
  <p:tag name="KSO_WM_BEAUTIFY_FLAG" val="#wm#"/>
  <p:tag name="KSO_WM_TAG_VERSION" val="3.0"/>
</p:tagLst>
</file>

<file path=ppt/tags/tag498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499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500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501.xml><?xml version="1.0" encoding="utf-8"?>
<p:tagLst xmlns:p="http://schemas.openxmlformats.org/presentationml/2006/main">
  <p:tag name="KSO_WM_UNIT_TYPE" val="i"/>
  <p:tag name="KSO_WM_UNIT_INDEX" val="25"/>
  <p:tag name="KSO_WM_BEAUTIFY_FLAG" val="#wm#"/>
  <p:tag name="KSO_WM_TAG_VERSION" val="3.0"/>
</p:tagLst>
</file>

<file path=ppt/tags/tag502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503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504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505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506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</p:tagLst>
</file>

<file path=ppt/tags/tag507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508.xml><?xml version="1.0" encoding="utf-8"?>
<p:tagLst xmlns:p="http://schemas.openxmlformats.org/presentationml/2006/main">
  <p:tag name="KSO_WM_UNIT_TYPE" val="i"/>
  <p:tag name="KSO_WM_UNIT_INDEX" val="43"/>
  <p:tag name="KSO_WM_BEAUTIFY_FLAG" val="#wm#"/>
  <p:tag name="KSO_WM_TAG_VERSION" val="3.0"/>
</p:tagLst>
</file>

<file path=ppt/tags/tag509.xml><?xml version="1.0" encoding="utf-8"?>
<p:tagLst xmlns:p="http://schemas.openxmlformats.org/presentationml/2006/main">
  <p:tag name="KSO_WM_UNIT_TYPE" val="i"/>
  <p:tag name="KSO_WM_UNIT_INDEX" val="44"/>
  <p:tag name="KSO_WM_BEAUTIFY_FLAG" val="#wm#"/>
  <p:tag name="KSO_WM_TAG_VERSION" val="3.0"/>
</p:tagLst>
</file>

<file path=ppt/tags/tag510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</p:tagLst>
</file>

<file path=ppt/tags/tag511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512.xml><?xml version="1.0" encoding="utf-8"?>
<p:tagLst xmlns:p="http://schemas.openxmlformats.org/presentationml/2006/main">
  <p:tag name="KSO_WM_UNIT_TYPE" val="i"/>
  <p:tag name="KSO_WM_UNIT_INDEX" val="39"/>
  <p:tag name="KSO_WM_BEAUTIFY_FLAG" val="#wm#"/>
  <p:tag name="KSO_WM_TAG_VERSION" val="3.0"/>
</p:tagLst>
</file>

<file path=ppt/tags/tag513.xml><?xml version="1.0" encoding="utf-8"?>
<p:tagLst xmlns:p="http://schemas.openxmlformats.org/presentationml/2006/main">
  <p:tag name="KSO_WM_UNIT_TYPE" val="i"/>
  <p:tag name="KSO_WM_UNIT_INDEX" val="40"/>
  <p:tag name="KSO_WM_BEAUTIFY_FLAG" val="#wm#"/>
  <p:tag name="KSO_WM_TAG_VERSION" val="3.0"/>
</p:tagLst>
</file>

<file path=ppt/tags/tag514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515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516.xml><?xml version="1.0" encoding="utf-8"?>
<p:tagLst xmlns:p="http://schemas.openxmlformats.org/presentationml/2006/main">
  <p:tag name="KSO_WM_UNIT_TYPE" val="i"/>
  <p:tag name="KSO_WM_UNIT_INDEX" val="48"/>
  <p:tag name="KSO_WM_BEAUTIFY_FLAG" val="#wm#"/>
  <p:tag name="KSO_WM_TAG_VERSION" val="3.0"/>
</p:tagLst>
</file>

<file path=ppt/tags/tag517.xml><?xml version="1.0" encoding="utf-8"?>
<p:tagLst xmlns:p="http://schemas.openxmlformats.org/presentationml/2006/main">
  <p:tag name="KSO_WM_UNIT_TYPE" val="i"/>
  <p:tag name="KSO_WM_UNIT_INDEX" val="50"/>
  <p:tag name="KSO_WM_BEAUTIFY_FLAG" val="#wm#"/>
  <p:tag name="KSO_WM_TAG_VERSION" val="3.0"/>
</p:tagLst>
</file>

<file path=ppt/tags/tag518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519.xml><?xml version="1.0" encoding="utf-8"?>
<p:tagLst xmlns:p="http://schemas.openxmlformats.org/presentationml/2006/main">
  <p:tag name="KSO_WM_UNIT_TYPE" val="i"/>
  <p:tag name="KSO_WM_UNIT_INDEX" val="57"/>
  <p:tag name="KSO_WM_BEAUTIFY_FLAG" val="#wm#"/>
  <p:tag name="KSO_WM_TAG_VERSION" val="3.0"/>
</p:tagLst>
</file>

<file path=ppt/tags/tag520.xml><?xml version="1.0" encoding="utf-8"?>
<p:tagLst xmlns:p="http://schemas.openxmlformats.org/presentationml/2006/main">
  <p:tag name="KSO_WM_UNIT_TYPE" val="i"/>
  <p:tag name="KSO_WM_UNIT_INDEX" val="58"/>
  <p:tag name="KSO_WM_BEAUTIFY_FLAG" val="#wm#"/>
  <p:tag name="KSO_WM_TAG_VERSION" val="3.0"/>
</p:tagLst>
</file>

<file path=ppt/tags/tag521.xml><?xml version="1.0" encoding="utf-8"?>
<p:tagLst xmlns:p="http://schemas.openxmlformats.org/presentationml/2006/main">
  <p:tag name="KSO_WM_UNIT_TYPE" val="i"/>
  <p:tag name="KSO_WM_UNIT_INDEX" val="52"/>
  <p:tag name="KSO_WM_BEAUTIFY_FLAG" val="#wm#"/>
  <p:tag name="KSO_WM_TAG_VERSION" val="3.0"/>
</p:tagLst>
</file>

<file path=ppt/tags/tag522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523.xml><?xml version="1.0" encoding="utf-8"?>
<p:tagLst xmlns:p="http://schemas.openxmlformats.org/presentationml/2006/main">
  <p:tag name="KSO_WM_UNIT_TYPE" val="i"/>
  <p:tag name="KSO_WM_UNIT_INDEX" val="53"/>
  <p:tag name="KSO_WM_BEAUTIFY_FLAG" val="#wm#"/>
  <p:tag name="KSO_WM_TAG_VERSION" val="3.0"/>
</p:tagLst>
</file>

<file path=ppt/tags/tag524.xml><?xml version="1.0" encoding="utf-8"?>
<p:tagLst xmlns:p="http://schemas.openxmlformats.org/presentationml/2006/main">
  <p:tag name="KSO_WM_UNIT_TYPE" val="i"/>
  <p:tag name="KSO_WM_UNIT_INDEX" val="54"/>
  <p:tag name="KSO_WM_BEAUTIFY_FLAG" val="#wm#"/>
  <p:tag name="KSO_WM_TAG_VERSION" val="3.0"/>
</p:tagLst>
</file>

<file path=ppt/tags/tag525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526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527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528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</p:tagLst>
</file>

<file path=ppt/tags/tag529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spect">
      <a:maj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2696</Words>
  <Application>WPS 演示</Application>
  <PresentationFormat>宽屏</PresentationFormat>
  <Paragraphs>397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17</vt:i4>
      </vt:variant>
    </vt:vector>
  </HeadingPairs>
  <TitlesOfParts>
    <vt:vector size="26" baseType="lpstr">
      <vt:lpstr>Arial</vt:lpstr>
      <vt:lpstr>宋体</vt:lpstr>
      <vt:lpstr>Wingdings</vt:lpstr>
      <vt:lpstr>微软雅黑</vt:lpstr>
      <vt:lpstr>Arial Unicode MS</vt:lpstr>
      <vt:lpstr>Calibri Light</vt:lpstr>
      <vt:lpstr>Calibri</vt:lpstr>
      <vt:lpstr>Office 主题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唐一嘉</cp:lastModifiedBy>
  <cp:revision>5</cp:revision>
  <dcterms:created xsi:type="dcterms:W3CDTF">2026-04-09T09:46:00Z</dcterms:created>
  <dcterms:modified xsi:type="dcterms:W3CDTF">2026-04-09T13:18:33Z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2052-12.1.0.24657</vt:lpwstr>
  </property>
  <property fmtid="{D5CDD505-2E9C-101B-9397-08002B2CF9AE}" pid="3" name="ICV">
    <vt:lpwstr>AD3B98776816302D3A5DD66977CA3446_42</vt:lpwstr>
  </property>
</Properties>
</file>